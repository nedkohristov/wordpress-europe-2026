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_rels/slide17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8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33.xml.rels" ContentType="application/vnd.openxmlformats-package.relationships+xml"/>
  <Override PartName="/ppt/slides/_rels/slide32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34.xml.rels" ContentType="application/vnd.openxmlformats-package.relationships+xml"/>
  <Override PartName="/ppt/slides/_rels/slide10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36.xml.rels" ContentType="application/vnd.openxmlformats-package.relationships+xml"/>
  <Override PartName="/ppt/slides/_rels/slide28.xml.rels" ContentType="application/vnd.openxmlformats-package.relationships+xml"/>
  <Override PartName="/ppt/slides/_rels/slide30.xml.rels" ContentType="application/vnd.openxmlformats-package.relationships+xml"/>
  <Override PartName="/ppt/slides/_rels/slide2.xml.rels" ContentType="application/vnd.openxmlformats-package.relationships+xml"/>
  <Override PartName="/ppt/slides/_rels/slide37.xml.rels" ContentType="application/vnd.openxmlformats-package.relationships+xml"/>
  <Override PartName="/ppt/slides/_rels/slide35.xml.rels" ContentType="application/vnd.openxmlformats-package.relationships+xml"/>
  <Override PartName="/ppt/slides/_rels/slide38.xml.rels" ContentType="application/vnd.openxmlformats-package.relationships+xml"/>
  <Override PartName="/ppt/slides/_rels/slide40.xml.rels" ContentType="application/vnd.openxmlformats-package.relationships+xml"/>
  <Override PartName="/ppt/slides/_rels/slide39.xml.rels" ContentType="application/vnd.openxmlformats-package.relationships+xml"/>
  <Override PartName="/ppt/slides/_rels/slide41.xml.rels" ContentType="application/vnd.openxmlformats-package.relationships+xml"/>
  <Override PartName="/ppt/slides/_rels/slide42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slide38.xml" ContentType="application/vnd.openxmlformats-officedocument.presentationml.slide+xml"/>
  <Override PartName="/ppt/slides/slide40.xml" ContentType="application/vnd.openxmlformats-officedocument.presentationml.slide+xml"/>
  <Override PartName="/ppt/slides/slide39.xml" ContentType="application/vnd.openxmlformats-officedocument.presentationml.slide+xml"/>
  <Override PartName="/ppt/slides/slide41.xml" ContentType="application/vnd.openxmlformats-officedocument.presentationml.slide+xml"/>
  <Override PartName="/ppt/slides/slide30.xml" ContentType="application/vnd.openxmlformats-officedocument.presentationml.slide+xml"/>
  <Override PartName="/ppt/slides/slide42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747720" y="797760"/>
            <a:ext cx="12564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marp: true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747720" y="1207440"/>
            <a:ext cx="17488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theme: default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747720" y="1626480"/>
            <a:ext cx="16862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paginate: true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747720" y="2036160"/>
            <a:ext cx="7916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style: |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747720" y="2455200"/>
            <a:ext cx="20854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/* ── Base ── */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747720" y="2864520"/>
            <a:ext cx="58042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@import url('</a:t>
            </a:r>
            <a:r>
              <a:rPr b="0" lang="en-US" sz="2170" spc="-1" strike="noStrike">
                <a:solidFill>
                  <a:srgbClr val="0969da"/>
                </a:solidFill>
                <a:latin typeface="Arial"/>
                <a:ea typeface="Arial"/>
              </a:rPr>
              <a:t>https://fonts.googleapis.com/css2?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747720" y="3283920"/>
            <a:ext cx="106506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0969da"/>
                </a:solidFill>
                <a:latin typeface="Arial"/>
                <a:ea typeface="Arial"/>
              </a:rPr>
              <a:t>family=Inter:wght@400;600;700;900&amp;family=JetBrains+Mono:wght@400;700&amp;display=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747720" y="3693240"/>
            <a:ext cx="8647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0969da"/>
                </a:solidFill>
                <a:latin typeface="Arial"/>
                <a:ea typeface="Arial"/>
              </a:rPr>
              <a:t>swap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');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747720" y="4264920"/>
            <a:ext cx="10432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section {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747720" y="4674600"/>
            <a:ext cx="49172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font-family: 'Inter', 'Segoe UI', sans-serif;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747720" y="5093640"/>
            <a:ext cx="18705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font-size: 26px;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747720" y="5502960"/>
            <a:ext cx="27453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background: #0d1117;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747720" y="5922360"/>
            <a:ext cx="18248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color: #e6edf3;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747720" y="6331680"/>
            <a:ext cx="24847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padding: 48px 64px;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747720" y="675072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}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747720" y="770400"/>
            <a:ext cx="169848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  <a:ea typeface="Arial"/>
              </a:rPr>
              <a:t>The setup</a:t>
            </a:r>
            <a:endParaRPr b="0" lang="en-US" sz="28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771480" y="2112840"/>
            <a:ext cx="276480" cy="230400"/>
          </a:xfrm>
          <a:custGeom>
            <a:avLst/>
            <a:gdLst/>
            <a:ahLst/>
            <a:rect l="0" t="0" r="r" b="b"/>
            <a:pathLst>
              <a:path w="768" h="640">
                <a:moveTo>
                  <a:pt x="725" y="493"/>
                </a:moveTo>
                <a:cubicBezTo>
                  <a:pt x="716" y="473"/>
                  <a:pt x="706" y="450"/>
                  <a:pt x="683" y="450"/>
                </a:cubicBezTo>
                <a:lnTo>
                  <a:pt x="661" y="450"/>
                </a:lnTo>
                <a:cubicBezTo>
                  <a:pt x="685" y="450"/>
                  <a:pt x="704" y="431"/>
                  <a:pt x="704" y="408"/>
                </a:cubicBezTo>
                <a:lnTo>
                  <a:pt x="704" y="43"/>
                </a:lnTo>
                <a:cubicBezTo>
                  <a:pt x="704" y="19"/>
                  <a:pt x="685" y="0"/>
                  <a:pt x="661" y="0"/>
                </a:cubicBezTo>
                <a:lnTo>
                  <a:pt x="106" y="0"/>
                </a:lnTo>
                <a:cubicBezTo>
                  <a:pt x="83" y="0"/>
                  <a:pt x="64" y="19"/>
                  <a:pt x="64" y="43"/>
                </a:cubicBezTo>
                <a:lnTo>
                  <a:pt x="64" y="408"/>
                </a:lnTo>
                <a:cubicBezTo>
                  <a:pt x="64" y="431"/>
                  <a:pt x="83" y="450"/>
                  <a:pt x="106" y="450"/>
                </a:cubicBezTo>
                <a:lnTo>
                  <a:pt x="85" y="450"/>
                </a:lnTo>
                <a:cubicBezTo>
                  <a:pt x="61" y="450"/>
                  <a:pt x="49" y="472"/>
                  <a:pt x="42" y="493"/>
                </a:cubicBezTo>
                <a:lnTo>
                  <a:pt x="0" y="597"/>
                </a:lnTo>
                <a:cubicBezTo>
                  <a:pt x="0" y="621"/>
                  <a:pt x="19" y="640"/>
                  <a:pt x="42" y="640"/>
                </a:cubicBezTo>
                <a:lnTo>
                  <a:pt x="725" y="640"/>
                </a:lnTo>
                <a:cubicBezTo>
                  <a:pt x="749" y="640"/>
                  <a:pt x="768" y="621"/>
                  <a:pt x="768" y="597"/>
                </a:cubicBezTo>
                <a:lnTo>
                  <a:pt x="725" y="493"/>
                </a:ln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771480" y="2328120"/>
            <a:ext cx="276480" cy="15120"/>
          </a:xfrm>
          <a:custGeom>
            <a:avLst/>
            <a:gdLst/>
            <a:ahLst/>
            <a:rect l="0" t="0" r="r" b="b"/>
            <a:pathLst>
              <a:path w="768" h="42">
                <a:moveTo>
                  <a:pt x="0" y="0"/>
                </a:moveTo>
                <a:lnTo>
                  <a:pt x="0" y="1"/>
                </a:lnTo>
                <a:lnTo>
                  <a:pt x="4" y="16"/>
                </a:lnTo>
                <a:cubicBezTo>
                  <a:pt x="10" y="31"/>
                  <a:pt x="25" y="42"/>
                  <a:pt x="42" y="42"/>
                </a:cubicBezTo>
                <a:lnTo>
                  <a:pt x="725" y="42"/>
                </a:lnTo>
                <a:cubicBezTo>
                  <a:pt x="748" y="42"/>
                  <a:pt x="767" y="23"/>
                  <a:pt x="768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9aaab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809640" y="2128320"/>
            <a:ext cx="199800" cy="131040"/>
          </a:xfrm>
          <a:custGeom>
            <a:avLst/>
            <a:gdLst/>
            <a:ahLst/>
            <a:rect l="0" t="0" r="r" b="b"/>
            <a:pathLst>
              <a:path w="555" h="364">
                <a:moveTo>
                  <a:pt x="555" y="343"/>
                </a:moveTo>
                <a:cubicBezTo>
                  <a:pt x="555" y="355"/>
                  <a:pt x="546" y="364"/>
                  <a:pt x="534" y="364"/>
                </a:cubicBezTo>
                <a:lnTo>
                  <a:pt x="22" y="364"/>
                </a:lnTo>
                <a:cubicBezTo>
                  <a:pt x="10" y="364"/>
                  <a:pt x="0" y="355"/>
                  <a:pt x="0" y="343"/>
                </a:cubicBezTo>
                <a:lnTo>
                  <a:pt x="0" y="21"/>
                </a:lnTo>
                <a:cubicBezTo>
                  <a:pt x="0" y="9"/>
                  <a:pt x="10" y="0"/>
                  <a:pt x="22" y="0"/>
                </a:cubicBezTo>
                <a:lnTo>
                  <a:pt x="534" y="0"/>
                </a:lnTo>
                <a:cubicBezTo>
                  <a:pt x="546" y="0"/>
                  <a:pt x="555" y="9"/>
                  <a:pt x="555" y="21"/>
                </a:cubicBezTo>
                <a:lnTo>
                  <a:pt x="555" y="343"/>
                </a:lnTo>
                <a:close/>
              </a:path>
            </a:pathLst>
          </a:custGeom>
          <a:solidFill>
            <a:srgbClr val="5dad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795960" y="2281680"/>
            <a:ext cx="228600" cy="31320"/>
          </a:xfrm>
          <a:custGeom>
            <a:avLst/>
            <a:gdLst/>
            <a:ahLst/>
            <a:rect l="0" t="0" r="r" b="b"/>
            <a:pathLst>
              <a:path w="635" h="87">
                <a:moveTo>
                  <a:pt x="634" y="65"/>
                </a:moveTo>
                <a:lnTo>
                  <a:pt x="618" y="18"/>
                </a:lnTo>
                <a:cubicBezTo>
                  <a:pt x="613" y="8"/>
                  <a:pt x="604" y="0"/>
                  <a:pt x="592" y="0"/>
                </a:cubicBezTo>
                <a:lnTo>
                  <a:pt x="42" y="0"/>
                </a:lnTo>
                <a:cubicBezTo>
                  <a:pt x="30" y="0"/>
                  <a:pt x="22" y="9"/>
                  <a:pt x="17" y="22"/>
                </a:cubicBezTo>
                <a:lnTo>
                  <a:pt x="1" y="65"/>
                </a:lnTo>
                <a:cubicBezTo>
                  <a:pt x="-3" y="77"/>
                  <a:pt x="12" y="87"/>
                  <a:pt x="24" y="87"/>
                </a:cubicBezTo>
                <a:lnTo>
                  <a:pt x="185" y="87"/>
                </a:lnTo>
                <a:cubicBezTo>
                  <a:pt x="185" y="87"/>
                  <a:pt x="205" y="86"/>
                  <a:pt x="209" y="73"/>
                </a:cubicBezTo>
                <a:cubicBezTo>
                  <a:pt x="213" y="59"/>
                  <a:pt x="217" y="38"/>
                  <a:pt x="218" y="35"/>
                </a:cubicBezTo>
                <a:cubicBezTo>
                  <a:pt x="220" y="29"/>
                  <a:pt x="227" y="23"/>
                  <a:pt x="237" y="23"/>
                </a:cubicBezTo>
                <a:lnTo>
                  <a:pt x="420" y="23"/>
                </a:lnTo>
                <a:cubicBezTo>
                  <a:pt x="430" y="23"/>
                  <a:pt x="435" y="29"/>
                  <a:pt x="437" y="36"/>
                </a:cubicBezTo>
                <a:cubicBezTo>
                  <a:pt x="438" y="40"/>
                  <a:pt x="443" y="60"/>
                  <a:pt x="446" y="73"/>
                </a:cubicBezTo>
                <a:cubicBezTo>
                  <a:pt x="449" y="87"/>
                  <a:pt x="472" y="87"/>
                  <a:pt x="472" y="87"/>
                </a:cubicBezTo>
                <a:lnTo>
                  <a:pt x="613" y="87"/>
                </a:lnTo>
                <a:cubicBezTo>
                  <a:pt x="624" y="87"/>
                  <a:pt x="640" y="76"/>
                  <a:pt x="634" y="65"/>
                </a:cubicBezTo>
                <a:close/>
              </a:path>
            </a:pathLst>
          </a:custGeom>
          <a:solidFill>
            <a:srgbClr val="aebb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879480" y="2297520"/>
            <a:ext cx="68040" cy="23760"/>
          </a:xfrm>
          <a:custGeom>
            <a:avLst/>
            <a:gdLst/>
            <a:ahLst/>
            <a:rect l="0" t="0" r="r" b="b"/>
            <a:pathLst>
              <a:path w="189" h="66">
                <a:moveTo>
                  <a:pt x="178" y="66"/>
                </a:moveTo>
                <a:lnTo>
                  <a:pt x="11" y="66"/>
                </a:lnTo>
                <a:cubicBezTo>
                  <a:pt x="3" y="66"/>
                  <a:pt x="-1" y="58"/>
                  <a:pt x="0" y="51"/>
                </a:cubicBezTo>
                <a:cubicBezTo>
                  <a:pt x="2" y="43"/>
                  <a:pt x="8" y="12"/>
                  <a:pt x="9" y="8"/>
                </a:cubicBezTo>
                <a:cubicBezTo>
                  <a:pt x="9" y="5"/>
                  <a:pt x="14" y="0"/>
                  <a:pt x="20" y="0"/>
                </a:cubicBezTo>
                <a:lnTo>
                  <a:pt x="170" y="0"/>
                </a:lnTo>
                <a:cubicBezTo>
                  <a:pt x="177" y="0"/>
                  <a:pt x="181" y="4"/>
                  <a:pt x="182" y="11"/>
                </a:cubicBezTo>
                <a:cubicBezTo>
                  <a:pt x="183" y="18"/>
                  <a:pt x="188" y="46"/>
                  <a:pt x="189" y="53"/>
                </a:cubicBezTo>
                <a:cubicBezTo>
                  <a:pt x="189" y="60"/>
                  <a:pt x="185" y="66"/>
                  <a:pt x="178" y="66"/>
                </a:cubicBezTo>
                <a:close/>
              </a:path>
            </a:pathLst>
          </a:custGeom>
          <a:solidFill>
            <a:srgbClr val="9aaab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747720" y="1502640"/>
            <a:ext cx="17928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The hardware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786600" y="2485800"/>
            <a:ext cx="245880" cy="276480"/>
          </a:xfrm>
          <a:custGeom>
            <a:avLst/>
            <a:gdLst/>
            <a:ahLst/>
            <a:rect l="0" t="0" r="r" b="b"/>
            <a:pathLst>
              <a:path w="683" h="768">
                <a:moveTo>
                  <a:pt x="638" y="511"/>
                </a:moveTo>
                <a:cubicBezTo>
                  <a:pt x="626" y="369"/>
                  <a:pt x="555" y="299"/>
                  <a:pt x="555" y="299"/>
                </a:cubicBezTo>
                <a:lnTo>
                  <a:pt x="428" y="128"/>
                </a:lnTo>
                <a:lnTo>
                  <a:pt x="257" y="128"/>
                </a:lnTo>
                <a:lnTo>
                  <a:pt x="128" y="299"/>
                </a:lnTo>
                <a:cubicBezTo>
                  <a:pt x="128" y="299"/>
                  <a:pt x="98" y="329"/>
                  <a:pt x="73" y="391"/>
                </a:cubicBezTo>
                <a:cubicBezTo>
                  <a:pt x="31" y="405"/>
                  <a:pt x="0" y="444"/>
                  <a:pt x="0" y="491"/>
                </a:cubicBezTo>
                <a:cubicBezTo>
                  <a:pt x="0" y="522"/>
                  <a:pt x="14" y="550"/>
                  <a:pt x="35" y="569"/>
                </a:cubicBezTo>
                <a:cubicBezTo>
                  <a:pt x="27" y="584"/>
                  <a:pt x="22" y="601"/>
                  <a:pt x="22" y="619"/>
                </a:cubicBezTo>
                <a:cubicBezTo>
                  <a:pt x="22" y="661"/>
                  <a:pt x="46" y="697"/>
                  <a:pt x="81" y="714"/>
                </a:cubicBezTo>
                <a:cubicBezTo>
                  <a:pt x="108" y="755"/>
                  <a:pt x="145" y="768"/>
                  <a:pt x="171" y="768"/>
                </a:cubicBezTo>
                <a:lnTo>
                  <a:pt x="513" y="768"/>
                </a:lnTo>
                <a:cubicBezTo>
                  <a:pt x="542" y="768"/>
                  <a:pt x="585" y="752"/>
                  <a:pt x="612" y="698"/>
                </a:cubicBezTo>
                <a:cubicBezTo>
                  <a:pt x="654" y="683"/>
                  <a:pt x="683" y="644"/>
                  <a:pt x="683" y="598"/>
                </a:cubicBezTo>
                <a:cubicBezTo>
                  <a:pt x="683" y="562"/>
                  <a:pt x="666" y="531"/>
                  <a:pt x="638" y="511"/>
                </a:cubicBezTo>
                <a:moveTo>
                  <a:pt x="342" y="128"/>
                </a:moveTo>
                <a:cubicBezTo>
                  <a:pt x="354" y="128"/>
                  <a:pt x="365" y="125"/>
                  <a:pt x="374" y="119"/>
                </a:cubicBezTo>
                <a:cubicBezTo>
                  <a:pt x="384" y="125"/>
                  <a:pt x="395" y="128"/>
                  <a:pt x="406" y="128"/>
                </a:cubicBezTo>
                <a:cubicBezTo>
                  <a:pt x="442" y="128"/>
                  <a:pt x="491" y="78"/>
                  <a:pt x="491" y="43"/>
                </a:cubicBezTo>
                <a:cubicBezTo>
                  <a:pt x="491" y="43"/>
                  <a:pt x="491" y="0"/>
                  <a:pt x="449" y="0"/>
                </a:cubicBezTo>
                <a:cubicBezTo>
                  <a:pt x="432" y="0"/>
                  <a:pt x="428" y="21"/>
                  <a:pt x="406" y="21"/>
                </a:cubicBezTo>
                <a:cubicBezTo>
                  <a:pt x="385" y="21"/>
                  <a:pt x="385" y="0"/>
                  <a:pt x="342" y="0"/>
                </a:cubicBezTo>
                <a:cubicBezTo>
                  <a:pt x="300" y="0"/>
                  <a:pt x="300" y="21"/>
                  <a:pt x="278" y="21"/>
                </a:cubicBezTo>
                <a:cubicBezTo>
                  <a:pt x="257" y="21"/>
                  <a:pt x="253" y="0"/>
                  <a:pt x="236" y="0"/>
                </a:cubicBezTo>
                <a:cubicBezTo>
                  <a:pt x="192" y="0"/>
                  <a:pt x="192" y="43"/>
                  <a:pt x="192" y="43"/>
                </a:cubicBezTo>
                <a:cubicBezTo>
                  <a:pt x="192" y="78"/>
                  <a:pt x="243" y="128"/>
                  <a:pt x="278" y="128"/>
                </a:cubicBezTo>
                <a:cubicBezTo>
                  <a:pt x="290" y="128"/>
                  <a:pt x="301" y="125"/>
                  <a:pt x="310" y="119"/>
                </a:cubicBezTo>
                <a:cubicBezTo>
                  <a:pt x="320" y="125"/>
                  <a:pt x="331" y="128"/>
                  <a:pt x="342" y="128"/>
                </a:cubicBezTo>
                <a:close/>
              </a:path>
            </a:pathLst>
          </a:custGeom>
          <a:solidFill>
            <a:srgbClr val="fdd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863280" y="2524320"/>
            <a:ext cx="92520" cy="15480"/>
          </a:xfrm>
          <a:custGeom>
            <a:avLst/>
            <a:gdLst/>
            <a:ahLst/>
            <a:rect l="0" t="0" r="r" b="b"/>
            <a:pathLst>
              <a:path w="257" h="43">
                <a:moveTo>
                  <a:pt x="257" y="21"/>
                </a:moveTo>
                <a:cubicBezTo>
                  <a:pt x="257" y="34"/>
                  <a:pt x="248" y="43"/>
                  <a:pt x="236" y="43"/>
                </a:cubicBezTo>
                <a:lnTo>
                  <a:pt x="22" y="43"/>
                </a:lnTo>
                <a:cubicBezTo>
                  <a:pt x="10" y="43"/>
                  <a:pt x="0" y="34"/>
                  <a:pt x="0" y="21"/>
                </a:cubicBezTo>
                <a:cubicBezTo>
                  <a:pt x="0" y="9"/>
                  <a:pt x="10" y="0"/>
                  <a:pt x="22" y="0"/>
                </a:cubicBezTo>
                <a:lnTo>
                  <a:pt x="236" y="0"/>
                </a:lnTo>
                <a:cubicBezTo>
                  <a:pt x="248" y="0"/>
                  <a:pt x="257" y="9"/>
                  <a:pt x="257" y="21"/>
                </a:cubicBezTo>
                <a:close/>
              </a:path>
            </a:pathLst>
          </a:custGeom>
          <a:solidFill>
            <a:srgbClr val="bf695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863280" y="2570400"/>
            <a:ext cx="91800" cy="161280"/>
          </a:xfrm>
          <a:custGeom>
            <a:avLst/>
            <a:gdLst/>
            <a:ahLst/>
            <a:rect l="0" t="0" r="r" b="b"/>
            <a:pathLst>
              <a:path w="255" h="448">
                <a:moveTo>
                  <a:pt x="255" y="289"/>
                </a:moveTo>
                <a:cubicBezTo>
                  <a:pt x="255" y="193"/>
                  <a:pt x="72" y="199"/>
                  <a:pt x="72" y="141"/>
                </a:cubicBezTo>
                <a:cubicBezTo>
                  <a:pt x="72" y="114"/>
                  <a:pt x="100" y="100"/>
                  <a:pt x="132" y="100"/>
                </a:cubicBezTo>
                <a:cubicBezTo>
                  <a:pt x="186" y="100"/>
                  <a:pt x="196" y="133"/>
                  <a:pt x="220" y="133"/>
                </a:cubicBezTo>
                <a:cubicBezTo>
                  <a:pt x="238" y="133"/>
                  <a:pt x="246" y="123"/>
                  <a:pt x="246" y="111"/>
                </a:cubicBezTo>
                <a:cubicBezTo>
                  <a:pt x="246" y="84"/>
                  <a:pt x="203" y="63"/>
                  <a:pt x="161" y="56"/>
                </a:cubicBezTo>
                <a:lnTo>
                  <a:pt x="161" y="29"/>
                </a:lnTo>
                <a:cubicBezTo>
                  <a:pt x="161" y="13"/>
                  <a:pt x="148" y="0"/>
                  <a:pt x="130" y="0"/>
                </a:cubicBezTo>
                <a:cubicBezTo>
                  <a:pt x="113" y="0"/>
                  <a:pt x="99" y="13"/>
                  <a:pt x="99" y="29"/>
                </a:cubicBezTo>
                <a:lnTo>
                  <a:pt x="99" y="57"/>
                </a:lnTo>
                <a:cubicBezTo>
                  <a:pt x="54" y="67"/>
                  <a:pt x="16" y="97"/>
                  <a:pt x="16" y="146"/>
                </a:cubicBezTo>
                <a:cubicBezTo>
                  <a:pt x="16" y="238"/>
                  <a:pt x="198" y="234"/>
                  <a:pt x="198" y="299"/>
                </a:cubicBezTo>
                <a:cubicBezTo>
                  <a:pt x="198" y="321"/>
                  <a:pt x="173" y="344"/>
                  <a:pt x="132" y="344"/>
                </a:cubicBezTo>
                <a:cubicBezTo>
                  <a:pt x="70" y="344"/>
                  <a:pt x="50" y="303"/>
                  <a:pt x="25" y="303"/>
                </a:cubicBezTo>
                <a:cubicBezTo>
                  <a:pt x="12" y="303"/>
                  <a:pt x="0" y="313"/>
                  <a:pt x="0" y="328"/>
                </a:cubicBezTo>
                <a:cubicBezTo>
                  <a:pt x="0" y="352"/>
                  <a:pt x="43" y="380"/>
                  <a:pt x="99" y="388"/>
                </a:cubicBezTo>
                <a:lnTo>
                  <a:pt x="99" y="389"/>
                </a:lnTo>
                <a:lnTo>
                  <a:pt x="99" y="418"/>
                </a:lnTo>
                <a:cubicBezTo>
                  <a:pt x="99" y="435"/>
                  <a:pt x="113" y="448"/>
                  <a:pt x="130" y="448"/>
                </a:cubicBezTo>
                <a:cubicBezTo>
                  <a:pt x="148" y="448"/>
                  <a:pt x="161" y="435"/>
                  <a:pt x="161" y="418"/>
                </a:cubicBezTo>
                <a:lnTo>
                  <a:pt x="161" y="389"/>
                </a:lnTo>
                <a:cubicBezTo>
                  <a:pt x="161" y="388"/>
                  <a:pt x="161" y="388"/>
                  <a:pt x="161" y="388"/>
                </a:cubicBezTo>
                <a:cubicBezTo>
                  <a:pt x="212" y="378"/>
                  <a:pt x="255" y="346"/>
                  <a:pt x="255" y="289"/>
                </a:cubicBezTo>
                <a:close/>
              </a:path>
            </a:pathLst>
          </a:custGeom>
          <a:solidFill>
            <a:srgbClr val="6775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1065240" y="2064600"/>
            <a:ext cx="42606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2 vCPU · 2 GB RAM · 20 GB SSD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771480" y="2986200"/>
            <a:ext cx="263520" cy="185760"/>
          </a:xfrm>
          <a:custGeom>
            <a:avLst/>
            <a:gdLst/>
            <a:ahLst/>
            <a:rect l="0" t="0" r="r" b="b"/>
            <a:pathLst>
              <a:path w="732" h="516">
                <a:moveTo>
                  <a:pt x="683" y="4"/>
                </a:moveTo>
                <a:cubicBezTo>
                  <a:pt x="728" y="-42"/>
                  <a:pt x="789" y="310"/>
                  <a:pt x="619" y="452"/>
                </a:cubicBezTo>
                <a:cubicBezTo>
                  <a:pt x="560" y="501"/>
                  <a:pt x="491" y="515"/>
                  <a:pt x="448" y="515"/>
                </a:cubicBezTo>
                <a:cubicBezTo>
                  <a:pt x="397" y="515"/>
                  <a:pt x="233" y="516"/>
                  <a:pt x="170" y="516"/>
                </a:cubicBezTo>
                <a:cubicBezTo>
                  <a:pt x="17" y="516"/>
                  <a:pt x="0" y="411"/>
                  <a:pt x="0" y="282"/>
                </a:cubicBezTo>
                <a:cubicBezTo>
                  <a:pt x="0" y="151"/>
                  <a:pt x="17" y="46"/>
                  <a:pt x="170" y="46"/>
                </a:cubicBezTo>
                <a:cubicBezTo>
                  <a:pt x="298" y="46"/>
                  <a:pt x="383" y="89"/>
                  <a:pt x="448" y="131"/>
                </a:cubicBezTo>
                <a:cubicBezTo>
                  <a:pt x="554" y="202"/>
                  <a:pt x="576" y="215"/>
                  <a:pt x="619" y="174"/>
                </a:cubicBezTo>
                <a:cubicBezTo>
                  <a:pt x="687" y="111"/>
                  <a:pt x="640" y="46"/>
                  <a:pt x="683" y="4"/>
                </a:cubicBezTo>
                <a:close/>
              </a:path>
            </a:pathLst>
          </a:custGeom>
          <a:solidFill>
            <a:srgbClr val="3b88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777960" y="3071880"/>
            <a:ext cx="254520" cy="100080"/>
          </a:xfrm>
          <a:custGeom>
            <a:avLst/>
            <a:gdLst/>
            <a:ahLst/>
            <a:rect l="0" t="0" r="r" b="b"/>
            <a:pathLst>
              <a:path w="707" h="278">
                <a:moveTo>
                  <a:pt x="707" y="0"/>
                </a:moveTo>
                <a:cubicBezTo>
                  <a:pt x="697" y="79"/>
                  <a:pt x="664" y="160"/>
                  <a:pt x="601" y="214"/>
                </a:cubicBezTo>
                <a:cubicBezTo>
                  <a:pt x="542" y="263"/>
                  <a:pt x="473" y="277"/>
                  <a:pt x="430" y="277"/>
                </a:cubicBezTo>
                <a:cubicBezTo>
                  <a:pt x="380" y="277"/>
                  <a:pt x="215" y="278"/>
                  <a:pt x="152" y="278"/>
                </a:cubicBezTo>
                <a:cubicBezTo>
                  <a:pt x="66" y="278"/>
                  <a:pt x="23" y="245"/>
                  <a:pt x="2" y="192"/>
                </a:cubicBezTo>
                <a:cubicBezTo>
                  <a:pt x="-15" y="151"/>
                  <a:pt x="67" y="214"/>
                  <a:pt x="301" y="214"/>
                </a:cubicBezTo>
                <a:cubicBezTo>
                  <a:pt x="601" y="214"/>
                  <a:pt x="665" y="107"/>
                  <a:pt x="707" y="0"/>
                </a:cubicBezTo>
                <a:close/>
              </a:path>
            </a:pathLst>
          </a:custGeom>
          <a:solidFill>
            <a:srgbClr val="55ac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961920" y="2944080"/>
            <a:ext cx="86040" cy="59400"/>
          </a:xfrm>
          <a:custGeom>
            <a:avLst/>
            <a:gdLst/>
            <a:ahLst/>
            <a:rect l="0" t="0" r="r" b="b"/>
            <a:pathLst>
              <a:path w="239" h="165">
                <a:moveTo>
                  <a:pt x="154" y="165"/>
                </a:moveTo>
                <a:cubicBezTo>
                  <a:pt x="242" y="165"/>
                  <a:pt x="239" y="59"/>
                  <a:pt x="239" y="15"/>
                </a:cubicBezTo>
                <a:cubicBezTo>
                  <a:pt x="239" y="-28"/>
                  <a:pt x="196" y="36"/>
                  <a:pt x="132" y="59"/>
                </a:cubicBezTo>
                <a:cubicBezTo>
                  <a:pt x="68" y="80"/>
                  <a:pt x="-18" y="15"/>
                  <a:pt x="3" y="59"/>
                </a:cubicBezTo>
                <a:cubicBezTo>
                  <a:pt x="25" y="101"/>
                  <a:pt x="68" y="165"/>
                  <a:pt x="154" y="165"/>
                </a:cubicBezTo>
                <a:close/>
              </a:path>
            </a:pathLst>
          </a:custGeom>
          <a:solidFill>
            <a:srgbClr val="3b88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817560" y="2933640"/>
            <a:ext cx="30960" cy="61920"/>
          </a:xfrm>
          <a:custGeom>
            <a:avLst/>
            <a:gdLst/>
            <a:ahLst/>
            <a:rect l="0" t="0" r="r" b="b"/>
            <a:pathLst>
              <a:path w="86" h="172">
                <a:moveTo>
                  <a:pt x="86" y="43"/>
                </a:moveTo>
                <a:cubicBezTo>
                  <a:pt x="86" y="90"/>
                  <a:pt x="66" y="172"/>
                  <a:pt x="42" y="172"/>
                </a:cubicBezTo>
                <a:cubicBezTo>
                  <a:pt x="19" y="172"/>
                  <a:pt x="0" y="90"/>
                  <a:pt x="0" y="43"/>
                </a:cubicBezTo>
                <a:cubicBezTo>
                  <a:pt x="0" y="-4"/>
                  <a:pt x="19" y="0"/>
                  <a:pt x="42" y="0"/>
                </a:cubicBezTo>
                <a:cubicBezTo>
                  <a:pt x="66" y="0"/>
                  <a:pt x="86" y="-4"/>
                  <a:pt x="86" y="43"/>
                </a:cubicBezTo>
                <a:close/>
              </a:path>
            </a:pathLst>
          </a:custGeom>
          <a:solidFill>
            <a:srgbClr val="55ac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786600" y="2919240"/>
            <a:ext cx="92520" cy="41400"/>
          </a:xfrm>
          <a:custGeom>
            <a:avLst/>
            <a:gdLst/>
            <a:ahLst/>
            <a:rect l="0" t="0" r="r" b="b"/>
            <a:pathLst>
              <a:path w="257" h="115">
                <a:moveTo>
                  <a:pt x="128" y="40"/>
                </a:moveTo>
                <a:cubicBezTo>
                  <a:pt x="128" y="-24"/>
                  <a:pt x="0" y="-2"/>
                  <a:pt x="0" y="40"/>
                </a:cubicBezTo>
                <a:cubicBezTo>
                  <a:pt x="0" y="84"/>
                  <a:pt x="64" y="63"/>
                  <a:pt x="86" y="105"/>
                </a:cubicBezTo>
                <a:cubicBezTo>
                  <a:pt x="107" y="148"/>
                  <a:pt x="128" y="40"/>
                  <a:pt x="128" y="40"/>
                </a:cubicBezTo>
                <a:moveTo>
                  <a:pt x="128" y="40"/>
                </a:moveTo>
                <a:cubicBezTo>
                  <a:pt x="128" y="-24"/>
                  <a:pt x="257" y="-2"/>
                  <a:pt x="257" y="40"/>
                </a:cubicBezTo>
                <a:cubicBezTo>
                  <a:pt x="257" y="84"/>
                  <a:pt x="192" y="63"/>
                  <a:pt x="171" y="105"/>
                </a:cubicBezTo>
                <a:cubicBezTo>
                  <a:pt x="149" y="148"/>
                  <a:pt x="128" y="40"/>
                  <a:pt x="128" y="40"/>
                </a:cubicBezTo>
                <a:close/>
              </a:path>
            </a:pathLst>
          </a:custGeom>
          <a:solidFill>
            <a:srgbClr val="55ac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809640" y="3079440"/>
            <a:ext cx="23400" cy="23400"/>
          </a:xfrm>
          <a:custGeom>
            <a:avLst/>
            <a:gdLst/>
            <a:ahLst/>
            <a:rect l="0" t="0" r="r" b="b"/>
            <a:pathLst>
              <a:path w="65" h="65">
                <a:moveTo>
                  <a:pt x="65" y="32"/>
                </a:moveTo>
                <a:cubicBezTo>
                  <a:pt x="65" y="41"/>
                  <a:pt x="62" y="50"/>
                  <a:pt x="56" y="56"/>
                </a:cubicBezTo>
                <a:cubicBezTo>
                  <a:pt x="49" y="62"/>
                  <a:pt x="41" y="65"/>
                  <a:pt x="32" y="65"/>
                </a:cubicBezTo>
                <a:cubicBezTo>
                  <a:pt x="23" y="65"/>
                  <a:pt x="16" y="62"/>
                  <a:pt x="10" y="56"/>
                </a:cubicBezTo>
                <a:cubicBezTo>
                  <a:pt x="3" y="50"/>
                  <a:pt x="0" y="41"/>
                  <a:pt x="0" y="32"/>
                </a:cubicBezTo>
                <a:cubicBezTo>
                  <a:pt x="0" y="24"/>
                  <a:pt x="3" y="16"/>
                  <a:pt x="10" y="10"/>
                </a:cubicBezTo>
                <a:cubicBezTo>
                  <a:pt x="16" y="3"/>
                  <a:pt x="23" y="0"/>
                  <a:pt x="32" y="0"/>
                </a:cubicBezTo>
                <a:cubicBezTo>
                  <a:pt x="41" y="0"/>
                  <a:pt x="49" y="3"/>
                  <a:pt x="56" y="10"/>
                </a:cubicBezTo>
                <a:cubicBezTo>
                  <a:pt x="62" y="16"/>
                  <a:pt x="65" y="24"/>
                  <a:pt x="65" y="32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1065240" y="2483640"/>
            <a:ext cx="35334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~$12/month (Hetzner CX22)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1065240" y="2893320"/>
            <a:ext cx="61470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Docker Compose (same constraints, same demo)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779040" y="4448160"/>
            <a:ext cx="230400" cy="276480"/>
          </a:xfrm>
          <a:custGeom>
            <a:avLst/>
            <a:gdLst/>
            <a:ahLst/>
            <a:rect l="0" t="0" r="r" b="b"/>
            <a:pathLst>
              <a:path w="640" h="768">
                <a:moveTo>
                  <a:pt x="640" y="683"/>
                </a:moveTo>
                <a:cubicBezTo>
                  <a:pt x="640" y="730"/>
                  <a:pt x="602" y="768"/>
                  <a:pt x="555" y="768"/>
                </a:cubicBezTo>
                <a:lnTo>
                  <a:pt x="86" y="768"/>
                </a:lnTo>
                <a:cubicBezTo>
                  <a:pt x="38" y="768"/>
                  <a:pt x="0" y="730"/>
                  <a:pt x="0" y="683"/>
                </a:cubicBezTo>
                <a:lnTo>
                  <a:pt x="0" y="85"/>
                </a:lnTo>
                <a:cubicBezTo>
                  <a:pt x="0" y="38"/>
                  <a:pt x="38" y="0"/>
                  <a:pt x="86" y="0"/>
                </a:cubicBezTo>
                <a:lnTo>
                  <a:pt x="555" y="0"/>
                </a:lnTo>
                <a:cubicBezTo>
                  <a:pt x="602" y="0"/>
                  <a:pt x="640" y="38"/>
                  <a:pt x="640" y="85"/>
                </a:cubicBezTo>
                <a:lnTo>
                  <a:pt x="640" y="683"/>
                </a:ln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809640" y="4501800"/>
            <a:ext cx="169200" cy="169200"/>
          </a:xfrm>
          <a:custGeom>
            <a:avLst/>
            <a:gdLst/>
            <a:ahLst/>
            <a:rect l="0" t="0" r="r" b="b"/>
            <a:pathLst>
              <a:path w="470" h="470">
                <a:moveTo>
                  <a:pt x="470" y="362"/>
                </a:moveTo>
                <a:cubicBezTo>
                  <a:pt x="470" y="375"/>
                  <a:pt x="461" y="384"/>
                  <a:pt x="449" y="384"/>
                </a:cubicBezTo>
                <a:lnTo>
                  <a:pt x="22" y="384"/>
                </a:lnTo>
                <a:cubicBezTo>
                  <a:pt x="10" y="384"/>
                  <a:pt x="0" y="375"/>
                  <a:pt x="0" y="362"/>
                </a:cubicBezTo>
                <a:cubicBezTo>
                  <a:pt x="0" y="350"/>
                  <a:pt x="10" y="341"/>
                  <a:pt x="22" y="341"/>
                </a:cubicBezTo>
                <a:lnTo>
                  <a:pt x="449" y="341"/>
                </a:lnTo>
                <a:cubicBezTo>
                  <a:pt x="461" y="341"/>
                  <a:pt x="470" y="350"/>
                  <a:pt x="470" y="362"/>
                </a:cubicBezTo>
                <a:moveTo>
                  <a:pt x="128" y="448"/>
                </a:moveTo>
                <a:cubicBezTo>
                  <a:pt x="128" y="460"/>
                  <a:pt x="119" y="470"/>
                  <a:pt x="107" y="470"/>
                </a:cubicBezTo>
                <a:lnTo>
                  <a:pt x="22" y="470"/>
                </a:lnTo>
                <a:cubicBezTo>
                  <a:pt x="10" y="470"/>
                  <a:pt x="0" y="460"/>
                  <a:pt x="0" y="448"/>
                </a:cubicBezTo>
                <a:cubicBezTo>
                  <a:pt x="0" y="437"/>
                  <a:pt x="10" y="427"/>
                  <a:pt x="22" y="427"/>
                </a:cubicBezTo>
                <a:lnTo>
                  <a:pt x="107" y="427"/>
                </a:lnTo>
                <a:cubicBezTo>
                  <a:pt x="119" y="427"/>
                  <a:pt x="128" y="437"/>
                  <a:pt x="128" y="448"/>
                </a:cubicBezTo>
                <a:moveTo>
                  <a:pt x="470" y="21"/>
                </a:moveTo>
                <a:cubicBezTo>
                  <a:pt x="470" y="33"/>
                  <a:pt x="461" y="42"/>
                  <a:pt x="449" y="42"/>
                </a:cubicBezTo>
                <a:lnTo>
                  <a:pt x="22" y="42"/>
                </a:lnTo>
                <a:cubicBezTo>
                  <a:pt x="10" y="42"/>
                  <a:pt x="0" y="33"/>
                  <a:pt x="0" y="21"/>
                </a:cubicBezTo>
                <a:cubicBezTo>
                  <a:pt x="0" y="9"/>
                  <a:pt x="10" y="0"/>
                  <a:pt x="22" y="0"/>
                </a:cubicBezTo>
                <a:lnTo>
                  <a:pt x="449" y="0"/>
                </a:lnTo>
                <a:cubicBezTo>
                  <a:pt x="461" y="0"/>
                  <a:pt x="470" y="9"/>
                  <a:pt x="470" y="21"/>
                </a:cubicBezTo>
                <a:moveTo>
                  <a:pt x="470" y="106"/>
                </a:moveTo>
                <a:cubicBezTo>
                  <a:pt x="470" y="118"/>
                  <a:pt x="461" y="128"/>
                  <a:pt x="449" y="128"/>
                </a:cubicBezTo>
                <a:lnTo>
                  <a:pt x="22" y="128"/>
                </a:lnTo>
                <a:cubicBezTo>
                  <a:pt x="10" y="128"/>
                  <a:pt x="0" y="118"/>
                  <a:pt x="0" y="106"/>
                </a:cubicBezTo>
                <a:cubicBezTo>
                  <a:pt x="0" y="95"/>
                  <a:pt x="10" y="85"/>
                  <a:pt x="22" y="85"/>
                </a:cubicBezTo>
                <a:lnTo>
                  <a:pt x="449" y="85"/>
                </a:lnTo>
                <a:cubicBezTo>
                  <a:pt x="461" y="85"/>
                  <a:pt x="470" y="95"/>
                  <a:pt x="470" y="106"/>
                </a:cubicBezTo>
                <a:moveTo>
                  <a:pt x="470" y="192"/>
                </a:moveTo>
                <a:cubicBezTo>
                  <a:pt x="470" y="203"/>
                  <a:pt x="461" y="213"/>
                  <a:pt x="449" y="213"/>
                </a:cubicBezTo>
                <a:lnTo>
                  <a:pt x="22" y="213"/>
                </a:lnTo>
                <a:cubicBezTo>
                  <a:pt x="10" y="213"/>
                  <a:pt x="0" y="203"/>
                  <a:pt x="0" y="192"/>
                </a:cubicBezTo>
                <a:cubicBezTo>
                  <a:pt x="0" y="180"/>
                  <a:pt x="10" y="170"/>
                  <a:pt x="22" y="170"/>
                </a:cubicBezTo>
                <a:lnTo>
                  <a:pt x="449" y="170"/>
                </a:lnTo>
                <a:cubicBezTo>
                  <a:pt x="461" y="170"/>
                  <a:pt x="470" y="180"/>
                  <a:pt x="470" y="192"/>
                </a:cubicBezTo>
                <a:moveTo>
                  <a:pt x="470" y="277"/>
                </a:moveTo>
                <a:cubicBezTo>
                  <a:pt x="470" y="289"/>
                  <a:pt x="461" y="298"/>
                  <a:pt x="449" y="298"/>
                </a:cubicBezTo>
                <a:lnTo>
                  <a:pt x="22" y="298"/>
                </a:lnTo>
                <a:cubicBezTo>
                  <a:pt x="10" y="298"/>
                  <a:pt x="0" y="289"/>
                  <a:pt x="0" y="277"/>
                </a:cubicBezTo>
                <a:cubicBezTo>
                  <a:pt x="0" y="265"/>
                  <a:pt x="10" y="256"/>
                  <a:pt x="22" y="256"/>
                </a:cubicBezTo>
                <a:lnTo>
                  <a:pt x="449" y="256"/>
                </a:lnTo>
                <a:cubicBezTo>
                  <a:pt x="461" y="256"/>
                  <a:pt x="470" y="265"/>
                  <a:pt x="470" y="277"/>
                </a:cubicBezTo>
                <a:close/>
              </a:path>
            </a:pathLst>
          </a:custGeom>
          <a:solidFill>
            <a:srgbClr val="99aa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836640" y="4492800"/>
            <a:ext cx="172440" cy="177840"/>
          </a:xfrm>
          <a:custGeom>
            <a:avLst/>
            <a:gdLst/>
            <a:ahLst/>
            <a:rect l="0" t="0" r="r" b="b"/>
            <a:pathLst>
              <a:path w="479" h="494">
                <a:moveTo>
                  <a:pt x="479" y="9"/>
                </a:moveTo>
                <a:cubicBezTo>
                  <a:pt x="462" y="-2"/>
                  <a:pt x="440" y="-3"/>
                  <a:pt x="426" y="9"/>
                </a:cubicBezTo>
                <a:lnTo>
                  <a:pt x="409" y="22"/>
                </a:lnTo>
                <a:lnTo>
                  <a:pt x="377" y="48"/>
                </a:lnTo>
                <a:lnTo>
                  <a:pt x="375" y="50"/>
                </a:lnTo>
                <a:lnTo>
                  <a:pt x="324" y="91"/>
                </a:lnTo>
                <a:lnTo>
                  <a:pt x="70" y="299"/>
                </a:lnTo>
                <a:cubicBezTo>
                  <a:pt x="61" y="306"/>
                  <a:pt x="53" y="325"/>
                  <a:pt x="45" y="343"/>
                </a:cubicBezTo>
                <a:cubicBezTo>
                  <a:pt x="37" y="361"/>
                  <a:pt x="25" y="404"/>
                  <a:pt x="14" y="437"/>
                </a:cubicBezTo>
                <a:cubicBezTo>
                  <a:pt x="11" y="442"/>
                  <a:pt x="-8" y="476"/>
                  <a:pt x="3" y="489"/>
                </a:cubicBezTo>
                <a:cubicBezTo>
                  <a:pt x="14" y="502"/>
                  <a:pt x="52" y="489"/>
                  <a:pt x="57" y="487"/>
                </a:cubicBezTo>
                <a:cubicBezTo>
                  <a:pt x="92" y="484"/>
                  <a:pt x="137" y="479"/>
                  <a:pt x="156" y="475"/>
                </a:cubicBezTo>
                <a:cubicBezTo>
                  <a:pt x="176" y="470"/>
                  <a:pt x="196" y="466"/>
                  <a:pt x="205" y="459"/>
                </a:cubicBezTo>
                <a:lnTo>
                  <a:pt x="206" y="458"/>
                </a:lnTo>
                <a:lnTo>
                  <a:pt x="459" y="252"/>
                </a:lnTo>
                <a:lnTo>
                  <a:pt x="476" y="239"/>
                </a:lnTo>
                <a:lnTo>
                  <a:pt x="479" y="236"/>
                </a:lnTo>
                <a:lnTo>
                  <a:pt x="479" y="9"/>
                </a:ln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839520" y="4582440"/>
            <a:ext cx="73800" cy="73800"/>
          </a:xfrm>
          <a:custGeom>
            <a:avLst/>
            <a:gdLst/>
            <a:ahLst/>
            <a:rect l="0" t="0" r="r" b="b"/>
            <a:pathLst>
              <a:path w="205" h="205">
                <a:moveTo>
                  <a:pt x="197" y="108"/>
                </a:moveTo>
                <a:cubicBezTo>
                  <a:pt x="197" y="108"/>
                  <a:pt x="170" y="68"/>
                  <a:pt x="152" y="53"/>
                </a:cubicBezTo>
                <a:cubicBezTo>
                  <a:pt x="138" y="35"/>
                  <a:pt x="98" y="7"/>
                  <a:pt x="98" y="7"/>
                </a:cubicBezTo>
                <a:cubicBezTo>
                  <a:pt x="88" y="-2"/>
                  <a:pt x="73" y="-3"/>
                  <a:pt x="63" y="6"/>
                </a:cubicBezTo>
                <a:cubicBezTo>
                  <a:pt x="54" y="16"/>
                  <a:pt x="46" y="36"/>
                  <a:pt x="38" y="56"/>
                </a:cubicBezTo>
                <a:cubicBezTo>
                  <a:pt x="28" y="80"/>
                  <a:pt x="10" y="145"/>
                  <a:pt x="0" y="179"/>
                </a:cubicBezTo>
                <a:cubicBezTo>
                  <a:pt x="-2" y="184"/>
                  <a:pt x="11" y="169"/>
                  <a:pt x="10" y="174"/>
                </a:cubicBezTo>
                <a:cubicBezTo>
                  <a:pt x="10" y="178"/>
                  <a:pt x="11" y="183"/>
                  <a:pt x="12" y="187"/>
                </a:cubicBezTo>
                <a:lnTo>
                  <a:pt x="9" y="190"/>
                </a:lnTo>
                <a:lnTo>
                  <a:pt x="14" y="191"/>
                </a:lnTo>
                <a:cubicBezTo>
                  <a:pt x="15" y="193"/>
                  <a:pt x="15" y="195"/>
                  <a:pt x="16" y="196"/>
                </a:cubicBezTo>
                <a:lnTo>
                  <a:pt x="19" y="193"/>
                </a:lnTo>
                <a:cubicBezTo>
                  <a:pt x="23" y="194"/>
                  <a:pt x="27" y="195"/>
                  <a:pt x="31" y="194"/>
                </a:cubicBezTo>
                <a:cubicBezTo>
                  <a:pt x="36" y="194"/>
                  <a:pt x="21" y="207"/>
                  <a:pt x="27" y="205"/>
                </a:cubicBezTo>
                <a:cubicBezTo>
                  <a:pt x="61" y="195"/>
                  <a:pt x="125" y="177"/>
                  <a:pt x="149" y="167"/>
                </a:cubicBezTo>
                <a:cubicBezTo>
                  <a:pt x="169" y="159"/>
                  <a:pt x="189" y="152"/>
                  <a:pt x="198" y="142"/>
                </a:cubicBezTo>
                <a:cubicBezTo>
                  <a:pt x="208" y="133"/>
                  <a:pt x="207" y="117"/>
                  <a:pt x="197" y="108"/>
                </a:cubicBezTo>
                <a:close/>
              </a:path>
            </a:pathLst>
          </a:custGeom>
          <a:solidFill>
            <a:srgbClr val="d99e8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960480" y="4452120"/>
            <a:ext cx="83520" cy="83520"/>
          </a:xfrm>
          <a:custGeom>
            <a:avLst/>
            <a:gdLst/>
            <a:ahLst/>
            <a:rect l="0" t="0" r="r" b="b"/>
            <a:pathLst>
              <a:path w="232" h="232">
                <a:moveTo>
                  <a:pt x="14" y="81"/>
                </a:moveTo>
                <a:cubicBezTo>
                  <a:pt x="-5" y="100"/>
                  <a:pt x="-5" y="130"/>
                  <a:pt x="14" y="149"/>
                </a:cubicBezTo>
                <a:lnTo>
                  <a:pt x="82" y="217"/>
                </a:lnTo>
                <a:cubicBezTo>
                  <a:pt x="100" y="236"/>
                  <a:pt x="131" y="236"/>
                  <a:pt x="149" y="217"/>
                </a:cubicBezTo>
                <a:lnTo>
                  <a:pt x="218" y="149"/>
                </a:lnTo>
                <a:cubicBezTo>
                  <a:pt x="236" y="130"/>
                  <a:pt x="236" y="100"/>
                  <a:pt x="218" y="81"/>
                </a:cubicBezTo>
                <a:lnTo>
                  <a:pt x="149" y="14"/>
                </a:lnTo>
                <a:cubicBezTo>
                  <a:pt x="131" y="-5"/>
                  <a:pt x="100" y="-5"/>
                  <a:pt x="82" y="14"/>
                </a:cubicBezTo>
                <a:lnTo>
                  <a:pt x="14" y="81"/>
                </a:lnTo>
                <a:close/>
              </a:path>
            </a:pathLst>
          </a:custGeom>
          <a:solidFill>
            <a:srgbClr val="ea596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862200" y="4493520"/>
            <a:ext cx="140040" cy="140040"/>
          </a:xfrm>
          <a:custGeom>
            <a:avLst/>
            <a:gdLst/>
            <a:ahLst/>
            <a:rect l="0" t="0" r="r" b="b"/>
            <a:pathLst>
              <a:path w="389" h="389">
                <a:moveTo>
                  <a:pt x="0" y="254"/>
                </a:moveTo>
                <a:lnTo>
                  <a:pt x="68" y="322"/>
                </a:lnTo>
                <a:lnTo>
                  <a:pt x="136" y="389"/>
                </a:lnTo>
                <a:lnTo>
                  <a:pt x="389" y="136"/>
                </a:lnTo>
                <a:lnTo>
                  <a:pt x="254" y="0"/>
                </a:lnTo>
                <a:lnTo>
                  <a:pt x="0" y="254"/>
                </a:ln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836640" y="4637520"/>
            <a:ext cx="21240" cy="21600"/>
          </a:xfrm>
          <a:custGeom>
            <a:avLst/>
            <a:gdLst/>
            <a:ahLst/>
            <a:rect l="0" t="0" r="r" b="b"/>
            <a:pathLst>
              <a:path w="59" h="60">
                <a:moveTo>
                  <a:pt x="59" y="45"/>
                </a:moveTo>
                <a:cubicBezTo>
                  <a:pt x="59" y="45"/>
                  <a:pt x="16" y="69"/>
                  <a:pt x="3" y="57"/>
                </a:cubicBezTo>
                <a:cubicBezTo>
                  <a:pt x="-9" y="45"/>
                  <a:pt x="16" y="0"/>
                  <a:pt x="16" y="0"/>
                </a:cubicBezTo>
                <a:cubicBezTo>
                  <a:pt x="16" y="0"/>
                  <a:pt x="58" y="1"/>
                  <a:pt x="59" y="45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953280" y="4463280"/>
            <a:ext cx="79560" cy="79200"/>
          </a:xfrm>
          <a:custGeom>
            <a:avLst/>
            <a:gdLst/>
            <a:ahLst/>
            <a:rect l="0" t="0" r="r" b="b"/>
            <a:pathLst>
              <a:path w="221" h="220">
                <a:moveTo>
                  <a:pt x="0" y="84"/>
                </a:moveTo>
                <a:lnTo>
                  <a:pt x="85" y="0"/>
                </a:lnTo>
                <a:lnTo>
                  <a:pt x="221" y="135"/>
                </a:lnTo>
                <a:lnTo>
                  <a:pt x="136" y="220"/>
                </a:lnTo>
                <a:lnTo>
                  <a:pt x="0" y="84"/>
                </a:ln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959400" y="4469040"/>
            <a:ext cx="67320" cy="67320"/>
          </a:xfrm>
          <a:custGeom>
            <a:avLst/>
            <a:gdLst/>
            <a:ahLst/>
            <a:rect l="0" t="0" r="r" b="b"/>
            <a:pathLst>
              <a:path w="187" h="187">
                <a:moveTo>
                  <a:pt x="35" y="17"/>
                </a:moveTo>
                <a:lnTo>
                  <a:pt x="52" y="0"/>
                </a:lnTo>
                <a:lnTo>
                  <a:pt x="187" y="137"/>
                </a:lnTo>
                <a:lnTo>
                  <a:pt x="170" y="153"/>
                </a:lnTo>
                <a:lnTo>
                  <a:pt x="35" y="17"/>
                </a:lnTo>
                <a:moveTo>
                  <a:pt x="0" y="51"/>
                </a:moveTo>
                <a:lnTo>
                  <a:pt x="17" y="34"/>
                </a:lnTo>
                <a:lnTo>
                  <a:pt x="153" y="170"/>
                </a:lnTo>
                <a:lnTo>
                  <a:pt x="136" y="187"/>
                </a:lnTo>
                <a:lnTo>
                  <a:pt x="0" y="51"/>
                </a:lnTo>
                <a:close/>
              </a:path>
            </a:pathLst>
          </a:custGeom>
          <a:solidFill>
            <a:srgbClr val="99aa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747720" y="3874320"/>
            <a:ext cx="25747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The WordPress site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817560" y="4857480"/>
            <a:ext cx="184320" cy="276840"/>
          </a:xfrm>
          <a:custGeom>
            <a:avLst/>
            <a:gdLst/>
            <a:ahLst/>
            <a:rect l="0" t="0" r="r" b="b"/>
            <a:pathLst>
              <a:path w="512" h="769">
                <a:moveTo>
                  <a:pt x="512" y="726"/>
                </a:moveTo>
                <a:cubicBezTo>
                  <a:pt x="512" y="749"/>
                  <a:pt x="493" y="769"/>
                  <a:pt x="469" y="769"/>
                </a:cubicBezTo>
                <a:lnTo>
                  <a:pt x="43" y="769"/>
                </a:lnTo>
                <a:cubicBezTo>
                  <a:pt x="19" y="769"/>
                  <a:pt x="0" y="749"/>
                  <a:pt x="0" y="726"/>
                </a:cubicBezTo>
                <a:lnTo>
                  <a:pt x="0" y="43"/>
                </a:lnTo>
                <a:cubicBezTo>
                  <a:pt x="0" y="19"/>
                  <a:pt x="19" y="0"/>
                  <a:pt x="43" y="0"/>
                </a:cubicBezTo>
                <a:lnTo>
                  <a:pt x="469" y="0"/>
                </a:lnTo>
                <a:cubicBezTo>
                  <a:pt x="493" y="0"/>
                  <a:pt x="512" y="19"/>
                  <a:pt x="512" y="43"/>
                </a:cubicBezTo>
                <a:lnTo>
                  <a:pt x="512" y="726"/>
                </a:ln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832680" y="4872960"/>
            <a:ext cx="153720" cy="245880"/>
          </a:xfrm>
          <a:custGeom>
            <a:avLst/>
            <a:gdLst/>
            <a:ahLst/>
            <a:rect l="0" t="0" r="r" b="b"/>
            <a:pathLst>
              <a:path w="427" h="683">
                <a:moveTo>
                  <a:pt x="427" y="298"/>
                </a:moveTo>
                <a:cubicBezTo>
                  <a:pt x="427" y="310"/>
                  <a:pt x="418" y="320"/>
                  <a:pt x="406" y="320"/>
                </a:cubicBezTo>
                <a:lnTo>
                  <a:pt x="21" y="320"/>
                </a:lnTo>
                <a:cubicBezTo>
                  <a:pt x="10" y="320"/>
                  <a:pt x="0" y="310"/>
                  <a:pt x="0" y="298"/>
                </a:cubicBezTo>
                <a:lnTo>
                  <a:pt x="0" y="21"/>
                </a:lnTo>
                <a:cubicBezTo>
                  <a:pt x="0" y="9"/>
                  <a:pt x="10" y="0"/>
                  <a:pt x="21" y="0"/>
                </a:cubicBezTo>
                <a:lnTo>
                  <a:pt x="406" y="0"/>
                </a:lnTo>
                <a:cubicBezTo>
                  <a:pt x="418" y="0"/>
                  <a:pt x="427" y="9"/>
                  <a:pt x="427" y="21"/>
                </a:cubicBezTo>
                <a:lnTo>
                  <a:pt x="427" y="298"/>
                </a:lnTo>
                <a:moveTo>
                  <a:pt x="427" y="662"/>
                </a:moveTo>
                <a:cubicBezTo>
                  <a:pt x="427" y="673"/>
                  <a:pt x="418" y="683"/>
                  <a:pt x="406" y="683"/>
                </a:cubicBezTo>
                <a:lnTo>
                  <a:pt x="21" y="683"/>
                </a:lnTo>
                <a:cubicBezTo>
                  <a:pt x="10" y="683"/>
                  <a:pt x="0" y="673"/>
                  <a:pt x="0" y="662"/>
                </a:cubicBezTo>
                <a:lnTo>
                  <a:pt x="0" y="384"/>
                </a:lnTo>
                <a:cubicBezTo>
                  <a:pt x="0" y="372"/>
                  <a:pt x="10" y="362"/>
                  <a:pt x="21" y="362"/>
                </a:cubicBezTo>
                <a:lnTo>
                  <a:pt x="406" y="362"/>
                </a:lnTo>
                <a:cubicBezTo>
                  <a:pt x="418" y="362"/>
                  <a:pt x="427" y="372"/>
                  <a:pt x="427" y="384"/>
                </a:cubicBezTo>
                <a:lnTo>
                  <a:pt x="427" y="662"/>
                </a:ln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878760" y="4888440"/>
            <a:ext cx="61920" cy="168840"/>
          </a:xfrm>
          <a:custGeom>
            <a:avLst/>
            <a:gdLst/>
            <a:ahLst/>
            <a:rect l="0" t="0" r="r" b="b"/>
            <a:pathLst>
              <a:path w="172" h="469">
                <a:moveTo>
                  <a:pt x="172" y="85"/>
                </a:moveTo>
                <a:cubicBezTo>
                  <a:pt x="172" y="97"/>
                  <a:pt x="162" y="106"/>
                  <a:pt x="150" y="106"/>
                </a:cubicBezTo>
                <a:lnTo>
                  <a:pt x="21" y="106"/>
                </a:lnTo>
                <a:cubicBezTo>
                  <a:pt x="10" y="106"/>
                  <a:pt x="0" y="97"/>
                  <a:pt x="0" y="85"/>
                </a:cubicBezTo>
                <a:lnTo>
                  <a:pt x="0" y="21"/>
                </a:lnTo>
                <a:cubicBezTo>
                  <a:pt x="0" y="9"/>
                  <a:pt x="10" y="0"/>
                  <a:pt x="21" y="0"/>
                </a:cubicBezTo>
                <a:lnTo>
                  <a:pt x="150" y="0"/>
                </a:lnTo>
                <a:cubicBezTo>
                  <a:pt x="162" y="0"/>
                  <a:pt x="172" y="9"/>
                  <a:pt x="172" y="21"/>
                </a:cubicBezTo>
                <a:lnTo>
                  <a:pt x="172" y="85"/>
                </a:lnTo>
                <a:moveTo>
                  <a:pt x="172" y="448"/>
                </a:moveTo>
                <a:cubicBezTo>
                  <a:pt x="172" y="460"/>
                  <a:pt x="162" y="469"/>
                  <a:pt x="150" y="469"/>
                </a:cubicBezTo>
                <a:lnTo>
                  <a:pt x="21" y="469"/>
                </a:lnTo>
                <a:cubicBezTo>
                  <a:pt x="10" y="469"/>
                  <a:pt x="0" y="460"/>
                  <a:pt x="0" y="448"/>
                </a:cubicBezTo>
                <a:lnTo>
                  <a:pt x="0" y="384"/>
                </a:lnTo>
                <a:cubicBezTo>
                  <a:pt x="0" y="372"/>
                  <a:pt x="10" y="363"/>
                  <a:pt x="21" y="363"/>
                </a:cubicBezTo>
                <a:lnTo>
                  <a:pt x="150" y="363"/>
                </a:lnTo>
                <a:cubicBezTo>
                  <a:pt x="162" y="363"/>
                  <a:pt x="172" y="372"/>
                  <a:pt x="172" y="384"/>
                </a:cubicBezTo>
                <a:lnTo>
                  <a:pt x="172" y="448"/>
                </a:ln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863280" y="4896000"/>
            <a:ext cx="92520" cy="199800"/>
          </a:xfrm>
          <a:custGeom>
            <a:avLst/>
            <a:gdLst/>
            <a:ahLst/>
            <a:rect l="0" t="0" r="r" b="b"/>
            <a:pathLst>
              <a:path w="257" h="555">
                <a:moveTo>
                  <a:pt x="65" y="0"/>
                </a:moveTo>
                <a:lnTo>
                  <a:pt x="193" y="0"/>
                </a:lnTo>
                <a:lnTo>
                  <a:pt x="193" y="64"/>
                </a:lnTo>
                <a:lnTo>
                  <a:pt x="65" y="64"/>
                </a:lnTo>
                <a:lnTo>
                  <a:pt x="65" y="0"/>
                </a:lnTo>
                <a:moveTo>
                  <a:pt x="65" y="362"/>
                </a:moveTo>
                <a:lnTo>
                  <a:pt x="193" y="362"/>
                </a:lnTo>
                <a:lnTo>
                  <a:pt x="193" y="426"/>
                </a:lnTo>
                <a:lnTo>
                  <a:pt x="65" y="426"/>
                </a:lnTo>
                <a:lnTo>
                  <a:pt x="65" y="362"/>
                </a:lnTo>
                <a:moveTo>
                  <a:pt x="257" y="171"/>
                </a:moveTo>
                <a:cubicBezTo>
                  <a:pt x="257" y="182"/>
                  <a:pt x="248" y="192"/>
                  <a:pt x="236" y="192"/>
                </a:cubicBezTo>
                <a:lnTo>
                  <a:pt x="21" y="192"/>
                </a:lnTo>
                <a:cubicBezTo>
                  <a:pt x="10" y="192"/>
                  <a:pt x="0" y="182"/>
                  <a:pt x="0" y="171"/>
                </a:cubicBezTo>
                <a:lnTo>
                  <a:pt x="0" y="170"/>
                </a:lnTo>
                <a:cubicBezTo>
                  <a:pt x="0" y="158"/>
                  <a:pt x="10" y="149"/>
                  <a:pt x="21" y="149"/>
                </a:cubicBezTo>
                <a:lnTo>
                  <a:pt x="236" y="149"/>
                </a:lnTo>
                <a:cubicBezTo>
                  <a:pt x="248" y="149"/>
                  <a:pt x="257" y="158"/>
                  <a:pt x="257" y="170"/>
                </a:cubicBezTo>
                <a:lnTo>
                  <a:pt x="257" y="171"/>
                </a:lnTo>
                <a:moveTo>
                  <a:pt x="257" y="534"/>
                </a:moveTo>
                <a:cubicBezTo>
                  <a:pt x="257" y="546"/>
                  <a:pt x="248" y="555"/>
                  <a:pt x="236" y="555"/>
                </a:cubicBezTo>
                <a:lnTo>
                  <a:pt x="21" y="555"/>
                </a:lnTo>
                <a:cubicBezTo>
                  <a:pt x="10" y="555"/>
                  <a:pt x="0" y="546"/>
                  <a:pt x="0" y="534"/>
                </a:cubicBezTo>
                <a:lnTo>
                  <a:pt x="0" y="533"/>
                </a:lnTo>
                <a:cubicBezTo>
                  <a:pt x="0" y="521"/>
                  <a:pt x="10" y="511"/>
                  <a:pt x="21" y="511"/>
                </a:cubicBezTo>
                <a:lnTo>
                  <a:pt x="236" y="511"/>
                </a:lnTo>
                <a:cubicBezTo>
                  <a:pt x="248" y="511"/>
                  <a:pt x="257" y="521"/>
                  <a:pt x="257" y="533"/>
                </a:cubicBezTo>
                <a:lnTo>
                  <a:pt x="257" y="534"/>
                </a:lnTo>
                <a:close/>
              </a:path>
            </a:pathLst>
          </a:custGeom>
          <a:solidFill>
            <a:srgbClr val="e1e8e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1065240" y="4446000"/>
            <a:ext cx="53348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2,500 posts · 500 WooCommerce products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914400" y="5280120"/>
            <a:ext cx="130320" cy="129960"/>
          </a:xfrm>
          <a:custGeom>
            <a:avLst/>
            <a:gdLst/>
            <a:ahLst/>
            <a:rect l="0" t="0" r="r" b="b"/>
            <a:pathLst>
              <a:path w="362" h="361">
                <a:moveTo>
                  <a:pt x="11" y="349"/>
                </a:moveTo>
                <a:cubicBezTo>
                  <a:pt x="-4" y="334"/>
                  <a:pt x="-4" y="309"/>
                  <a:pt x="11" y="294"/>
                </a:cubicBezTo>
                <a:lnTo>
                  <a:pt x="295" y="11"/>
                </a:lnTo>
                <a:cubicBezTo>
                  <a:pt x="310" y="-4"/>
                  <a:pt x="335" y="-4"/>
                  <a:pt x="350" y="11"/>
                </a:cubicBezTo>
                <a:cubicBezTo>
                  <a:pt x="365" y="26"/>
                  <a:pt x="365" y="50"/>
                  <a:pt x="350" y="65"/>
                </a:cubicBezTo>
                <a:lnTo>
                  <a:pt x="66" y="349"/>
                </a:lnTo>
                <a:cubicBezTo>
                  <a:pt x="51" y="364"/>
                  <a:pt x="26" y="364"/>
                  <a:pt x="11" y="349"/>
                </a:cubicBezTo>
                <a:close/>
              </a:path>
            </a:pathLst>
          </a:custGeom>
          <a:solidFill>
            <a:srgbClr val="c1694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832320" y="5389200"/>
            <a:ext cx="102960" cy="103320"/>
          </a:xfrm>
          <a:custGeom>
            <a:avLst/>
            <a:gdLst/>
            <a:ahLst/>
            <a:rect l="0" t="0" r="r" b="b"/>
            <a:pathLst>
              <a:path w="286" h="287">
                <a:moveTo>
                  <a:pt x="19" y="271"/>
                </a:moveTo>
                <a:lnTo>
                  <a:pt x="15" y="266"/>
                </a:lnTo>
                <a:cubicBezTo>
                  <a:pt x="-5" y="246"/>
                  <a:pt x="-5" y="213"/>
                  <a:pt x="15" y="193"/>
                </a:cubicBezTo>
                <a:lnTo>
                  <a:pt x="194" y="15"/>
                </a:lnTo>
                <a:cubicBezTo>
                  <a:pt x="214" y="-5"/>
                  <a:pt x="246" y="-5"/>
                  <a:pt x="267" y="15"/>
                </a:cubicBezTo>
                <a:lnTo>
                  <a:pt x="271" y="20"/>
                </a:lnTo>
                <a:cubicBezTo>
                  <a:pt x="291" y="40"/>
                  <a:pt x="291" y="73"/>
                  <a:pt x="271" y="93"/>
                </a:cubicBezTo>
                <a:lnTo>
                  <a:pt x="92" y="271"/>
                </a:lnTo>
                <a:cubicBezTo>
                  <a:pt x="72" y="292"/>
                  <a:pt x="39" y="292"/>
                  <a:pt x="19" y="271"/>
                </a:cubicBez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771480" y="5397840"/>
            <a:ext cx="155520" cy="155880"/>
          </a:xfrm>
          <a:custGeom>
            <a:avLst/>
            <a:gdLst/>
            <a:ahLst/>
            <a:rect l="0" t="0" r="r" b="b"/>
            <a:pathLst>
              <a:path w="432" h="433">
                <a:moveTo>
                  <a:pt x="414" y="226"/>
                </a:moveTo>
                <a:cubicBezTo>
                  <a:pt x="450" y="190"/>
                  <a:pt x="428" y="110"/>
                  <a:pt x="375" y="57"/>
                </a:cubicBezTo>
                <a:cubicBezTo>
                  <a:pt x="322" y="4"/>
                  <a:pt x="242" y="-18"/>
                  <a:pt x="205" y="18"/>
                </a:cubicBezTo>
                <a:lnTo>
                  <a:pt x="0" y="222"/>
                </a:lnTo>
                <a:lnTo>
                  <a:pt x="209" y="433"/>
                </a:lnTo>
                <a:lnTo>
                  <a:pt x="414" y="226"/>
                </a:ln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786960" y="5426640"/>
            <a:ext cx="111240" cy="111240"/>
          </a:xfrm>
          <a:custGeom>
            <a:avLst/>
            <a:gdLst/>
            <a:ahLst/>
            <a:rect l="0" t="0" r="r" b="b"/>
            <a:pathLst>
              <a:path w="309" h="309">
                <a:moveTo>
                  <a:pt x="0" y="185"/>
                </a:moveTo>
                <a:lnTo>
                  <a:pt x="185" y="0"/>
                </a:lnTo>
                <a:lnTo>
                  <a:pt x="198" y="12"/>
                </a:lnTo>
                <a:lnTo>
                  <a:pt x="12" y="197"/>
                </a:lnTo>
                <a:lnTo>
                  <a:pt x="0" y="185"/>
                </a:lnTo>
                <a:moveTo>
                  <a:pt x="37" y="222"/>
                </a:moveTo>
                <a:lnTo>
                  <a:pt x="222" y="37"/>
                </a:lnTo>
                <a:lnTo>
                  <a:pt x="235" y="49"/>
                </a:lnTo>
                <a:lnTo>
                  <a:pt x="49" y="235"/>
                </a:lnTo>
                <a:lnTo>
                  <a:pt x="37" y="222"/>
                </a:lnTo>
                <a:moveTo>
                  <a:pt x="74" y="259"/>
                </a:moveTo>
                <a:lnTo>
                  <a:pt x="259" y="74"/>
                </a:lnTo>
                <a:lnTo>
                  <a:pt x="272" y="86"/>
                </a:lnTo>
                <a:lnTo>
                  <a:pt x="86" y="272"/>
                </a:lnTo>
                <a:lnTo>
                  <a:pt x="74" y="259"/>
                </a:lnTo>
                <a:moveTo>
                  <a:pt x="111" y="296"/>
                </a:moveTo>
                <a:lnTo>
                  <a:pt x="296" y="111"/>
                </a:lnTo>
                <a:lnTo>
                  <a:pt x="309" y="123"/>
                </a:lnTo>
                <a:lnTo>
                  <a:pt x="123" y="309"/>
                </a:lnTo>
                <a:lnTo>
                  <a:pt x="111" y="296"/>
                </a:ln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828720" y="5402880"/>
            <a:ext cx="93240" cy="93240"/>
          </a:xfrm>
          <a:custGeom>
            <a:avLst/>
            <a:gdLst/>
            <a:ahLst/>
            <a:rect l="0" t="0" r="r" b="b"/>
            <a:pathLst>
              <a:path w="259" h="259">
                <a:moveTo>
                  <a:pt x="51" y="0"/>
                </a:moveTo>
                <a:cubicBezTo>
                  <a:pt x="50" y="1"/>
                  <a:pt x="48" y="2"/>
                  <a:pt x="46" y="3"/>
                </a:cubicBezTo>
                <a:lnTo>
                  <a:pt x="0" y="50"/>
                </a:lnTo>
                <a:lnTo>
                  <a:pt x="209" y="259"/>
                </a:lnTo>
                <a:lnTo>
                  <a:pt x="255" y="212"/>
                </a:lnTo>
                <a:cubicBezTo>
                  <a:pt x="256" y="210"/>
                  <a:pt x="257" y="209"/>
                  <a:pt x="259" y="207"/>
                </a:cubicBezTo>
                <a:lnTo>
                  <a:pt x="51" y="0"/>
                </a:lnTo>
                <a:close/>
              </a:path>
            </a:pathLst>
          </a:custGeom>
          <a:solidFill>
            <a:srgbClr val="55ac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839520" y="5412240"/>
            <a:ext cx="73080" cy="72720"/>
          </a:xfrm>
          <a:custGeom>
            <a:avLst/>
            <a:gdLst/>
            <a:ahLst/>
            <a:rect l="0" t="0" r="r" b="b"/>
            <a:pathLst>
              <a:path w="203" h="202">
                <a:moveTo>
                  <a:pt x="0" y="12"/>
                </a:moveTo>
                <a:lnTo>
                  <a:pt x="5" y="0"/>
                </a:lnTo>
                <a:lnTo>
                  <a:pt x="203" y="197"/>
                </a:lnTo>
                <a:lnTo>
                  <a:pt x="190" y="202"/>
                </a:lnTo>
                <a:lnTo>
                  <a:pt x="0" y="12"/>
                </a:lnTo>
                <a:close/>
              </a:path>
            </a:pathLst>
          </a:custGeom>
          <a:solidFill>
            <a:srgbClr val="22669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1065240" y="4855320"/>
            <a:ext cx="28447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~6,000 revisions in DB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794520" y="5686200"/>
            <a:ext cx="123120" cy="123120"/>
          </a:xfrm>
          <a:custGeom>
            <a:avLst/>
            <a:gdLst/>
            <a:ahLst/>
            <a:rect l="0" t="0" r="r" b="b"/>
            <a:pathLst>
              <a:path w="342" h="342">
                <a:moveTo>
                  <a:pt x="171" y="0"/>
                </a:moveTo>
                <a:cubicBezTo>
                  <a:pt x="77" y="0"/>
                  <a:pt x="0" y="77"/>
                  <a:pt x="0" y="172"/>
                </a:cubicBezTo>
                <a:lnTo>
                  <a:pt x="0" y="342"/>
                </a:lnTo>
                <a:lnTo>
                  <a:pt x="43" y="342"/>
                </a:lnTo>
                <a:lnTo>
                  <a:pt x="43" y="172"/>
                </a:lnTo>
                <a:cubicBezTo>
                  <a:pt x="43" y="101"/>
                  <a:pt x="100" y="43"/>
                  <a:pt x="171" y="43"/>
                </a:cubicBezTo>
                <a:cubicBezTo>
                  <a:pt x="242" y="43"/>
                  <a:pt x="299" y="101"/>
                  <a:pt x="299" y="172"/>
                </a:cubicBezTo>
                <a:lnTo>
                  <a:pt x="299" y="342"/>
                </a:lnTo>
                <a:lnTo>
                  <a:pt x="342" y="342"/>
                </a:lnTo>
                <a:lnTo>
                  <a:pt x="342" y="172"/>
                </a:lnTo>
                <a:cubicBezTo>
                  <a:pt x="342" y="77"/>
                  <a:pt x="265" y="0"/>
                  <a:pt x="171" y="0"/>
                </a:cubicBezTo>
                <a:close/>
              </a:path>
            </a:pathLst>
          </a:custGeom>
          <a:solidFill>
            <a:srgbClr val="f490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779040" y="5747760"/>
            <a:ext cx="153720" cy="176760"/>
          </a:xfrm>
          <a:custGeom>
            <a:avLst/>
            <a:gdLst/>
            <a:ahLst/>
            <a:rect l="0" t="0" r="r" b="b"/>
            <a:pathLst>
              <a:path w="427" h="491">
                <a:moveTo>
                  <a:pt x="0" y="0"/>
                </a:moveTo>
                <a:lnTo>
                  <a:pt x="43" y="42"/>
                </a:lnTo>
                <a:lnTo>
                  <a:pt x="85" y="0"/>
                </a:lnTo>
                <a:lnTo>
                  <a:pt x="128" y="42"/>
                </a:lnTo>
                <a:lnTo>
                  <a:pt x="170" y="0"/>
                </a:lnTo>
                <a:lnTo>
                  <a:pt x="214" y="42"/>
                </a:lnTo>
                <a:lnTo>
                  <a:pt x="257" y="0"/>
                </a:lnTo>
                <a:lnTo>
                  <a:pt x="299" y="42"/>
                </a:lnTo>
                <a:lnTo>
                  <a:pt x="342" y="0"/>
                </a:lnTo>
                <a:lnTo>
                  <a:pt x="385" y="42"/>
                </a:lnTo>
                <a:lnTo>
                  <a:pt x="427" y="0"/>
                </a:lnTo>
                <a:lnTo>
                  <a:pt x="427" y="491"/>
                </a:lnTo>
                <a:lnTo>
                  <a:pt x="0" y="491"/>
                </a:lnTo>
                <a:lnTo>
                  <a:pt x="0" y="0"/>
                </a:ln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901800" y="5724720"/>
            <a:ext cx="123120" cy="123120"/>
          </a:xfrm>
          <a:custGeom>
            <a:avLst/>
            <a:gdLst/>
            <a:ahLst/>
            <a:rect l="0" t="0" r="r" b="b"/>
            <a:pathLst>
              <a:path w="342" h="342">
                <a:moveTo>
                  <a:pt x="171" y="0"/>
                </a:moveTo>
                <a:cubicBezTo>
                  <a:pt x="77" y="0"/>
                  <a:pt x="0" y="76"/>
                  <a:pt x="0" y="170"/>
                </a:cubicBezTo>
                <a:lnTo>
                  <a:pt x="0" y="342"/>
                </a:lnTo>
                <a:lnTo>
                  <a:pt x="43" y="342"/>
                </a:lnTo>
                <a:lnTo>
                  <a:pt x="43" y="170"/>
                </a:lnTo>
                <a:cubicBezTo>
                  <a:pt x="43" y="100"/>
                  <a:pt x="101" y="42"/>
                  <a:pt x="171" y="42"/>
                </a:cubicBezTo>
                <a:cubicBezTo>
                  <a:pt x="242" y="42"/>
                  <a:pt x="299" y="100"/>
                  <a:pt x="299" y="170"/>
                </a:cubicBezTo>
                <a:lnTo>
                  <a:pt x="299" y="342"/>
                </a:lnTo>
                <a:lnTo>
                  <a:pt x="342" y="342"/>
                </a:lnTo>
                <a:lnTo>
                  <a:pt x="342" y="170"/>
                </a:lnTo>
                <a:cubicBezTo>
                  <a:pt x="342" y="76"/>
                  <a:pt x="266" y="0"/>
                  <a:pt x="171" y="0"/>
                </a:cubicBez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886320" y="5785920"/>
            <a:ext cx="154080" cy="176760"/>
          </a:xfrm>
          <a:custGeom>
            <a:avLst/>
            <a:gdLst/>
            <a:ahLst/>
            <a:rect l="0" t="0" r="r" b="b"/>
            <a:pathLst>
              <a:path w="428" h="491">
                <a:moveTo>
                  <a:pt x="0" y="0"/>
                </a:moveTo>
                <a:lnTo>
                  <a:pt x="43" y="43"/>
                </a:lnTo>
                <a:lnTo>
                  <a:pt x="86" y="0"/>
                </a:lnTo>
                <a:lnTo>
                  <a:pt x="128" y="43"/>
                </a:lnTo>
                <a:lnTo>
                  <a:pt x="171" y="0"/>
                </a:lnTo>
                <a:lnTo>
                  <a:pt x="213" y="43"/>
                </a:lnTo>
                <a:lnTo>
                  <a:pt x="256" y="0"/>
                </a:lnTo>
                <a:lnTo>
                  <a:pt x="299" y="43"/>
                </a:lnTo>
                <a:lnTo>
                  <a:pt x="342" y="0"/>
                </a:lnTo>
                <a:lnTo>
                  <a:pt x="385" y="43"/>
                </a:lnTo>
                <a:lnTo>
                  <a:pt x="428" y="0"/>
                </a:lnTo>
                <a:lnTo>
                  <a:pt x="428" y="491"/>
                </a:lnTo>
                <a:lnTo>
                  <a:pt x="0" y="491"/>
                </a:lnTo>
                <a:lnTo>
                  <a:pt x="0" y="0"/>
                </a:lnTo>
                <a:close/>
              </a:path>
            </a:pathLst>
          </a:custGeom>
          <a:solidFill>
            <a:srgbClr val="744ea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1065240" y="5274360"/>
            <a:ext cx="51519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Realistic bloat: transients, orphaned meta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1065240" y="5684040"/>
            <a:ext cx="44676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WooCommerce + Yoast SEO active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794520" y="6819840"/>
            <a:ext cx="230760" cy="276480"/>
          </a:xfrm>
          <a:custGeom>
            <a:avLst/>
            <a:gdLst/>
            <a:ahLst/>
            <a:rect l="0" t="0" r="r" b="b"/>
            <a:pathLst>
              <a:path w="641" h="768">
                <a:moveTo>
                  <a:pt x="639" y="333"/>
                </a:moveTo>
                <a:cubicBezTo>
                  <a:pt x="636" y="325"/>
                  <a:pt x="628" y="319"/>
                  <a:pt x="619" y="319"/>
                </a:cubicBezTo>
                <a:lnTo>
                  <a:pt x="361" y="319"/>
                </a:lnTo>
                <a:lnTo>
                  <a:pt x="510" y="31"/>
                </a:lnTo>
                <a:cubicBezTo>
                  <a:pt x="514" y="22"/>
                  <a:pt x="512" y="11"/>
                  <a:pt x="504" y="4"/>
                </a:cubicBezTo>
                <a:cubicBezTo>
                  <a:pt x="500" y="1"/>
                  <a:pt x="495" y="0"/>
                  <a:pt x="491" y="0"/>
                </a:cubicBezTo>
                <a:cubicBezTo>
                  <a:pt x="486" y="0"/>
                  <a:pt x="481" y="1"/>
                  <a:pt x="477" y="5"/>
                </a:cubicBezTo>
                <a:lnTo>
                  <a:pt x="320" y="140"/>
                </a:lnTo>
                <a:lnTo>
                  <a:pt x="7" y="410"/>
                </a:lnTo>
                <a:cubicBezTo>
                  <a:pt x="0" y="416"/>
                  <a:pt x="-2" y="425"/>
                  <a:pt x="1" y="433"/>
                </a:cubicBezTo>
                <a:cubicBezTo>
                  <a:pt x="4" y="442"/>
                  <a:pt x="12" y="447"/>
                  <a:pt x="21" y="447"/>
                </a:cubicBezTo>
                <a:lnTo>
                  <a:pt x="279" y="447"/>
                </a:lnTo>
                <a:lnTo>
                  <a:pt x="131" y="737"/>
                </a:lnTo>
                <a:cubicBezTo>
                  <a:pt x="126" y="746"/>
                  <a:pt x="129" y="757"/>
                  <a:pt x="137" y="763"/>
                </a:cubicBezTo>
                <a:cubicBezTo>
                  <a:pt x="140" y="766"/>
                  <a:pt x="145" y="768"/>
                  <a:pt x="150" y="768"/>
                </a:cubicBezTo>
                <a:cubicBezTo>
                  <a:pt x="155" y="768"/>
                  <a:pt x="160" y="766"/>
                  <a:pt x="164" y="763"/>
                </a:cubicBezTo>
                <a:lnTo>
                  <a:pt x="320" y="628"/>
                </a:lnTo>
                <a:lnTo>
                  <a:pt x="633" y="357"/>
                </a:lnTo>
                <a:cubicBezTo>
                  <a:pt x="639" y="351"/>
                  <a:pt x="642" y="342"/>
                  <a:pt x="639" y="333"/>
                </a:cubicBez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747720" y="6255720"/>
            <a:ext cx="24832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The load generator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752400" y="1457280"/>
            <a:ext cx="962280" cy="952560"/>
          </a:xfrm>
          <a:custGeom>
            <a:avLst/>
            <a:gdLst/>
            <a:ahLst/>
            <a:rect l="0" t="0" r="r" b="b"/>
            <a:pathLst>
              <a:path w="2673" h="2646">
                <a:moveTo>
                  <a:pt x="0" y="0"/>
                </a:moveTo>
                <a:lnTo>
                  <a:pt x="2673" y="0"/>
                </a:lnTo>
                <a:lnTo>
                  <a:pt x="2673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1714320" y="1457280"/>
            <a:ext cx="2143440" cy="952560"/>
          </a:xfrm>
          <a:custGeom>
            <a:avLst/>
            <a:gdLst/>
            <a:ahLst/>
            <a:rect l="0" t="0" r="r" b="b"/>
            <a:pathLst>
              <a:path w="5954" h="2646">
                <a:moveTo>
                  <a:pt x="0" y="0"/>
                </a:moveTo>
                <a:lnTo>
                  <a:pt x="5954" y="0"/>
                </a:lnTo>
                <a:lnTo>
                  <a:pt x="5954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3857400" y="1457280"/>
            <a:ext cx="1591200" cy="952560"/>
          </a:xfrm>
          <a:custGeom>
            <a:avLst/>
            <a:gdLst/>
            <a:ahLst/>
            <a:rect l="0" t="0" r="r" b="b"/>
            <a:pathLst>
              <a:path w="4420" h="2646">
                <a:moveTo>
                  <a:pt x="0" y="0"/>
                </a:moveTo>
                <a:lnTo>
                  <a:pt x="4420" y="0"/>
                </a:lnTo>
                <a:lnTo>
                  <a:pt x="4420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5448240" y="1457280"/>
            <a:ext cx="1791000" cy="952560"/>
          </a:xfrm>
          <a:custGeom>
            <a:avLst/>
            <a:gdLst/>
            <a:ahLst/>
            <a:rect l="0" t="0" r="r" b="b"/>
            <a:pathLst>
              <a:path w="4975" h="2646">
                <a:moveTo>
                  <a:pt x="0" y="0"/>
                </a:moveTo>
                <a:lnTo>
                  <a:pt x="4975" y="0"/>
                </a:lnTo>
                <a:lnTo>
                  <a:pt x="4975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7238880" y="1457280"/>
            <a:ext cx="972000" cy="952560"/>
          </a:xfrm>
          <a:custGeom>
            <a:avLst/>
            <a:gdLst/>
            <a:ahLst/>
            <a:rect l="0" t="0" r="r" b="b"/>
            <a:pathLst>
              <a:path w="2700" h="2646">
                <a:moveTo>
                  <a:pt x="0" y="0"/>
                </a:moveTo>
                <a:lnTo>
                  <a:pt x="2700" y="0"/>
                </a:lnTo>
                <a:lnTo>
                  <a:pt x="2700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8210520" y="1457280"/>
            <a:ext cx="1428840" cy="952560"/>
          </a:xfrm>
          <a:custGeom>
            <a:avLst/>
            <a:gdLst/>
            <a:ahLst/>
            <a:rect l="0" t="0" r="r" b="b"/>
            <a:pathLst>
              <a:path w="3969" h="2646">
                <a:moveTo>
                  <a:pt x="0" y="0"/>
                </a:moveTo>
                <a:lnTo>
                  <a:pt x="3969" y="0"/>
                </a:lnTo>
                <a:lnTo>
                  <a:pt x="3969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9639000" y="1457280"/>
            <a:ext cx="1800720" cy="952560"/>
          </a:xfrm>
          <a:custGeom>
            <a:avLst/>
            <a:gdLst/>
            <a:ahLst/>
            <a:rect l="0" t="0" r="r" b="b"/>
            <a:pathLst>
              <a:path w="5002" h="2646">
                <a:moveTo>
                  <a:pt x="0" y="0"/>
                </a:moveTo>
                <a:lnTo>
                  <a:pt x="5002" y="0"/>
                </a:lnTo>
                <a:lnTo>
                  <a:pt x="5002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752400" y="2409480"/>
            <a:ext cx="962280" cy="952920"/>
          </a:xfrm>
          <a:custGeom>
            <a:avLst/>
            <a:gdLst/>
            <a:ahLst/>
            <a:rect l="0" t="0" r="r" b="b"/>
            <a:pathLst>
              <a:path w="2673" h="2647">
                <a:moveTo>
                  <a:pt x="0" y="0"/>
                </a:moveTo>
                <a:lnTo>
                  <a:pt x="2673" y="0"/>
                </a:lnTo>
                <a:lnTo>
                  <a:pt x="2673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1714320" y="2409480"/>
            <a:ext cx="2143440" cy="952920"/>
          </a:xfrm>
          <a:custGeom>
            <a:avLst/>
            <a:gdLst/>
            <a:ahLst/>
            <a:rect l="0" t="0" r="r" b="b"/>
            <a:pathLst>
              <a:path w="5954" h="2647">
                <a:moveTo>
                  <a:pt x="0" y="0"/>
                </a:moveTo>
                <a:lnTo>
                  <a:pt x="5954" y="0"/>
                </a:lnTo>
                <a:lnTo>
                  <a:pt x="5954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3857400" y="2409480"/>
            <a:ext cx="1591200" cy="952920"/>
          </a:xfrm>
          <a:custGeom>
            <a:avLst/>
            <a:gdLst/>
            <a:ahLst/>
            <a:rect l="0" t="0" r="r" b="b"/>
            <a:pathLst>
              <a:path w="4420" h="2647">
                <a:moveTo>
                  <a:pt x="0" y="0"/>
                </a:moveTo>
                <a:lnTo>
                  <a:pt x="4420" y="0"/>
                </a:lnTo>
                <a:lnTo>
                  <a:pt x="4420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5448240" y="2409480"/>
            <a:ext cx="1791000" cy="952920"/>
          </a:xfrm>
          <a:custGeom>
            <a:avLst/>
            <a:gdLst/>
            <a:ahLst/>
            <a:rect l="0" t="0" r="r" b="b"/>
            <a:pathLst>
              <a:path w="4975" h="2647">
                <a:moveTo>
                  <a:pt x="0" y="0"/>
                </a:moveTo>
                <a:lnTo>
                  <a:pt x="4975" y="0"/>
                </a:lnTo>
                <a:lnTo>
                  <a:pt x="4975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7238880" y="2409480"/>
            <a:ext cx="972000" cy="952920"/>
          </a:xfrm>
          <a:custGeom>
            <a:avLst/>
            <a:gdLst/>
            <a:ahLst/>
            <a:rect l="0" t="0" r="r" b="b"/>
            <a:pathLst>
              <a:path w="2700" h="2647">
                <a:moveTo>
                  <a:pt x="0" y="0"/>
                </a:moveTo>
                <a:lnTo>
                  <a:pt x="2700" y="0"/>
                </a:lnTo>
                <a:lnTo>
                  <a:pt x="2700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8210520" y="2409480"/>
            <a:ext cx="1428840" cy="952920"/>
          </a:xfrm>
          <a:custGeom>
            <a:avLst/>
            <a:gdLst/>
            <a:ahLst/>
            <a:rect l="0" t="0" r="r" b="b"/>
            <a:pathLst>
              <a:path w="3969" h="2647">
                <a:moveTo>
                  <a:pt x="0" y="0"/>
                </a:moveTo>
                <a:lnTo>
                  <a:pt x="3969" y="0"/>
                </a:lnTo>
                <a:lnTo>
                  <a:pt x="3969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9639000" y="2409480"/>
            <a:ext cx="1800720" cy="952920"/>
          </a:xfrm>
          <a:custGeom>
            <a:avLst/>
            <a:gdLst/>
            <a:ahLst/>
            <a:rect l="0" t="0" r="r" b="b"/>
            <a:pathLst>
              <a:path w="5002" h="2647">
                <a:moveTo>
                  <a:pt x="0" y="0"/>
                </a:moveTo>
                <a:lnTo>
                  <a:pt x="5002" y="0"/>
                </a:lnTo>
                <a:lnTo>
                  <a:pt x="5002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752400" y="3362040"/>
            <a:ext cx="962280" cy="1371960"/>
          </a:xfrm>
          <a:custGeom>
            <a:avLst/>
            <a:gdLst/>
            <a:ahLst/>
            <a:rect l="0" t="0" r="r" b="b"/>
            <a:pathLst>
              <a:path w="2673" h="3811">
                <a:moveTo>
                  <a:pt x="0" y="0"/>
                </a:moveTo>
                <a:lnTo>
                  <a:pt x="2673" y="0"/>
                </a:lnTo>
                <a:lnTo>
                  <a:pt x="2673" y="3811"/>
                </a:lnTo>
                <a:lnTo>
                  <a:pt x="0" y="381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1714320" y="3362040"/>
            <a:ext cx="2143440" cy="1371960"/>
          </a:xfrm>
          <a:custGeom>
            <a:avLst/>
            <a:gdLst/>
            <a:ahLst/>
            <a:rect l="0" t="0" r="r" b="b"/>
            <a:pathLst>
              <a:path w="5954" h="3811">
                <a:moveTo>
                  <a:pt x="0" y="0"/>
                </a:moveTo>
                <a:lnTo>
                  <a:pt x="5954" y="0"/>
                </a:lnTo>
                <a:lnTo>
                  <a:pt x="5954" y="3811"/>
                </a:lnTo>
                <a:lnTo>
                  <a:pt x="0" y="381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3857400" y="3362040"/>
            <a:ext cx="1591200" cy="1371960"/>
          </a:xfrm>
          <a:custGeom>
            <a:avLst/>
            <a:gdLst/>
            <a:ahLst/>
            <a:rect l="0" t="0" r="r" b="b"/>
            <a:pathLst>
              <a:path w="4420" h="3811">
                <a:moveTo>
                  <a:pt x="0" y="0"/>
                </a:moveTo>
                <a:lnTo>
                  <a:pt x="4420" y="0"/>
                </a:lnTo>
                <a:lnTo>
                  <a:pt x="4420" y="3811"/>
                </a:lnTo>
                <a:lnTo>
                  <a:pt x="0" y="381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5448240" y="3362040"/>
            <a:ext cx="1791000" cy="1371960"/>
          </a:xfrm>
          <a:custGeom>
            <a:avLst/>
            <a:gdLst/>
            <a:ahLst/>
            <a:rect l="0" t="0" r="r" b="b"/>
            <a:pathLst>
              <a:path w="4975" h="3811">
                <a:moveTo>
                  <a:pt x="0" y="0"/>
                </a:moveTo>
                <a:lnTo>
                  <a:pt x="4975" y="0"/>
                </a:lnTo>
                <a:lnTo>
                  <a:pt x="4975" y="3811"/>
                </a:lnTo>
                <a:lnTo>
                  <a:pt x="0" y="381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7238880" y="3362040"/>
            <a:ext cx="972000" cy="1371960"/>
          </a:xfrm>
          <a:custGeom>
            <a:avLst/>
            <a:gdLst/>
            <a:ahLst/>
            <a:rect l="0" t="0" r="r" b="b"/>
            <a:pathLst>
              <a:path w="2700" h="3811">
                <a:moveTo>
                  <a:pt x="0" y="0"/>
                </a:moveTo>
                <a:lnTo>
                  <a:pt x="2700" y="0"/>
                </a:lnTo>
                <a:lnTo>
                  <a:pt x="2700" y="3811"/>
                </a:lnTo>
                <a:lnTo>
                  <a:pt x="0" y="381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8210520" y="3362040"/>
            <a:ext cx="1428840" cy="1371960"/>
          </a:xfrm>
          <a:custGeom>
            <a:avLst/>
            <a:gdLst/>
            <a:ahLst/>
            <a:rect l="0" t="0" r="r" b="b"/>
            <a:pathLst>
              <a:path w="3969" h="3811">
                <a:moveTo>
                  <a:pt x="0" y="0"/>
                </a:moveTo>
                <a:lnTo>
                  <a:pt x="3969" y="0"/>
                </a:lnTo>
                <a:lnTo>
                  <a:pt x="3969" y="3811"/>
                </a:lnTo>
                <a:lnTo>
                  <a:pt x="0" y="381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9639000" y="3362040"/>
            <a:ext cx="1800720" cy="1371960"/>
          </a:xfrm>
          <a:custGeom>
            <a:avLst/>
            <a:gdLst/>
            <a:ahLst/>
            <a:rect l="0" t="0" r="r" b="b"/>
            <a:pathLst>
              <a:path w="5002" h="3811">
                <a:moveTo>
                  <a:pt x="0" y="0"/>
                </a:moveTo>
                <a:lnTo>
                  <a:pt x="5002" y="0"/>
                </a:lnTo>
                <a:lnTo>
                  <a:pt x="5002" y="3811"/>
                </a:lnTo>
                <a:lnTo>
                  <a:pt x="0" y="381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752400" y="4733640"/>
            <a:ext cx="962280" cy="1781640"/>
          </a:xfrm>
          <a:custGeom>
            <a:avLst/>
            <a:gdLst/>
            <a:ahLst/>
            <a:rect l="0" t="0" r="r" b="b"/>
            <a:pathLst>
              <a:path w="2673" h="4949">
                <a:moveTo>
                  <a:pt x="0" y="0"/>
                </a:moveTo>
                <a:lnTo>
                  <a:pt x="2673" y="0"/>
                </a:lnTo>
                <a:lnTo>
                  <a:pt x="2673" y="4949"/>
                </a:lnTo>
                <a:lnTo>
                  <a:pt x="0" y="494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1714320" y="4733640"/>
            <a:ext cx="2143440" cy="1781640"/>
          </a:xfrm>
          <a:custGeom>
            <a:avLst/>
            <a:gdLst/>
            <a:ahLst/>
            <a:rect l="0" t="0" r="r" b="b"/>
            <a:pathLst>
              <a:path w="5954" h="4949">
                <a:moveTo>
                  <a:pt x="0" y="0"/>
                </a:moveTo>
                <a:lnTo>
                  <a:pt x="5954" y="0"/>
                </a:lnTo>
                <a:lnTo>
                  <a:pt x="5954" y="4949"/>
                </a:lnTo>
                <a:lnTo>
                  <a:pt x="0" y="494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3857400" y="4733640"/>
            <a:ext cx="1591200" cy="1781640"/>
          </a:xfrm>
          <a:custGeom>
            <a:avLst/>
            <a:gdLst/>
            <a:ahLst/>
            <a:rect l="0" t="0" r="r" b="b"/>
            <a:pathLst>
              <a:path w="4420" h="4949">
                <a:moveTo>
                  <a:pt x="0" y="0"/>
                </a:moveTo>
                <a:lnTo>
                  <a:pt x="4420" y="0"/>
                </a:lnTo>
                <a:lnTo>
                  <a:pt x="4420" y="4949"/>
                </a:lnTo>
                <a:lnTo>
                  <a:pt x="0" y="494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5448240" y="4733640"/>
            <a:ext cx="1791000" cy="1781640"/>
          </a:xfrm>
          <a:custGeom>
            <a:avLst/>
            <a:gdLst/>
            <a:ahLst/>
            <a:rect l="0" t="0" r="r" b="b"/>
            <a:pathLst>
              <a:path w="4975" h="4949">
                <a:moveTo>
                  <a:pt x="0" y="0"/>
                </a:moveTo>
                <a:lnTo>
                  <a:pt x="4975" y="0"/>
                </a:lnTo>
                <a:lnTo>
                  <a:pt x="4975" y="4949"/>
                </a:lnTo>
                <a:lnTo>
                  <a:pt x="0" y="494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7238880" y="4733640"/>
            <a:ext cx="972000" cy="1781640"/>
          </a:xfrm>
          <a:custGeom>
            <a:avLst/>
            <a:gdLst/>
            <a:ahLst/>
            <a:rect l="0" t="0" r="r" b="b"/>
            <a:pathLst>
              <a:path w="2700" h="4949">
                <a:moveTo>
                  <a:pt x="0" y="0"/>
                </a:moveTo>
                <a:lnTo>
                  <a:pt x="2700" y="0"/>
                </a:lnTo>
                <a:lnTo>
                  <a:pt x="2700" y="4949"/>
                </a:lnTo>
                <a:lnTo>
                  <a:pt x="0" y="494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8210520" y="4733640"/>
            <a:ext cx="1428840" cy="1781640"/>
          </a:xfrm>
          <a:custGeom>
            <a:avLst/>
            <a:gdLst/>
            <a:ahLst/>
            <a:rect l="0" t="0" r="r" b="b"/>
            <a:pathLst>
              <a:path w="3969" h="4949">
                <a:moveTo>
                  <a:pt x="0" y="0"/>
                </a:moveTo>
                <a:lnTo>
                  <a:pt x="3969" y="0"/>
                </a:lnTo>
                <a:lnTo>
                  <a:pt x="3969" y="4949"/>
                </a:lnTo>
                <a:lnTo>
                  <a:pt x="0" y="494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9639000" y="4733640"/>
            <a:ext cx="1800720" cy="1781640"/>
          </a:xfrm>
          <a:custGeom>
            <a:avLst/>
            <a:gdLst/>
            <a:ahLst/>
            <a:rect l="0" t="0" r="r" b="b"/>
            <a:pathLst>
              <a:path w="5002" h="4949">
                <a:moveTo>
                  <a:pt x="0" y="0"/>
                </a:moveTo>
                <a:lnTo>
                  <a:pt x="5002" y="0"/>
                </a:lnTo>
                <a:lnTo>
                  <a:pt x="5002" y="4949"/>
                </a:lnTo>
                <a:lnTo>
                  <a:pt x="0" y="494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752400" y="6514920"/>
            <a:ext cx="962280" cy="952920"/>
          </a:xfrm>
          <a:custGeom>
            <a:avLst/>
            <a:gdLst/>
            <a:ahLst/>
            <a:rect l="0" t="0" r="r" b="b"/>
            <a:pathLst>
              <a:path w="2673" h="2647">
                <a:moveTo>
                  <a:pt x="0" y="0"/>
                </a:moveTo>
                <a:lnTo>
                  <a:pt x="2673" y="0"/>
                </a:lnTo>
                <a:lnTo>
                  <a:pt x="2673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1714320" y="6514920"/>
            <a:ext cx="2143440" cy="952920"/>
          </a:xfrm>
          <a:custGeom>
            <a:avLst/>
            <a:gdLst/>
            <a:ahLst/>
            <a:rect l="0" t="0" r="r" b="b"/>
            <a:pathLst>
              <a:path w="5954" h="2647">
                <a:moveTo>
                  <a:pt x="0" y="0"/>
                </a:moveTo>
                <a:lnTo>
                  <a:pt x="5954" y="0"/>
                </a:lnTo>
                <a:lnTo>
                  <a:pt x="5954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3857400" y="6514920"/>
            <a:ext cx="1591200" cy="952920"/>
          </a:xfrm>
          <a:custGeom>
            <a:avLst/>
            <a:gdLst/>
            <a:ahLst/>
            <a:rect l="0" t="0" r="r" b="b"/>
            <a:pathLst>
              <a:path w="4420" h="2647">
                <a:moveTo>
                  <a:pt x="0" y="0"/>
                </a:moveTo>
                <a:lnTo>
                  <a:pt x="4420" y="0"/>
                </a:lnTo>
                <a:lnTo>
                  <a:pt x="4420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5448240" y="6514920"/>
            <a:ext cx="1791000" cy="952920"/>
          </a:xfrm>
          <a:custGeom>
            <a:avLst/>
            <a:gdLst/>
            <a:ahLst/>
            <a:rect l="0" t="0" r="r" b="b"/>
            <a:pathLst>
              <a:path w="4975" h="2647">
                <a:moveTo>
                  <a:pt x="0" y="0"/>
                </a:moveTo>
                <a:lnTo>
                  <a:pt x="4975" y="0"/>
                </a:lnTo>
                <a:lnTo>
                  <a:pt x="4975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7238880" y="6514920"/>
            <a:ext cx="972000" cy="952920"/>
          </a:xfrm>
          <a:custGeom>
            <a:avLst/>
            <a:gdLst/>
            <a:ahLst/>
            <a:rect l="0" t="0" r="r" b="b"/>
            <a:pathLst>
              <a:path w="2700" h="2647">
                <a:moveTo>
                  <a:pt x="0" y="0"/>
                </a:moveTo>
                <a:lnTo>
                  <a:pt x="2700" y="0"/>
                </a:lnTo>
                <a:lnTo>
                  <a:pt x="2700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8210520" y="6514920"/>
            <a:ext cx="1428840" cy="952920"/>
          </a:xfrm>
          <a:custGeom>
            <a:avLst/>
            <a:gdLst/>
            <a:ahLst/>
            <a:rect l="0" t="0" r="r" b="b"/>
            <a:pathLst>
              <a:path w="3969" h="2647">
                <a:moveTo>
                  <a:pt x="0" y="0"/>
                </a:moveTo>
                <a:lnTo>
                  <a:pt x="3969" y="0"/>
                </a:lnTo>
                <a:lnTo>
                  <a:pt x="3969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9639000" y="6514920"/>
            <a:ext cx="1800720" cy="952920"/>
          </a:xfrm>
          <a:custGeom>
            <a:avLst/>
            <a:gdLst/>
            <a:ahLst/>
            <a:rect l="0" t="0" r="r" b="b"/>
            <a:pathLst>
              <a:path w="5002" h="2647">
                <a:moveTo>
                  <a:pt x="0" y="0"/>
                </a:moveTo>
                <a:lnTo>
                  <a:pt x="5002" y="0"/>
                </a:lnTo>
                <a:lnTo>
                  <a:pt x="5002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752400" y="1457280"/>
            <a:ext cx="9720" cy="962280"/>
          </a:xfrm>
          <a:custGeom>
            <a:avLst/>
            <a:gdLst/>
            <a:ahLst/>
            <a:rect l="0" t="0" r="r" b="b"/>
            <a:pathLst>
              <a:path w="27" h="2673">
                <a:moveTo>
                  <a:pt x="0" y="0"/>
                </a:moveTo>
                <a:lnTo>
                  <a:pt x="27" y="0"/>
                </a:lnTo>
                <a:lnTo>
                  <a:pt x="27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752400" y="1457280"/>
            <a:ext cx="971640" cy="9720"/>
          </a:xfrm>
          <a:custGeom>
            <a:avLst/>
            <a:gdLst/>
            <a:ahLst/>
            <a:rect l="0" t="0" r="r" b="b"/>
            <a:pathLst>
              <a:path w="2699" h="27">
                <a:moveTo>
                  <a:pt x="0" y="0"/>
                </a:moveTo>
                <a:lnTo>
                  <a:pt x="2699" y="0"/>
                </a:lnTo>
                <a:lnTo>
                  <a:pt x="26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1714320" y="1457280"/>
            <a:ext cx="9720" cy="962280"/>
          </a:xfrm>
          <a:custGeom>
            <a:avLst/>
            <a:gdLst/>
            <a:ahLst/>
            <a:rect l="0" t="0" r="r" b="b"/>
            <a:pathLst>
              <a:path w="27" h="2673">
                <a:moveTo>
                  <a:pt x="0" y="0"/>
                </a:moveTo>
                <a:lnTo>
                  <a:pt x="27" y="0"/>
                </a:lnTo>
                <a:lnTo>
                  <a:pt x="27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1723680" y="1457280"/>
            <a:ext cx="2134080" cy="9720"/>
          </a:xfrm>
          <a:custGeom>
            <a:avLst/>
            <a:gdLst/>
            <a:ahLst/>
            <a:rect l="0" t="0" r="r" b="b"/>
            <a:pathLst>
              <a:path w="5928" h="27">
                <a:moveTo>
                  <a:pt x="0" y="0"/>
                </a:moveTo>
                <a:lnTo>
                  <a:pt x="5928" y="0"/>
                </a:lnTo>
                <a:lnTo>
                  <a:pt x="59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3848040" y="1457280"/>
            <a:ext cx="9720" cy="962280"/>
          </a:xfrm>
          <a:custGeom>
            <a:avLst/>
            <a:gdLst/>
            <a:ahLst/>
            <a:rect l="0" t="0" r="r" b="b"/>
            <a:pathLst>
              <a:path w="27" h="2673">
                <a:moveTo>
                  <a:pt x="0" y="0"/>
                </a:moveTo>
                <a:lnTo>
                  <a:pt x="27" y="0"/>
                </a:lnTo>
                <a:lnTo>
                  <a:pt x="27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3857400" y="1457280"/>
            <a:ext cx="1591200" cy="9720"/>
          </a:xfrm>
          <a:custGeom>
            <a:avLst/>
            <a:gdLst/>
            <a:ahLst/>
            <a:rect l="0" t="0" r="r" b="b"/>
            <a:pathLst>
              <a:path w="4420" h="27">
                <a:moveTo>
                  <a:pt x="0" y="0"/>
                </a:moveTo>
                <a:lnTo>
                  <a:pt x="4420" y="0"/>
                </a:lnTo>
                <a:lnTo>
                  <a:pt x="44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5438520" y="1457280"/>
            <a:ext cx="10080" cy="962280"/>
          </a:xfrm>
          <a:custGeom>
            <a:avLst/>
            <a:gdLst/>
            <a:ahLst/>
            <a:rect l="0" t="0" r="r" b="b"/>
            <a:pathLst>
              <a:path w="28" h="2673">
                <a:moveTo>
                  <a:pt x="0" y="0"/>
                </a:moveTo>
                <a:lnTo>
                  <a:pt x="28" y="0"/>
                </a:lnTo>
                <a:lnTo>
                  <a:pt x="28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5448240" y="1457280"/>
            <a:ext cx="1800360" cy="9720"/>
          </a:xfrm>
          <a:custGeom>
            <a:avLst/>
            <a:gdLst/>
            <a:ahLst/>
            <a:rect l="0" t="0" r="r" b="b"/>
            <a:pathLst>
              <a:path w="5001" h="27">
                <a:moveTo>
                  <a:pt x="0" y="0"/>
                </a:moveTo>
                <a:lnTo>
                  <a:pt x="5001" y="0"/>
                </a:lnTo>
                <a:lnTo>
                  <a:pt x="500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7238880" y="1457280"/>
            <a:ext cx="9720" cy="962280"/>
          </a:xfrm>
          <a:custGeom>
            <a:avLst/>
            <a:gdLst/>
            <a:ahLst/>
            <a:rect l="0" t="0" r="r" b="b"/>
            <a:pathLst>
              <a:path w="27" h="2673">
                <a:moveTo>
                  <a:pt x="0" y="0"/>
                </a:moveTo>
                <a:lnTo>
                  <a:pt x="27" y="0"/>
                </a:lnTo>
                <a:lnTo>
                  <a:pt x="27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7248240" y="1457280"/>
            <a:ext cx="962640" cy="9720"/>
          </a:xfrm>
          <a:custGeom>
            <a:avLst/>
            <a:gdLst/>
            <a:ahLst/>
            <a:rect l="0" t="0" r="r" b="b"/>
            <a:pathLst>
              <a:path w="2674" h="27">
                <a:moveTo>
                  <a:pt x="0" y="0"/>
                </a:moveTo>
                <a:lnTo>
                  <a:pt x="2674" y="0"/>
                </a:lnTo>
                <a:lnTo>
                  <a:pt x="267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8200800" y="1457280"/>
            <a:ext cx="10080" cy="962280"/>
          </a:xfrm>
          <a:custGeom>
            <a:avLst/>
            <a:gdLst/>
            <a:ahLst/>
            <a:rect l="0" t="0" r="r" b="b"/>
            <a:pathLst>
              <a:path w="28" h="2673">
                <a:moveTo>
                  <a:pt x="0" y="0"/>
                </a:moveTo>
                <a:lnTo>
                  <a:pt x="28" y="0"/>
                </a:lnTo>
                <a:lnTo>
                  <a:pt x="28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8210520" y="1457280"/>
            <a:ext cx="1428840" cy="9720"/>
          </a:xfrm>
          <a:custGeom>
            <a:avLst/>
            <a:gdLst/>
            <a:ahLst/>
            <a:rect l="0" t="0" r="r" b="b"/>
            <a:pathLst>
              <a:path w="3969" h="27">
                <a:moveTo>
                  <a:pt x="0" y="0"/>
                </a:moveTo>
                <a:lnTo>
                  <a:pt x="3969" y="0"/>
                </a:lnTo>
                <a:lnTo>
                  <a:pt x="396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9629640" y="1457280"/>
            <a:ext cx="9720" cy="962280"/>
          </a:xfrm>
          <a:custGeom>
            <a:avLst/>
            <a:gdLst/>
            <a:ahLst/>
            <a:rect l="0" t="0" r="r" b="b"/>
            <a:pathLst>
              <a:path w="27" h="2673">
                <a:moveTo>
                  <a:pt x="0" y="0"/>
                </a:moveTo>
                <a:lnTo>
                  <a:pt x="27" y="0"/>
                </a:lnTo>
                <a:lnTo>
                  <a:pt x="27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9639000" y="1457280"/>
            <a:ext cx="1810080" cy="9720"/>
          </a:xfrm>
          <a:custGeom>
            <a:avLst/>
            <a:gdLst/>
            <a:ahLst/>
            <a:rect l="0" t="0" r="r" b="b"/>
            <a:pathLst>
              <a:path w="5028" h="27">
                <a:moveTo>
                  <a:pt x="0" y="0"/>
                </a:moveTo>
                <a:lnTo>
                  <a:pt x="5028" y="0"/>
                </a:lnTo>
                <a:lnTo>
                  <a:pt x="50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11439360" y="1457280"/>
            <a:ext cx="9720" cy="962280"/>
          </a:xfrm>
          <a:custGeom>
            <a:avLst/>
            <a:gdLst/>
            <a:ahLst/>
            <a:rect l="0" t="0" r="r" b="b"/>
            <a:pathLst>
              <a:path w="27" h="2673">
                <a:moveTo>
                  <a:pt x="0" y="0"/>
                </a:moveTo>
                <a:lnTo>
                  <a:pt x="27" y="0"/>
                </a:lnTo>
                <a:lnTo>
                  <a:pt x="27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752400" y="2409480"/>
            <a:ext cx="971640" cy="10080"/>
          </a:xfrm>
          <a:custGeom>
            <a:avLst/>
            <a:gdLst/>
            <a:ahLst/>
            <a:rect l="0" t="0" r="r" b="b"/>
            <a:pathLst>
              <a:path w="2699" h="28">
                <a:moveTo>
                  <a:pt x="0" y="0"/>
                </a:moveTo>
                <a:lnTo>
                  <a:pt x="2699" y="0"/>
                </a:lnTo>
                <a:lnTo>
                  <a:pt x="269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1723680" y="2409480"/>
            <a:ext cx="2134080" cy="10080"/>
          </a:xfrm>
          <a:custGeom>
            <a:avLst/>
            <a:gdLst/>
            <a:ahLst/>
            <a:rect l="0" t="0" r="r" b="b"/>
            <a:pathLst>
              <a:path w="5928" h="28">
                <a:moveTo>
                  <a:pt x="0" y="0"/>
                </a:moveTo>
                <a:lnTo>
                  <a:pt x="5928" y="0"/>
                </a:lnTo>
                <a:lnTo>
                  <a:pt x="592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3857400" y="2409480"/>
            <a:ext cx="1591200" cy="10080"/>
          </a:xfrm>
          <a:custGeom>
            <a:avLst/>
            <a:gdLst/>
            <a:ahLst/>
            <a:rect l="0" t="0" r="r" b="b"/>
            <a:pathLst>
              <a:path w="4420" h="28">
                <a:moveTo>
                  <a:pt x="0" y="0"/>
                </a:moveTo>
                <a:lnTo>
                  <a:pt x="4420" y="0"/>
                </a:lnTo>
                <a:lnTo>
                  <a:pt x="442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5448240" y="2409480"/>
            <a:ext cx="1800360" cy="10080"/>
          </a:xfrm>
          <a:custGeom>
            <a:avLst/>
            <a:gdLst/>
            <a:ahLst/>
            <a:rect l="0" t="0" r="r" b="b"/>
            <a:pathLst>
              <a:path w="5001" h="28">
                <a:moveTo>
                  <a:pt x="0" y="0"/>
                </a:moveTo>
                <a:lnTo>
                  <a:pt x="5001" y="0"/>
                </a:lnTo>
                <a:lnTo>
                  <a:pt x="500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7248240" y="2409480"/>
            <a:ext cx="962640" cy="10080"/>
          </a:xfrm>
          <a:custGeom>
            <a:avLst/>
            <a:gdLst/>
            <a:ahLst/>
            <a:rect l="0" t="0" r="r" b="b"/>
            <a:pathLst>
              <a:path w="2674" h="28">
                <a:moveTo>
                  <a:pt x="0" y="0"/>
                </a:moveTo>
                <a:lnTo>
                  <a:pt x="2674" y="0"/>
                </a:lnTo>
                <a:lnTo>
                  <a:pt x="267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8210520" y="2409480"/>
            <a:ext cx="1428840" cy="10080"/>
          </a:xfrm>
          <a:custGeom>
            <a:avLst/>
            <a:gdLst/>
            <a:ahLst/>
            <a:rect l="0" t="0" r="r" b="b"/>
            <a:pathLst>
              <a:path w="3969" h="28">
                <a:moveTo>
                  <a:pt x="0" y="0"/>
                </a:moveTo>
                <a:lnTo>
                  <a:pt x="3969" y="0"/>
                </a:lnTo>
                <a:lnTo>
                  <a:pt x="396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9639000" y="2409480"/>
            <a:ext cx="1810080" cy="10080"/>
          </a:xfrm>
          <a:custGeom>
            <a:avLst/>
            <a:gdLst/>
            <a:ahLst/>
            <a:rect l="0" t="0" r="r" b="b"/>
            <a:pathLst>
              <a:path w="5028" h="28">
                <a:moveTo>
                  <a:pt x="0" y="0"/>
                </a:moveTo>
                <a:lnTo>
                  <a:pt x="5028" y="0"/>
                </a:lnTo>
                <a:lnTo>
                  <a:pt x="502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752400" y="241920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1714320" y="241920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3848040" y="241920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5438520" y="2419200"/>
            <a:ext cx="10080" cy="952920"/>
          </a:xfrm>
          <a:custGeom>
            <a:avLst/>
            <a:gdLst/>
            <a:ahLst/>
            <a:rect l="0" t="0" r="r" b="b"/>
            <a:pathLst>
              <a:path w="28" h="2647">
                <a:moveTo>
                  <a:pt x="0" y="0"/>
                </a:moveTo>
                <a:lnTo>
                  <a:pt x="28" y="0"/>
                </a:lnTo>
                <a:lnTo>
                  <a:pt x="2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7238880" y="241920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8200800" y="2419200"/>
            <a:ext cx="10080" cy="952920"/>
          </a:xfrm>
          <a:custGeom>
            <a:avLst/>
            <a:gdLst/>
            <a:ahLst/>
            <a:rect l="0" t="0" r="r" b="b"/>
            <a:pathLst>
              <a:path w="28" h="2647">
                <a:moveTo>
                  <a:pt x="0" y="0"/>
                </a:moveTo>
                <a:lnTo>
                  <a:pt x="28" y="0"/>
                </a:lnTo>
                <a:lnTo>
                  <a:pt x="2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9629640" y="241920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11439360" y="241920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752400" y="3371760"/>
            <a:ext cx="9720" cy="1362240"/>
          </a:xfrm>
          <a:custGeom>
            <a:avLst/>
            <a:gdLst/>
            <a:ahLst/>
            <a:rect l="0" t="0" r="r" b="b"/>
            <a:pathLst>
              <a:path w="27" h="3784">
                <a:moveTo>
                  <a:pt x="0" y="0"/>
                </a:moveTo>
                <a:lnTo>
                  <a:pt x="27" y="0"/>
                </a:lnTo>
                <a:lnTo>
                  <a:pt x="27" y="3784"/>
                </a:lnTo>
                <a:lnTo>
                  <a:pt x="0" y="378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752400" y="3362040"/>
            <a:ext cx="971640" cy="10080"/>
          </a:xfrm>
          <a:custGeom>
            <a:avLst/>
            <a:gdLst/>
            <a:ahLst/>
            <a:rect l="0" t="0" r="r" b="b"/>
            <a:pathLst>
              <a:path w="2699" h="28">
                <a:moveTo>
                  <a:pt x="0" y="0"/>
                </a:moveTo>
                <a:lnTo>
                  <a:pt x="2699" y="0"/>
                </a:lnTo>
                <a:lnTo>
                  <a:pt x="269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1714320" y="3371760"/>
            <a:ext cx="9720" cy="1362240"/>
          </a:xfrm>
          <a:custGeom>
            <a:avLst/>
            <a:gdLst/>
            <a:ahLst/>
            <a:rect l="0" t="0" r="r" b="b"/>
            <a:pathLst>
              <a:path w="27" h="3784">
                <a:moveTo>
                  <a:pt x="0" y="0"/>
                </a:moveTo>
                <a:lnTo>
                  <a:pt x="27" y="0"/>
                </a:lnTo>
                <a:lnTo>
                  <a:pt x="27" y="3784"/>
                </a:lnTo>
                <a:lnTo>
                  <a:pt x="0" y="378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1723680" y="3362040"/>
            <a:ext cx="2134080" cy="10080"/>
          </a:xfrm>
          <a:custGeom>
            <a:avLst/>
            <a:gdLst/>
            <a:ahLst/>
            <a:rect l="0" t="0" r="r" b="b"/>
            <a:pathLst>
              <a:path w="5928" h="28">
                <a:moveTo>
                  <a:pt x="0" y="0"/>
                </a:moveTo>
                <a:lnTo>
                  <a:pt x="5928" y="0"/>
                </a:lnTo>
                <a:lnTo>
                  <a:pt x="592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3848040" y="3371760"/>
            <a:ext cx="9720" cy="1362240"/>
          </a:xfrm>
          <a:custGeom>
            <a:avLst/>
            <a:gdLst/>
            <a:ahLst/>
            <a:rect l="0" t="0" r="r" b="b"/>
            <a:pathLst>
              <a:path w="27" h="3784">
                <a:moveTo>
                  <a:pt x="0" y="0"/>
                </a:moveTo>
                <a:lnTo>
                  <a:pt x="27" y="0"/>
                </a:lnTo>
                <a:lnTo>
                  <a:pt x="27" y="3784"/>
                </a:lnTo>
                <a:lnTo>
                  <a:pt x="0" y="378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3857400" y="3362040"/>
            <a:ext cx="1591200" cy="10080"/>
          </a:xfrm>
          <a:custGeom>
            <a:avLst/>
            <a:gdLst/>
            <a:ahLst/>
            <a:rect l="0" t="0" r="r" b="b"/>
            <a:pathLst>
              <a:path w="4420" h="28">
                <a:moveTo>
                  <a:pt x="0" y="0"/>
                </a:moveTo>
                <a:lnTo>
                  <a:pt x="4420" y="0"/>
                </a:lnTo>
                <a:lnTo>
                  <a:pt x="442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5438520" y="3371760"/>
            <a:ext cx="10080" cy="1362240"/>
          </a:xfrm>
          <a:custGeom>
            <a:avLst/>
            <a:gdLst/>
            <a:ahLst/>
            <a:rect l="0" t="0" r="r" b="b"/>
            <a:pathLst>
              <a:path w="28" h="3784">
                <a:moveTo>
                  <a:pt x="0" y="0"/>
                </a:moveTo>
                <a:lnTo>
                  <a:pt x="28" y="0"/>
                </a:lnTo>
                <a:lnTo>
                  <a:pt x="28" y="3784"/>
                </a:lnTo>
                <a:lnTo>
                  <a:pt x="0" y="378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5448240" y="3362040"/>
            <a:ext cx="1800360" cy="10080"/>
          </a:xfrm>
          <a:custGeom>
            <a:avLst/>
            <a:gdLst/>
            <a:ahLst/>
            <a:rect l="0" t="0" r="r" b="b"/>
            <a:pathLst>
              <a:path w="5001" h="28">
                <a:moveTo>
                  <a:pt x="0" y="0"/>
                </a:moveTo>
                <a:lnTo>
                  <a:pt x="5001" y="0"/>
                </a:lnTo>
                <a:lnTo>
                  <a:pt x="500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7238880" y="3371760"/>
            <a:ext cx="9720" cy="1362240"/>
          </a:xfrm>
          <a:custGeom>
            <a:avLst/>
            <a:gdLst/>
            <a:ahLst/>
            <a:rect l="0" t="0" r="r" b="b"/>
            <a:pathLst>
              <a:path w="27" h="3784">
                <a:moveTo>
                  <a:pt x="0" y="0"/>
                </a:moveTo>
                <a:lnTo>
                  <a:pt x="27" y="0"/>
                </a:lnTo>
                <a:lnTo>
                  <a:pt x="27" y="3784"/>
                </a:lnTo>
                <a:lnTo>
                  <a:pt x="0" y="378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7248240" y="3362040"/>
            <a:ext cx="962640" cy="10080"/>
          </a:xfrm>
          <a:custGeom>
            <a:avLst/>
            <a:gdLst/>
            <a:ahLst/>
            <a:rect l="0" t="0" r="r" b="b"/>
            <a:pathLst>
              <a:path w="2674" h="28">
                <a:moveTo>
                  <a:pt x="0" y="0"/>
                </a:moveTo>
                <a:lnTo>
                  <a:pt x="2674" y="0"/>
                </a:lnTo>
                <a:lnTo>
                  <a:pt x="267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8200800" y="3371760"/>
            <a:ext cx="10080" cy="1362240"/>
          </a:xfrm>
          <a:custGeom>
            <a:avLst/>
            <a:gdLst/>
            <a:ahLst/>
            <a:rect l="0" t="0" r="r" b="b"/>
            <a:pathLst>
              <a:path w="28" h="3784">
                <a:moveTo>
                  <a:pt x="0" y="0"/>
                </a:moveTo>
                <a:lnTo>
                  <a:pt x="28" y="0"/>
                </a:lnTo>
                <a:lnTo>
                  <a:pt x="28" y="3784"/>
                </a:lnTo>
                <a:lnTo>
                  <a:pt x="0" y="378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8210520" y="3362040"/>
            <a:ext cx="1428840" cy="10080"/>
          </a:xfrm>
          <a:custGeom>
            <a:avLst/>
            <a:gdLst/>
            <a:ahLst/>
            <a:rect l="0" t="0" r="r" b="b"/>
            <a:pathLst>
              <a:path w="3969" h="28">
                <a:moveTo>
                  <a:pt x="0" y="0"/>
                </a:moveTo>
                <a:lnTo>
                  <a:pt x="3969" y="0"/>
                </a:lnTo>
                <a:lnTo>
                  <a:pt x="396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9629640" y="3371760"/>
            <a:ext cx="9720" cy="1362240"/>
          </a:xfrm>
          <a:custGeom>
            <a:avLst/>
            <a:gdLst/>
            <a:ahLst/>
            <a:rect l="0" t="0" r="r" b="b"/>
            <a:pathLst>
              <a:path w="27" h="3784">
                <a:moveTo>
                  <a:pt x="0" y="0"/>
                </a:moveTo>
                <a:lnTo>
                  <a:pt x="27" y="0"/>
                </a:lnTo>
                <a:lnTo>
                  <a:pt x="27" y="3784"/>
                </a:lnTo>
                <a:lnTo>
                  <a:pt x="0" y="378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9639000" y="3362040"/>
            <a:ext cx="1810080" cy="10080"/>
          </a:xfrm>
          <a:custGeom>
            <a:avLst/>
            <a:gdLst/>
            <a:ahLst/>
            <a:rect l="0" t="0" r="r" b="b"/>
            <a:pathLst>
              <a:path w="5028" h="28">
                <a:moveTo>
                  <a:pt x="0" y="0"/>
                </a:moveTo>
                <a:lnTo>
                  <a:pt x="5028" y="0"/>
                </a:lnTo>
                <a:lnTo>
                  <a:pt x="502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11439360" y="3371760"/>
            <a:ext cx="9720" cy="1362240"/>
          </a:xfrm>
          <a:custGeom>
            <a:avLst/>
            <a:gdLst/>
            <a:ahLst/>
            <a:rect l="0" t="0" r="r" b="b"/>
            <a:pathLst>
              <a:path w="27" h="3784">
                <a:moveTo>
                  <a:pt x="0" y="0"/>
                </a:moveTo>
                <a:lnTo>
                  <a:pt x="27" y="0"/>
                </a:lnTo>
                <a:lnTo>
                  <a:pt x="27" y="3784"/>
                </a:lnTo>
                <a:lnTo>
                  <a:pt x="0" y="378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752400" y="4733640"/>
            <a:ext cx="9720" cy="1781640"/>
          </a:xfrm>
          <a:custGeom>
            <a:avLst/>
            <a:gdLst/>
            <a:ahLst/>
            <a:rect l="0" t="0" r="r" b="b"/>
            <a:pathLst>
              <a:path w="27" h="4949">
                <a:moveTo>
                  <a:pt x="0" y="0"/>
                </a:moveTo>
                <a:lnTo>
                  <a:pt x="27" y="0"/>
                </a:lnTo>
                <a:lnTo>
                  <a:pt x="27" y="4949"/>
                </a:lnTo>
                <a:lnTo>
                  <a:pt x="0" y="494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752400" y="4724280"/>
            <a:ext cx="971640" cy="9720"/>
          </a:xfrm>
          <a:custGeom>
            <a:avLst/>
            <a:gdLst/>
            <a:ahLst/>
            <a:rect l="0" t="0" r="r" b="b"/>
            <a:pathLst>
              <a:path w="2699" h="27">
                <a:moveTo>
                  <a:pt x="0" y="0"/>
                </a:moveTo>
                <a:lnTo>
                  <a:pt x="2699" y="0"/>
                </a:lnTo>
                <a:lnTo>
                  <a:pt x="26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1714320" y="4733640"/>
            <a:ext cx="9720" cy="1781640"/>
          </a:xfrm>
          <a:custGeom>
            <a:avLst/>
            <a:gdLst/>
            <a:ahLst/>
            <a:rect l="0" t="0" r="r" b="b"/>
            <a:pathLst>
              <a:path w="27" h="4949">
                <a:moveTo>
                  <a:pt x="0" y="0"/>
                </a:moveTo>
                <a:lnTo>
                  <a:pt x="27" y="0"/>
                </a:lnTo>
                <a:lnTo>
                  <a:pt x="27" y="4949"/>
                </a:lnTo>
                <a:lnTo>
                  <a:pt x="0" y="494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1723680" y="4724280"/>
            <a:ext cx="2134080" cy="9720"/>
          </a:xfrm>
          <a:custGeom>
            <a:avLst/>
            <a:gdLst/>
            <a:ahLst/>
            <a:rect l="0" t="0" r="r" b="b"/>
            <a:pathLst>
              <a:path w="5928" h="27">
                <a:moveTo>
                  <a:pt x="0" y="0"/>
                </a:moveTo>
                <a:lnTo>
                  <a:pt x="5928" y="0"/>
                </a:lnTo>
                <a:lnTo>
                  <a:pt x="59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3848040" y="4733640"/>
            <a:ext cx="9720" cy="1781640"/>
          </a:xfrm>
          <a:custGeom>
            <a:avLst/>
            <a:gdLst/>
            <a:ahLst/>
            <a:rect l="0" t="0" r="r" b="b"/>
            <a:pathLst>
              <a:path w="27" h="4949">
                <a:moveTo>
                  <a:pt x="0" y="0"/>
                </a:moveTo>
                <a:lnTo>
                  <a:pt x="27" y="0"/>
                </a:lnTo>
                <a:lnTo>
                  <a:pt x="27" y="4949"/>
                </a:lnTo>
                <a:lnTo>
                  <a:pt x="0" y="494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3857400" y="4724280"/>
            <a:ext cx="1591200" cy="9720"/>
          </a:xfrm>
          <a:custGeom>
            <a:avLst/>
            <a:gdLst/>
            <a:ahLst/>
            <a:rect l="0" t="0" r="r" b="b"/>
            <a:pathLst>
              <a:path w="4420" h="27">
                <a:moveTo>
                  <a:pt x="0" y="0"/>
                </a:moveTo>
                <a:lnTo>
                  <a:pt x="4420" y="0"/>
                </a:lnTo>
                <a:lnTo>
                  <a:pt x="44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5438520" y="4733640"/>
            <a:ext cx="10080" cy="1781640"/>
          </a:xfrm>
          <a:custGeom>
            <a:avLst/>
            <a:gdLst/>
            <a:ahLst/>
            <a:rect l="0" t="0" r="r" b="b"/>
            <a:pathLst>
              <a:path w="28" h="4949">
                <a:moveTo>
                  <a:pt x="0" y="0"/>
                </a:moveTo>
                <a:lnTo>
                  <a:pt x="28" y="0"/>
                </a:lnTo>
                <a:lnTo>
                  <a:pt x="28" y="4949"/>
                </a:lnTo>
                <a:lnTo>
                  <a:pt x="0" y="494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5448240" y="4724280"/>
            <a:ext cx="1800360" cy="9720"/>
          </a:xfrm>
          <a:custGeom>
            <a:avLst/>
            <a:gdLst/>
            <a:ahLst/>
            <a:rect l="0" t="0" r="r" b="b"/>
            <a:pathLst>
              <a:path w="5001" h="27">
                <a:moveTo>
                  <a:pt x="0" y="0"/>
                </a:moveTo>
                <a:lnTo>
                  <a:pt x="5001" y="0"/>
                </a:lnTo>
                <a:lnTo>
                  <a:pt x="500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7238880" y="4733640"/>
            <a:ext cx="9720" cy="1781640"/>
          </a:xfrm>
          <a:custGeom>
            <a:avLst/>
            <a:gdLst/>
            <a:ahLst/>
            <a:rect l="0" t="0" r="r" b="b"/>
            <a:pathLst>
              <a:path w="27" h="4949">
                <a:moveTo>
                  <a:pt x="0" y="0"/>
                </a:moveTo>
                <a:lnTo>
                  <a:pt x="27" y="0"/>
                </a:lnTo>
                <a:lnTo>
                  <a:pt x="27" y="4949"/>
                </a:lnTo>
                <a:lnTo>
                  <a:pt x="0" y="494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7248240" y="4724280"/>
            <a:ext cx="962640" cy="9720"/>
          </a:xfrm>
          <a:custGeom>
            <a:avLst/>
            <a:gdLst/>
            <a:ahLst/>
            <a:rect l="0" t="0" r="r" b="b"/>
            <a:pathLst>
              <a:path w="2674" h="27">
                <a:moveTo>
                  <a:pt x="0" y="0"/>
                </a:moveTo>
                <a:lnTo>
                  <a:pt x="2674" y="0"/>
                </a:lnTo>
                <a:lnTo>
                  <a:pt x="267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8200800" y="4733640"/>
            <a:ext cx="10080" cy="1781640"/>
          </a:xfrm>
          <a:custGeom>
            <a:avLst/>
            <a:gdLst/>
            <a:ahLst/>
            <a:rect l="0" t="0" r="r" b="b"/>
            <a:pathLst>
              <a:path w="28" h="4949">
                <a:moveTo>
                  <a:pt x="0" y="0"/>
                </a:moveTo>
                <a:lnTo>
                  <a:pt x="28" y="0"/>
                </a:lnTo>
                <a:lnTo>
                  <a:pt x="28" y="4949"/>
                </a:lnTo>
                <a:lnTo>
                  <a:pt x="0" y="494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8210520" y="4724280"/>
            <a:ext cx="1428840" cy="9720"/>
          </a:xfrm>
          <a:custGeom>
            <a:avLst/>
            <a:gdLst/>
            <a:ahLst/>
            <a:rect l="0" t="0" r="r" b="b"/>
            <a:pathLst>
              <a:path w="3969" h="27">
                <a:moveTo>
                  <a:pt x="0" y="0"/>
                </a:moveTo>
                <a:lnTo>
                  <a:pt x="3969" y="0"/>
                </a:lnTo>
                <a:lnTo>
                  <a:pt x="396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9629640" y="4733640"/>
            <a:ext cx="9720" cy="1781640"/>
          </a:xfrm>
          <a:custGeom>
            <a:avLst/>
            <a:gdLst/>
            <a:ahLst/>
            <a:rect l="0" t="0" r="r" b="b"/>
            <a:pathLst>
              <a:path w="27" h="4949">
                <a:moveTo>
                  <a:pt x="0" y="0"/>
                </a:moveTo>
                <a:lnTo>
                  <a:pt x="27" y="0"/>
                </a:lnTo>
                <a:lnTo>
                  <a:pt x="27" y="4949"/>
                </a:lnTo>
                <a:lnTo>
                  <a:pt x="0" y="494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9639000" y="4724280"/>
            <a:ext cx="1810080" cy="9720"/>
          </a:xfrm>
          <a:custGeom>
            <a:avLst/>
            <a:gdLst/>
            <a:ahLst/>
            <a:rect l="0" t="0" r="r" b="b"/>
            <a:pathLst>
              <a:path w="5028" h="27">
                <a:moveTo>
                  <a:pt x="0" y="0"/>
                </a:moveTo>
                <a:lnTo>
                  <a:pt x="5028" y="0"/>
                </a:lnTo>
                <a:lnTo>
                  <a:pt x="50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11439360" y="4733640"/>
            <a:ext cx="9720" cy="1781640"/>
          </a:xfrm>
          <a:custGeom>
            <a:avLst/>
            <a:gdLst/>
            <a:ahLst/>
            <a:rect l="0" t="0" r="r" b="b"/>
            <a:pathLst>
              <a:path w="27" h="4949">
                <a:moveTo>
                  <a:pt x="0" y="0"/>
                </a:moveTo>
                <a:lnTo>
                  <a:pt x="27" y="0"/>
                </a:lnTo>
                <a:lnTo>
                  <a:pt x="27" y="4949"/>
                </a:lnTo>
                <a:lnTo>
                  <a:pt x="0" y="494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752400" y="651492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752400" y="6505560"/>
            <a:ext cx="971640" cy="9720"/>
          </a:xfrm>
          <a:custGeom>
            <a:avLst/>
            <a:gdLst/>
            <a:ahLst/>
            <a:rect l="0" t="0" r="r" b="b"/>
            <a:pathLst>
              <a:path w="2699" h="27">
                <a:moveTo>
                  <a:pt x="0" y="0"/>
                </a:moveTo>
                <a:lnTo>
                  <a:pt x="2699" y="0"/>
                </a:lnTo>
                <a:lnTo>
                  <a:pt x="26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1714320" y="651492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1723680" y="6505560"/>
            <a:ext cx="2134080" cy="9720"/>
          </a:xfrm>
          <a:custGeom>
            <a:avLst/>
            <a:gdLst/>
            <a:ahLst/>
            <a:rect l="0" t="0" r="r" b="b"/>
            <a:pathLst>
              <a:path w="5928" h="27">
                <a:moveTo>
                  <a:pt x="0" y="0"/>
                </a:moveTo>
                <a:lnTo>
                  <a:pt x="5928" y="0"/>
                </a:lnTo>
                <a:lnTo>
                  <a:pt x="59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3848040" y="651492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3857400" y="6505560"/>
            <a:ext cx="1591200" cy="9720"/>
          </a:xfrm>
          <a:custGeom>
            <a:avLst/>
            <a:gdLst/>
            <a:ahLst/>
            <a:rect l="0" t="0" r="r" b="b"/>
            <a:pathLst>
              <a:path w="4420" h="27">
                <a:moveTo>
                  <a:pt x="0" y="0"/>
                </a:moveTo>
                <a:lnTo>
                  <a:pt x="4420" y="0"/>
                </a:lnTo>
                <a:lnTo>
                  <a:pt x="44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5438520" y="6514920"/>
            <a:ext cx="10080" cy="952920"/>
          </a:xfrm>
          <a:custGeom>
            <a:avLst/>
            <a:gdLst/>
            <a:ahLst/>
            <a:rect l="0" t="0" r="r" b="b"/>
            <a:pathLst>
              <a:path w="28" h="2647">
                <a:moveTo>
                  <a:pt x="0" y="0"/>
                </a:moveTo>
                <a:lnTo>
                  <a:pt x="28" y="0"/>
                </a:lnTo>
                <a:lnTo>
                  <a:pt x="2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5448240" y="6505560"/>
            <a:ext cx="1800360" cy="9720"/>
          </a:xfrm>
          <a:custGeom>
            <a:avLst/>
            <a:gdLst/>
            <a:ahLst/>
            <a:rect l="0" t="0" r="r" b="b"/>
            <a:pathLst>
              <a:path w="5001" h="27">
                <a:moveTo>
                  <a:pt x="0" y="0"/>
                </a:moveTo>
                <a:lnTo>
                  <a:pt x="5001" y="0"/>
                </a:lnTo>
                <a:lnTo>
                  <a:pt x="500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7238880" y="651492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7248240" y="6505560"/>
            <a:ext cx="962640" cy="9720"/>
          </a:xfrm>
          <a:custGeom>
            <a:avLst/>
            <a:gdLst/>
            <a:ahLst/>
            <a:rect l="0" t="0" r="r" b="b"/>
            <a:pathLst>
              <a:path w="2674" h="27">
                <a:moveTo>
                  <a:pt x="0" y="0"/>
                </a:moveTo>
                <a:lnTo>
                  <a:pt x="2674" y="0"/>
                </a:lnTo>
                <a:lnTo>
                  <a:pt x="267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8200800" y="6514920"/>
            <a:ext cx="10080" cy="952920"/>
          </a:xfrm>
          <a:custGeom>
            <a:avLst/>
            <a:gdLst/>
            <a:ahLst/>
            <a:rect l="0" t="0" r="r" b="b"/>
            <a:pathLst>
              <a:path w="28" h="2647">
                <a:moveTo>
                  <a:pt x="0" y="0"/>
                </a:moveTo>
                <a:lnTo>
                  <a:pt x="28" y="0"/>
                </a:lnTo>
                <a:lnTo>
                  <a:pt x="2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8210520" y="6505560"/>
            <a:ext cx="1428840" cy="9720"/>
          </a:xfrm>
          <a:custGeom>
            <a:avLst/>
            <a:gdLst/>
            <a:ahLst/>
            <a:rect l="0" t="0" r="r" b="b"/>
            <a:pathLst>
              <a:path w="3969" h="27">
                <a:moveTo>
                  <a:pt x="0" y="0"/>
                </a:moveTo>
                <a:lnTo>
                  <a:pt x="3969" y="0"/>
                </a:lnTo>
                <a:lnTo>
                  <a:pt x="396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9629640" y="651492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9639000" y="6505560"/>
            <a:ext cx="1810080" cy="9720"/>
          </a:xfrm>
          <a:custGeom>
            <a:avLst/>
            <a:gdLst/>
            <a:ahLst/>
            <a:rect l="0" t="0" r="r" b="b"/>
            <a:pathLst>
              <a:path w="5028" h="27">
                <a:moveTo>
                  <a:pt x="0" y="0"/>
                </a:moveTo>
                <a:lnTo>
                  <a:pt x="5028" y="0"/>
                </a:lnTo>
                <a:lnTo>
                  <a:pt x="50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11439360" y="651492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747720" y="770400"/>
            <a:ext cx="203832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  <a:ea typeface="Arial"/>
              </a:rPr>
              <a:t>The journey</a:t>
            </a:r>
            <a:endParaRPr b="0" lang="en-US" sz="28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880920" y="1778760"/>
            <a:ext cx="7048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Level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2417400" y="1778760"/>
            <a:ext cx="7351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Stack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4413600" y="1569240"/>
            <a:ext cx="4748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p95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4129560" y="1978920"/>
            <a:ext cx="10432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Latency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5654520" y="1778760"/>
            <a:ext cx="13798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requests/s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7433280" y="1778760"/>
            <a:ext cx="5828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CPU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8722800" y="1569240"/>
            <a:ext cx="3985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DB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8385120" y="1978920"/>
            <a:ext cx="10735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Threads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9893880" y="1778760"/>
            <a:ext cx="12884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New layer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880920" y="273132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0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1844640" y="2521800"/>
            <a:ext cx="11725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Apache +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4009680" y="2523960"/>
            <a:ext cx="276840" cy="277560"/>
          </a:xfrm>
          <a:custGeom>
            <a:avLst/>
            <a:gdLst/>
            <a:ahLst/>
            <a:rect l="0" t="0" r="r" b="b"/>
            <a:pathLst>
              <a:path w="769" h="771">
                <a:moveTo>
                  <a:pt x="469" y="0"/>
                </a:moveTo>
                <a:lnTo>
                  <a:pt x="384" y="171"/>
                </a:lnTo>
                <a:lnTo>
                  <a:pt x="278" y="64"/>
                </a:lnTo>
                <a:lnTo>
                  <a:pt x="278" y="214"/>
                </a:lnTo>
                <a:lnTo>
                  <a:pt x="64" y="171"/>
                </a:lnTo>
                <a:lnTo>
                  <a:pt x="235" y="343"/>
                </a:lnTo>
                <a:lnTo>
                  <a:pt x="0" y="471"/>
                </a:lnTo>
                <a:lnTo>
                  <a:pt x="256" y="471"/>
                </a:lnTo>
                <a:lnTo>
                  <a:pt x="128" y="728"/>
                </a:lnTo>
                <a:lnTo>
                  <a:pt x="384" y="557"/>
                </a:lnTo>
                <a:lnTo>
                  <a:pt x="619" y="771"/>
                </a:lnTo>
                <a:lnTo>
                  <a:pt x="555" y="471"/>
                </a:lnTo>
                <a:lnTo>
                  <a:pt x="769" y="471"/>
                </a:lnTo>
                <a:lnTo>
                  <a:pt x="597" y="343"/>
                </a:lnTo>
                <a:lnTo>
                  <a:pt x="769" y="150"/>
                </a:lnTo>
                <a:lnTo>
                  <a:pt x="512" y="214"/>
                </a:lnTo>
                <a:lnTo>
                  <a:pt x="469" y="0"/>
                </a:lnTo>
                <a:close/>
              </a:path>
            </a:pathLst>
          </a:custGeom>
          <a:solidFill>
            <a:srgbClr val="bb1a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4083120" y="2578320"/>
            <a:ext cx="157320" cy="171000"/>
          </a:xfrm>
          <a:custGeom>
            <a:avLst/>
            <a:gdLst/>
            <a:ahLst/>
            <a:rect l="0" t="0" r="r" b="b"/>
            <a:pathLst>
              <a:path w="437" h="475">
                <a:moveTo>
                  <a:pt x="286" y="124"/>
                </a:moveTo>
                <a:lnTo>
                  <a:pt x="325" y="114"/>
                </a:lnTo>
                <a:lnTo>
                  <a:pt x="437" y="87"/>
                </a:lnTo>
                <a:lnTo>
                  <a:pt x="365" y="168"/>
                </a:lnTo>
                <a:lnTo>
                  <a:pt x="337" y="201"/>
                </a:lnTo>
                <a:lnTo>
                  <a:pt x="371" y="226"/>
                </a:lnTo>
                <a:lnTo>
                  <a:pt x="433" y="273"/>
                </a:lnTo>
                <a:lnTo>
                  <a:pt x="307" y="273"/>
                </a:lnTo>
                <a:lnTo>
                  <a:pt x="317" y="320"/>
                </a:lnTo>
                <a:lnTo>
                  <a:pt x="350" y="475"/>
                </a:lnTo>
                <a:lnTo>
                  <a:pt x="225" y="361"/>
                </a:lnTo>
                <a:lnTo>
                  <a:pt x="203" y="341"/>
                </a:lnTo>
                <a:lnTo>
                  <a:pt x="177" y="358"/>
                </a:lnTo>
                <a:lnTo>
                  <a:pt x="65" y="433"/>
                </a:lnTo>
                <a:lnTo>
                  <a:pt x="116" y="330"/>
                </a:lnTo>
                <a:lnTo>
                  <a:pt x="144" y="273"/>
                </a:lnTo>
                <a:lnTo>
                  <a:pt x="0" y="273"/>
                </a:lnTo>
                <a:lnTo>
                  <a:pt x="80" y="229"/>
                </a:lnTo>
                <a:lnTo>
                  <a:pt x="126" y="204"/>
                </a:lnTo>
                <a:lnTo>
                  <a:pt x="89" y="166"/>
                </a:lnTo>
                <a:lnTo>
                  <a:pt x="24" y="101"/>
                </a:lnTo>
                <a:lnTo>
                  <a:pt x="93" y="115"/>
                </a:lnTo>
                <a:lnTo>
                  <a:pt x="140" y="124"/>
                </a:lnTo>
                <a:lnTo>
                  <a:pt x="140" y="34"/>
                </a:lnTo>
                <a:lnTo>
                  <a:pt x="171" y="65"/>
                </a:lnTo>
                <a:lnTo>
                  <a:pt x="210" y="103"/>
                </a:lnTo>
                <a:lnTo>
                  <a:pt x="234" y="55"/>
                </a:lnTo>
                <a:lnTo>
                  <a:pt x="261" y="0"/>
                </a:lnTo>
                <a:lnTo>
                  <a:pt x="286" y="124"/>
                </a:lnTo>
                <a:close/>
              </a:path>
            </a:pathLst>
          </a:custGeom>
          <a:solidFill>
            <a:srgbClr val="fcab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4132440" y="2615400"/>
            <a:ext cx="65160" cy="70560"/>
          </a:xfrm>
          <a:custGeom>
            <a:avLst/>
            <a:gdLst/>
            <a:ahLst/>
            <a:rect l="0" t="0" r="r" b="b"/>
            <a:pathLst>
              <a:path w="181" h="196">
                <a:moveTo>
                  <a:pt x="119" y="52"/>
                </a:moveTo>
                <a:lnTo>
                  <a:pt x="135" y="47"/>
                </a:lnTo>
                <a:lnTo>
                  <a:pt x="181" y="35"/>
                </a:lnTo>
                <a:lnTo>
                  <a:pt x="152" y="70"/>
                </a:lnTo>
                <a:lnTo>
                  <a:pt x="140" y="83"/>
                </a:lnTo>
                <a:lnTo>
                  <a:pt x="154" y="93"/>
                </a:lnTo>
                <a:lnTo>
                  <a:pt x="180" y="113"/>
                </a:lnTo>
                <a:lnTo>
                  <a:pt x="128" y="113"/>
                </a:lnTo>
                <a:lnTo>
                  <a:pt x="132" y="132"/>
                </a:lnTo>
                <a:lnTo>
                  <a:pt x="145" y="196"/>
                </a:lnTo>
                <a:lnTo>
                  <a:pt x="94" y="149"/>
                </a:lnTo>
                <a:lnTo>
                  <a:pt x="85" y="141"/>
                </a:lnTo>
                <a:lnTo>
                  <a:pt x="74" y="148"/>
                </a:lnTo>
                <a:lnTo>
                  <a:pt x="27" y="179"/>
                </a:lnTo>
                <a:lnTo>
                  <a:pt x="48" y="136"/>
                </a:lnTo>
                <a:lnTo>
                  <a:pt x="60" y="113"/>
                </a:lnTo>
                <a:lnTo>
                  <a:pt x="0" y="113"/>
                </a:lnTo>
                <a:lnTo>
                  <a:pt x="34" y="95"/>
                </a:lnTo>
                <a:lnTo>
                  <a:pt x="52" y="84"/>
                </a:lnTo>
                <a:lnTo>
                  <a:pt x="37" y="69"/>
                </a:lnTo>
                <a:lnTo>
                  <a:pt x="10" y="41"/>
                </a:lnTo>
                <a:lnTo>
                  <a:pt x="39" y="47"/>
                </a:lnTo>
                <a:lnTo>
                  <a:pt x="58" y="52"/>
                </a:lnTo>
                <a:lnTo>
                  <a:pt x="58" y="13"/>
                </a:lnTo>
                <a:lnTo>
                  <a:pt x="72" y="26"/>
                </a:lnTo>
                <a:lnTo>
                  <a:pt x="88" y="42"/>
                </a:lnTo>
                <a:lnTo>
                  <a:pt x="98" y="22"/>
                </a:lnTo>
                <a:lnTo>
                  <a:pt x="109" y="0"/>
                </a:lnTo>
                <a:lnTo>
                  <a:pt x="119" y="52"/>
                </a:lnTo>
                <a:close/>
              </a:path>
            </a:pathLst>
          </a:custGeom>
          <a:solidFill>
            <a:srgbClr val="f5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1844640" y="2931480"/>
            <a:ext cx="11498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mod_php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4301640" y="2521800"/>
            <a:ext cx="7506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crash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3984120" y="2931480"/>
            <a:ext cx="1283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@ ~50 VU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5576760" y="2521800"/>
            <a:ext cx="9730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~140 →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5576760" y="2931480"/>
            <a:ext cx="10126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collapse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7371720" y="2731320"/>
            <a:ext cx="12502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100% 20+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9766800" y="2731320"/>
            <a:ext cx="2764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—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880920" y="388404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1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1844640" y="3474360"/>
            <a:ext cx="17701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+ Nginx · FPM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1844640" y="3884040"/>
            <a:ext cx="14713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· OPcache ·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1844640" y="4303080"/>
            <a:ext cx="7048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Redis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3984120" y="3884040"/>
            <a:ext cx="9349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133 ms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5576760" y="3884040"/>
            <a:ext cx="3070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65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7371720" y="3884040"/>
            <a:ext cx="5522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25%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8335440" y="3884040"/>
            <a:ext cx="5371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12.5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9766800" y="3683880"/>
            <a:ext cx="13039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OPcache ·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9766800" y="4093560"/>
            <a:ext cx="7048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Redis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880920" y="546516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2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1844640" y="4836240"/>
            <a:ext cx="12639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+ FastCGI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1844640" y="5255640"/>
            <a:ext cx="9043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cache ·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1844640" y="5664960"/>
            <a:ext cx="10735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MariaDB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1844640" y="6084000"/>
            <a:ext cx="7520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tuning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3984120" y="5465160"/>
            <a:ext cx="7826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79 ms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5576760" y="5465160"/>
            <a:ext cx="3070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70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7371720" y="5465160"/>
            <a:ext cx="5522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18%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8335440" y="546516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3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9766800" y="5255640"/>
            <a:ext cx="10263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FastCGI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9766800" y="5664960"/>
            <a:ext cx="14256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page cache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1844640" y="6617520"/>
            <a:ext cx="14958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+ Cloudflare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3984120" y="6617520"/>
            <a:ext cx="9424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~15 ms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5576760" y="6617520"/>
            <a:ext cx="13341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origin sees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9766800" y="6617520"/>
            <a:ext cx="14562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Edge cache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757080" y="4967280"/>
            <a:ext cx="10687320" cy="1133640"/>
          </a:xfrm>
          <a:custGeom>
            <a:avLst/>
            <a:gdLst/>
            <a:ahLst/>
            <a:rect l="0" t="0" r="r" b="b"/>
            <a:pathLst>
              <a:path w="29687" h="3149">
                <a:moveTo>
                  <a:pt x="0" y="3004"/>
                </a:moveTo>
                <a:lnTo>
                  <a:pt x="0" y="145"/>
                </a:lnTo>
                <a:cubicBezTo>
                  <a:pt x="0" y="135"/>
                  <a:pt x="1" y="126"/>
                  <a:pt x="3" y="117"/>
                </a:cubicBezTo>
                <a:cubicBezTo>
                  <a:pt x="5" y="107"/>
                  <a:pt x="7" y="98"/>
                  <a:pt x="11" y="89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0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0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29"/>
                  <a:pt x="29638" y="35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89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5"/>
                  <a:pt x="29687" y="145"/>
                </a:cubicBezTo>
                <a:lnTo>
                  <a:pt x="29687" y="3004"/>
                </a:lnTo>
                <a:cubicBezTo>
                  <a:pt x="29687" y="3013"/>
                  <a:pt x="29686" y="3023"/>
                  <a:pt x="29684" y="3032"/>
                </a:cubicBezTo>
                <a:cubicBezTo>
                  <a:pt x="29683" y="3041"/>
                  <a:pt x="29680" y="3050"/>
                  <a:pt x="29676" y="3059"/>
                </a:cubicBezTo>
                <a:cubicBezTo>
                  <a:pt x="29672" y="3068"/>
                  <a:pt x="29668" y="3076"/>
                  <a:pt x="29663" y="3084"/>
                </a:cubicBezTo>
                <a:cubicBezTo>
                  <a:pt x="29657" y="3092"/>
                  <a:pt x="29651" y="3100"/>
                  <a:pt x="29645" y="3106"/>
                </a:cubicBezTo>
                <a:cubicBezTo>
                  <a:pt x="29638" y="3113"/>
                  <a:pt x="29630" y="3119"/>
                  <a:pt x="29623" y="3125"/>
                </a:cubicBezTo>
                <a:cubicBezTo>
                  <a:pt x="29615" y="3130"/>
                  <a:pt x="29606" y="3134"/>
                  <a:pt x="29597" y="3138"/>
                </a:cubicBezTo>
                <a:cubicBezTo>
                  <a:pt x="29589" y="3142"/>
                  <a:pt x="29579" y="3144"/>
                  <a:pt x="29570" y="3146"/>
                </a:cubicBezTo>
                <a:cubicBezTo>
                  <a:pt x="29561" y="3148"/>
                  <a:pt x="29551" y="3149"/>
                  <a:pt x="29542" y="3149"/>
                </a:cubicBezTo>
                <a:lnTo>
                  <a:pt x="145" y="3149"/>
                </a:lnTo>
                <a:cubicBezTo>
                  <a:pt x="136" y="3149"/>
                  <a:pt x="126" y="3148"/>
                  <a:pt x="117" y="3146"/>
                </a:cubicBezTo>
                <a:cubicBezTo>
                  <a:pt x="108" y="3144"/>
                  <a:pt x="99" y="3142"/>
                  <a:pt x="90" y="3138"/>
                </a:cubicBezTo>
                <a:cubicBezTo>
                  <a:pt x="81" y="3134"/>
                  <a:pt x="73" y="3130"/>
                  <a:pt x="65" y="3125"/>
                </a:cubicBezTo>
                <a:cubicBezTo>
                  <a:pt x="57" y="3119"/>
                  <a:pt x="49" y="3113"/>
                  <a:pt x="43" y="3106"/>
                </a:cubicBezTo>
                <a:cubicBezTo>
                  <a:pt x="36" y="3100"/>
                  <a:pt x="30" y="3092"/>
                  <a:pt x="24" y="3084"/>
                </a:cubicBezTo>
                <a:cubicBezTo>
                  <a:pt x="19" y="3076"/>
                  <a:pt x="15" y="3068"/>
                  <a:pt x="11" y="3059"/>
                </a:cubicBezTo>
                <a:cubicBezTo>
                  <a:pt x="7" y="3050"/>
                  <a:pt x="5" y="3041"/>
                  <a:pt x="3" y="3032"/>
                </a:cubicBezTo>
                <a:cubicBezTo>
                  <a:pt x="1" y="3023"/>
                  <a:pt x="0" y="3013"/>
                  <a:pt x="0" y="3004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757080" y="4967280"/>
            <a:ext cx="10687320" cy="1133640"/>
          </a:xfrm>
          <a:custGeom>
            <a:avLst/>
            <a:gdLst/>
            <a:ahLst/>
            <a:rect l="0" t="0" r="r" b="b"/>
            <a:pathLst>
              <a:path w="29687" h="3149">
                <a:moveTo>
                  <a:pt x="0" y="3004"/>
                </a:moveTo>
                <a:lnTo>
                  <a:pt x="0" y="145"/>
                </a:lnTo>
                <a:cubicBezTo>
                  <a:pt x="0" y="135"/>
                  <a:pt x="1" y="126"/>
                  <a:pt x="3" y="117"/>
                </a:cubicBezTo>
                <a:cubicBezTo>
                  <a:pt x="5" y="107"/>
                  <a:pt x="7" y="98"/>
                  <a:pt x="11" y="89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0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0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29"/>
                  <a:pt x="29638" y="35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89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5"/>
                  <a:pt x="29687" y="145"/>
                </a:cubicBezTo>
                <a:lnTo>
                  <a:pt x="29687" y="3004"/>
                </a:lnTo>
                <a:cubicBezTo>
                  <a:pt x="29687" y="3013"/>
                  <a:pt x="29686" y="3023"/>
                  <a:pt x="29684" y="3032"/>
                </a:cubicBezTo>
                <a:cubicBezTo>
                  <a:pt x="29683" y="3041"/>
                  <a:pt x="29680" y="3050"/>
                  <a:pt x="29676" y="3059"/>
                </a:cubicBezTo>
                <a:cubicBezTo>
                  <a:pt x="29672" y="3068"/>
                  <a:pt x="29668" y="3076"/>
                  <a:pt x="29663" y="3084"/>
                </a:cubicBezTo>
                <a:cubicBezTo>
                  <a:pt x="29657" y="3092"/>
                  <a:pt x="29651" y="3100"/>
                  <a:pt x="29645" y="3106"/>
                </a:cubicBezTo>
                <a:cubicBezTo>
                  <a:pt x="29638" y="3113"/>
                  <a:pt x="29630" y="3119"/>
                  <a:pt x="29623" y="3125"/>
                </a:cubicBezTo>
                <a:cubicBezTo>
                  <a:pt x="29615" y="3130"/>
                  <a:pt x="29606" y="3134"/>
                  <a:pt x="29597" y="3138"/>
                </a:cubicBezTo>
                <a:cubicBezTo>
                  <a:pt x="29589" y="3142"/>
                  <a:pt x="29579" y="3144"/>
                  <a:pt x="29570" y="3146"/>
                </a:cubicBezTo>
                <a:cubicBezTo>
                  <a:pt x="29561" y="3148"/>
                  <a:pt x="29551" y="3149"/>
                  <a:pt x="29542" y="3149"/>
                </a:cubicBezTo>
                <a:lnTo>
                  <a:pt x="145" y="3149"/>
                </a:lnTo>
                <a:cubicBezTo>
                  <a:pt x="136" y="3149"/>
                  <a:pt x="126" y="3148"/>
                  <a:pt x="117" y="3146"/>
                </a:cubicBezTo>
                <a:cubicBezTo>
                  <a:pt x="108" y="3144"/>
                  <a:pt x="99" y="3142"/>
                  <a:pt x="90" y="3138"/>
                </a:cubicBezTo>
                <a:cubicBezTo>
                  <a:pt x="81" y="3134"/>
                  <a:pt x="73" y="3130"/>
                  <a:pt x="65" y="3125"/>
                </a:cubicBezTo>
                <a:cubicBezTo>
                  <a:pt x="57" y="3119"/>
                  <a:pt x="49" y="3113"/>
                  <a:pt x="43" y="3106"/>
                </a:cubicBezTo>
                <a:cubicBezTo>
                  <a:pt x="36" y="3100"/>
                  <a:pt x="30" y="3092"/>
                  <a:pt x="24" y="3084"/>
                </a:cubicBezTo>
                <a:cubicBezTo>
                  <a:pt x="19" y="3076"/>
                  <a:pt x="15" y="3068"/>
                  <a:pt x="11" y="3059"/>
                </a:cubicBezTo>
                <a:cubicBezTo>
                  <a:pt x="7" y="3050"/>
                  <a:pt x="5" y="3041"/>
                  <a:pt x="3" y="3032"/>
                </a:cubicBezTo>
                <a:cubicBezTo>
                  <a:pt x="1" y="3023"/>
                  <a:pt x="0" y="3013"/>
                  <a:pt x="0" y="3004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747720" y="770400"/>
            <a:ext cx="621576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  <a:ea typeface="Arial"/>
              </a:rPr>
              <a:t>Key concept: what is a Virtual User?</a:t>
            </a:r>
            <a:endParaRPr b="0" lang="en-US" sz="28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782640" y="2078280"/>
            <a:ext cx="253800" cy="253800"/>
          </a:xfrm>
          <a:custGeom>
            <a:avLst/>
            <a:gdLst/>
            <a:ahLst/>
            <a:rect l="0" t="0" r="r" b="b"/>
            <a:pathLst>
              <a:path w="705" h="705">
                <a:moveTo>
                  <a:pt x="429" y="353"/>
                </a:moveTo>
                <a:lnTo>
                  <a:pt x="689" y="91"/>
                </a:lnTo>
                <a:cubicBezTo>
                  <a:pt x="710" y="70"/>
                  <a:pt x="710" y="36"/>
                  <a:pt x="689" y="16"/>
                </a:cubicBezTo>
                <a:cubicBezTo>
                  <a:pt x="669" y="-5"/>
                  <a:pt x="635" y="-5"/>
                  <a:pt x="614" y="16"/>
                </a:cubicBezTo>
                <a:lnTo>
                  <a:pt x="353" y="277"/>
                </a:lnTo>
                <a:lnTo>
                  <a:pt x="91" y="16"/>
                </a:lnTo>
                <a:cubicBezTo>
                  <a:pt x="71" y="-5"/>
                  <a:pt x="37" y="-5"/>
                  <a:pt x="16" y="16"/>
                </a:cubicBezTo>
                <a:cubicBezTo>
                  <a:pt x="-5" y="36"/>
                  <a:pt x="-5" y="70"/>
                  <a:pt x="16" y="91"/>
                </a:cubicBezTo>
                <a:lnTo>
                  <a:pt x="277" y="353"/>
                </a:lnTo>
                <a:lnTo>
                  <a:pt x="16" y="614"/>
                </a:lnTo>
                <a:cubicBezTo>
                  <a:pt x="-5" y="635"/>
                  <a:pt x="-5" y="669"/>
                  <a:pt x="16" y="689"/>
                </a:cubicBezTo>
                <a:cubicBezTo>
                  <a:pt x="26" y="700"/>
                  <a:pt x="40" y="705"/>
                  <a:pt x="53" y="705"/>
                </a:cubicBezTo>
                <a:cubicBezTo>
                  <a:pt x="67" y="705"/>
                  <a:pt x="81" y="700"/>
                  <a:pt x="91" y="689"/>
                </a:cubicBezTo>
                <a:lnTo>
                  <a:pt x="353" y="428"/>
                </a:lnTo>
                <a:lnTo>
                  <a:pt x="614" y="689"/>
                </a:lnTo>
                <a:cubicBezTo>
                  <a:pt x="624" y="699"/>
                  <a:pt x="638" y="704"/>
                  <a:pt x="652" y="704"/>
                </a:cubicBezTo>
                <a:cubicBezTo>
                  <a:pt x="665" y="704"/>
                  <a:pt x="679" y="699"/>
                  <a:pt x="689" y="689"/>
                </a:cubicBezTo>
                <a:cubicBezTo>
                  <a:pt x="710" y="668"/>
                  <a:pt x="710" y="634"/>
                  <a:pt x="689" y="613"/>
                </a:cubicBezTo>
                <a:lnTo>
                  <a:pt x="429" y="353"/>
                </a:ln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747720" y="1502640"/>
            <a:ext cx="12412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NOT this: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782640" y="2497320"/>
            <a:ext cx="253800" cy="253800"/>
          </a:xfrm>
          <a:custGeom>
            <a:avLst/>
            <a:gdLst/>
            <a:ahLst/>
            <a:rect l="0" t="0" r="r" b="b"/>
            <a:pathLst>
              <a:path w="705" h="705">
                <a:moveTo>
                  <a:pt x="429" y="352"/>
                </a:moveTo>
                <a:lnTo>
                  <a:pt x="689" y="91"/>
                </a:lnTo>
                <a:cubicBezTo>
                  <a:pt x="710" y="70"/>
                  <a:pt x="710" y="37"/>
                  <a:pt x="689" y="16"/>
                </a:cubicBezTo>
                <a:cubicBezTo>
                  <a:pt x="669" y="-5"/>
                  <a:pt x="635" y="-5"/>
                  <a:pt x="614" y="16"/>
                </a:cubicBezTo>
                <a:lnTo>
                  <a:pt x="353" y="276"/>
                </a:lnTo>
                <a:lnTo>
                  <a:pt x="91" y="16"/>
                </a:lnTo>
                <a:cubicBezTo>
                  <a:pt x="71" y="-5"/>
                  <a:pt x="37" y="-5"/>
                  <a:pt x="16" y="16"/>
                </a:cubicBezTo>
                <a:cubicBezTo>
                  <a:pt x="-5" y="37"/>
                  <a:pt x="-5" y="70"/>
                  <a:pt x="16" y="91"/>
                </a:cubicBezTo>
                <a:lnTo>
                  <a:pt x="277" y="352"/>
                </a:lnTo>
                <a:lnTo>
                  <a:pt x="16" y="614"/>
                </a:lnTo>
                <a:cubicBezTo>
                  <a:pt x="-5" y="635"/>
                  <a:pt x="-5" y="669"/>
                  <a:pt x="16" y="690"/>
                </a:cubicBezTo>
                <a:cubicBezTo>
                  <a:pt x="26" y="700"/>
                  <a:pt x="40" y="705"/>
                  <a:pt x="53" y="705"/>
                </a:cubicBezTo>
                <a:cubicBezTo>
                  <a:pt x="67" y="705"/>
                  <a:pt x="81" y="700"/>
                  <a:pt x="91" y="690"/>
                </a:cubicBezTo>
                <a:lnTo>
                  <a:pt x="353" y="427"/>
                </a:lnTo>
                <a:lnTo>
                  <a:pt x="614" y="689"/>
                </a:lnTo>
                <a:cubicBezTo>
                  <a:pt x="624" y="699"/>
                  <a:pt x="638" y="705"/>
                  <a:pt x="652" y="705"/>
                </a:cubicBezTo>
                <a:cubicBezTo>
                  <a:pt x="665" y="705"/>
                  <a:pt x="679" y="699"/>
                  <a:pt x="689" y="689"/>
                </a:cubicBezTo>
                <a:cubicBezTo>
                  <a:pt x="710" y="668"/>
                  <a:pt x="710" y="634"/>
                  <a:pt x="689" y="614"/>
                </a:cubicBezTo>
                <a:lnTo>
                  <a:pt x="429" y="352"/>
                </a:ln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1065240" y="2064600"/>
            <a:ext cx="46994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50 VUs = 50 people who visited today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782640" y="2907000"/>
            <a:ext cx="253800" cy="253800"/>
          </a:xfrm>
          <a:custGeom>
            <a:avLst/>
            <a:gdLst/>
            <a:ahLst/>
            <a:rect l="0" t="0" r="r" b="b"/>
            <a:pathLst>
              <a:path w="705" h="705">
                <a:moveTo>
                  <a:pt x="429" y="353"/>
                </a:moveTo>
                <a:lnTo>
                  <a:pt x="689" y="92"/>
                </a:lnTo>
                <a:cubicBezTo>
                  <a:pt x="710" y="71"/>
                  <a:pt x="710" y="37"/>
                  <a:pt x="689" y="15"/>
                </a:cubicBezTo>
                <a:cubicBezTo>
                  <a:pt x="669" y="-5"/>
                  <a:pt x="635" y="-5"/>
                  <a:pt x="614" y="15"/>
                </a:cubicBezTo>
                <a:lnTo>
                  <a:pt x="353" y="277"/>
                </a:lnTo>
                <a:lnTo>
                  <a:pt x="91" y="15"/>
                </a:lnTo>
                <a:cubicBezTo>
                  <a:pt x="71" y="-5"/>
                  <a:pt x="37" y="-5"/>
                  <a:pt x="16" y="15"/>
                </a:cubicBezTo>
                <a:cubicBezTo>
                  <a:pt x="-5" y="37"/>
                  <a:pt x="-5" y="71"/>
                  <a:pt x="16" y="92"/>
                </a:cubicBezTo>
                <a:lnTo>
                  <a:pt x="277" y="353"/>
                </a:lnTo>
                <a:lnTo>
                  <a:pt x="16" y="614"/>
                </a:lnTo>
                <a:cubicBezTo>
                  <a:pt x="-5" y="635"/>
                  <a:pt x="-5" y="668"/>
                  <a:pt x="16" y="689"/>
                </a:cubicBezTo>
                <a:cubicBezTo>
                  <a:pt x="26" y="700"/>
                  <a:pt x="40" y="705"/>
                  <a:pt x="53" y="705"/>
                </a:cubicBezTo>
                <a:cubicBezTo>
                  <a:pt x="67" y="705"/>
                  <a:pt x="81" y="700"/>
                  <a:pt x="91" y="689"/>
                </a:cubicBezTo>
                <a:lnTo>
                  <a:pt x="353" y="428"/>
                </a:lnTo>
                <a:lnTo>
                  <a:pt x="614" y="689"/>
                </a:lnTo>
                <a:cubicBezTo>
                  <a:pt x="624" y="699"/>
                  <a:pt x="638" y="704"/>
                  <a:pt x="652" y="704"/>
                </a:cubicBezTo>
                <a:cubicBezTo>
                  <a:pt x="665" y="704"/>
                  <a:pt x="679" y="699"/>
                  <a:pt x="689" y="689"/>
                </a:cubicBezTo>
                <a:cubicBezTo>
                  <a:pt x="710" y="668"/>
                  <a:pt x="710" y="634"/>
                  <a:pt x="689" y="613"/>
                </a:cubicBezTo>
                <a:lnTo>
                  <a:pt x="429" y="353"/>
                </a:ln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1065240" y="2483640"/>
            <a:ext cx="36262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50 VUs = 50 page loads total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1065240" y="2893320"/>
            <a:ext cx="3074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1 VU = 1 unique session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771480" y="4448160"/>
            <a:ext cx="276480" cy="276480"/>
          </a:xfrm>
          <a:custGeom>
            <a:avLst/>
            <a:gdLst/>
            <a:ahLst/>
            <a:rect l="0" t="0" r="r" b="b"/>
            <a:pathLst>
              <a:path w="768" h="768">
                <a:moveTo>
                  <a:pt x="768" y="683"/>
                </a:moveTo>
                <a:cubicBezTo>
                  <a:pt x="768" y="730"/>
                  <a:pt x="730" y="768"/>
                  <a:pt x="683" y="768"/>
                </a:cubicBezTo>
                <a:lnTo>
                  <a:pt x="85" y="768"/>
                </a:lnTo>
                <a:cubicBezTo>
                  <a:pt x="38" y="768"/>
                  <a:pt x="0" y="730"/>
                  <a:pt x="0" y="683"/>
                </a:cubicBezTo>
                <a:lnTo>
                  <a:pt x="0" y="85"/>
                </a:lnTo>
                <a:cubicBezTo>
                  <a:pt x="0" y="38"/>
                  <a:pt x="38" y="0"/>
                  <a:pt x="85" y="0"/>
                </a:cubicBezTo>
                <a:lnTo>
                  <a:pt x="683" y="0"/>
                </a:lnTo>
                <a:cubicBezTo>
                  <a:pt x="730" y="0"/>
                  <a:pt x="768" y="38"/>
                  <a:pt x="768" y="85"/>
                </a:cubicBezTo>
                <a:lnTo>
                  <a:pt x="768" y="683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815040" y="4493880"/>
            <a:ext cx="189720" cy="186840"/>
          </a:xfrm>
          <a:custGeom>
            <a:avLst/>
            <a:gdLst/>
            <a:ahLst/>
            <a:rect l="0" t="0" r="r" b="b"/>
            <a:pathLst>
              <a:path w="527" h="519">
                <a:moveTo>
                  <a:pt x="504" y="9"/>
                </a:moveTo>
                <a:cubicBezTo>
                  <a:pt x="479" y="-7"/>
                  <a:pt x="446" y="0"/>
                  <a:pt x="430" y="25"/>
                </a:cubicBezTo>
                <a:lnTo>
                  <a:pt x="198" y="383"/>
                </a:lnTo>
                <a:lnTo>
                  <a:pt x="90" y="284"/>
                </a:lnTo>
                <a:cubicBezTo>
                  <a:pt x="68" y="264"/>
                  <a:pt x="34" y="266"/>
                  <a:pt x="14" y="287"/>
                </a:cubicBezTo>
                <a:cubicBezTo>
                  <a:pt x="-5" y="309"/>
                  <a:pt x="-4" y="343"/>
                  <a:pt x="17" y="363"/>
                </a:cubicBezTo>
                <a:lnTo>
                  <a:pt x="172" y="505"/>
                </a:lnTo>
                <a:cubicBezTo>
                  <a:pt x="182" y="514"/>
                  <a:pt x="195" y="519"/>
                  <a:pt x="208" y="519"/>
                </a:cubicBezTo>
                <a:cubicBezTo>
                  <a:pt x="223" y="519"/>
                  <a:pt x="241" y="513"/>
                  <a:pt x="253" y="495"/>
                </a:cubicBezTo>
                <a:cubicBezTo>
                  <a:pt x="260" y="484"/>
                  <a:pt x="519" y="83"/>
                  <a:pt x="519" y="83"/>
                </a:cubicBezTo>
                <a:cubicBezTo>
                  <a:pt x="535" y="58"/>
                  <a:pt x="528" y="25"/>
                  <a:pt x="504" y="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747720" y="3874320"/>
            <a:ext cx="7200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THIS: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1065240" y="4446000"/>
            <a:ext cx="61092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1 VU = 1 browser-like loop running </a:t>
            </a:r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continuously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914400" y="5128920"/>
            <a:ext cx="36612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VU #1: GET /  → sleep 1-2s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914400" y="5395680"/>
            <a:ext cx="45057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→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GET /?p=1  → sleep 1-2s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914400" y="5671800"/>
            <a:ext cx="45057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→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GET /  → repeat forever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747720" y="6303240"/>
            <a:ext cx="38530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50 VUs = </a:t>
            </a:r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50 concurrent loops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747720" y="672228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=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1147320" y="6722280"/>
            <a:ext cx="45986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50 simultaneous open connections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752400" y="1457280"/>
            <a:ext cx="2648160" cy="543240"/>
          </a:xfrm>
          <a:custGeom>
            <a:avLst/>
            <a:gdLst/>
            <a:ahLst/>
            <a:rect l="0" t="0" r="r" b="b"/>
            <a:pathLst>
              <a:path w="7356" h="1509">
                <a:moveTo>
                  <a:pt x="0" y="0"/>
                </a:moveTo>
                <a:lnTo>
                  <a:pt x="7356" y="0"/>
                </a:lnTo>
                <a:lnTo>
                  <a:pt x="7356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3400200" y="1457280"/>
            <a:ext cx="8039520" cy="543240"/>
          </a:xfrm>
          <a:custGeom>
            <a:avLst/>
            <a:gdLst/>
            <a:ahLst/>
            <a:rect l="0" t="0" r="r" b="b"/>
            <a:pathLst>
              <a:path w="22332" h="1509">
                <a:moveTo>
                  <a:pt x="0" y="0"/>
                </a:moveTo>
                <a:lnTo>
                  <a:pt x="22332" y="0"/>
                </a:lnTo>
                <a:lnTo>
                  <a:pt x="22332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752400" y="2000160"/>
            <a:ext cx="2648160" cy="952920"/>
          </a:xfrm>
          <a:custGeom>
            <a:avLst/>
            <a:gdLst/>
            <a:ahLst/>
            <a:rect l="0" t="0" r="r" b="b"/>
            <a:pathLst>
              <a:path w="7356" h="2647">
                <a:moveTo>
                  <a:pt x="0" y="0"/>
                </a:moveTo>
                <a:lnTo>
                  <a:pt x="7356" y="0"/>
                </a:lnTo>
                <a:lnTo>
                  <a:pt x="7356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" name=""/>
          <p:cNvSpPr/>
          <p:nvPr/>
        </p:nvSpPr>
        <p:spPr>
          <a:xfrm>
            <a:off x="3400200" y="2000160"/>
            <a:ext cx="8039520" cy="952920"/>
          </a:xfrm>
          <a:custGeom>
            <a:avLst/>
            <a:gdLst/>
            <a:ahLst/>
            <a:rect l="0" t="0" r="r" b="b"/>
            <a:pathLst>
              <a:path w="22332" h="2647">
                <a:moveTo>
                  <a:pt x="0" y="0"/>
                </a:moveTo>
                <a:lnTo>
                  <a:pt x="22332" y="0"/>
                </a:lnTo>
                <a:lnTo>
                  <a:pt x="22332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" name=""/>
          <p:cNvSpPr/>
          <p:nvPr/>
        </p:nvSpPr>
        <p:spPr>
          <a:xfrm>
            <a:off x="752400" y="2952720"/>
            <a:ext cx="2648160" cy="533520"/>
          </a:xfrm>
          <a:custGeom>
            <a:avLst/>
            <a:gdLst/>
            <a:ahLst/>
            <a:rect l="0" t="0" r="r" b="b"/>
            <a:pathLst>
              <a:path w="7356" h="1482">
                <a:moveTo>
                  <a:pt x="0" y="0"/>
                </a:moveTo>
                <a:lnTo>
                  <a:pt x="7356" y="0"/>
                </a:lnTo>
                <a:lnTo>
                  <a:pt x="7356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8" name=""/>
          <p:cNvSpPr/>
          <p:nvPr/>
        </p:nvSpPr>
        <p:spPr>
          <a:xfrm>
            <a:off x="3400200" y="2952720"/>
            <a:ext cx="8039520" cy="533520"/>
          </a:xfrm>
          <a:custGeom>
            <a:avLst/>
            <a:gdLst/>
            <a:ahLst/>
            <a:rect l="0" t="0" r="r" b="b"/>
            <a:pathLst>
              <a:path w="22332" h="1482">
                <a:moveTo>
                  <a:pt x="0" y="0"/>
                </a:moveTo>
                <a:lnTo>
                  <a:pt x="22332" y="0"/>
                </a:lnTo>
                <a:lnTo>
                  <a:pt x="22332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752400" y="3485880"/>
            <a:ext cx="2648160" cy="543240"/>
          </a:xfrm>
          <a:custGeom>
            <a:avLst/>
            <a:gdLst/>
            <a:ahLst/>
            <a:rect l="0" t="0" r="r" b="b"/>
            <a:pathLst>
              <a:path w="7356" h="1509">
                <a:moveTo>
                  <a:pt x="0" y="0"/>
                </a:moveTo>
                <a:lnTo>
                  <a:pt x="7356" y="0"/>
                </a:lnTo>
                <a:lnTo>
                  <a:pt x="7356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3400200" y="3485880"/>
            <a:ext cx="8039520" cy="543240"/>
          </a:xfrm>
          <a:custGeom>
            <a:avLst/>
            <a:gdLst/>
            <a:ahLst/>
            <a:rect l="0" t="0" r="r" b="b"/>
            <a:pathLst>
              <a:path w="22332" h="1509">
                <a:moveTo>
                  <a:pt x="0" y="0"/>
                </a:moveTo>
                <a:lnTo>
                  <a:pt x="22332" y="0"/>
                </a:lnTo>
                <a:lnTo>
                  <a:pt x="22332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752400" y="4028760"/>
            <a:ext cx="2648160" cy="533880"/>
          </a:xfrm>
          <a:custGeom>
            <a:avLst/>
            <a:gdLst/>
            <a:ahLst/>
            <a:rect l="0" t="0" r="r" b="b"/>
            <a:pathLst>
              <a:path w="7356" h="1483">
                <a:moveTo>
                  <a:pt x="0" y="0"/>
                </a:moveTo>
                <a:lnTo>
                  <a:pt x="7356" y="0"/>
                </a:lnTo>
                <a:lnTo>
                  <a:pt x="7356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3400200" y="4028760"/>
            <a:ext cx="8039520" cy="533880"/>
          </a:xfrm>
          <a:custGeom>
            <a:avLst/>
            <a:gdLst/>
            <a:ahLst/>
            <a:rect l="0" t="0" r="r" b="b"/>
            <a:pathLst>
              <a:path w="22332" h="1483">
                <a:moveTo>
                  <a:pt x="0" y="0"/>
                </a:moveTo>
                <a:lnTo>
                  <a:pt x="22332" y="0"/>
                </a:lnTo>
                <a:lnTo>
                  <a:pt x="22332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752400" y="4562280"/>
            <a:ext cx="2648160" cy="543240"/>
          </a:xfrm>
          <a:custGeom>
            <a:avLst/>
            <a:gdLst/>
            <a:ahLst/>
            <a:rect l="0" t="0" r="r" b="b"/>
            <a:pathLst>
              <a:path w="7356" h="1509">
                <a:moveTo>
                  <a:pt x="0" y="0"/>
                </a:moveTo>
                <a:lnTo>
                  <a:pt x="7356" y="0"/>
                </a:lnTo>
                <a:lnTo>
                  <a:pt x="7356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3400200" y="4562280"/>
            <a:ext cx="8039520" cy="543240"/>
          </a:xfrm>
          <a:custGeom>
            <a:avLst/>
            <a:gdLst/>
            <a:ahLst/>
            <a:rect l="0" t="0" r="r" b="b"/>
            <a:pathLst>
              <a:path w="22332" h="1509">
                <a:moveTo>
                  <a:pt x="0" y="0"/>
                </a:moveTo>
                <a:lnTo>
                  <a:pt x="22332" y="0"/>
                </a:lnTo>
                <a:lnTo>
                  <a:pt x="22332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752400" y="5105160"/>
            <a:ext cx="2648160" cy="952920"/>
          </a:xfrm>
          <a:custGeom>
            <a:avLst/>
            <a:gdLst/>
            <a:ahLst/>
            <a:rect l="0" t="0" r="r" b="b"/>
            <a:pathLst>
              <a:path w="7356" h="2647">
                <a:moveTo>
                  <a:pt x="0" y="0"/>
                </a:moveTo>
                <a:lnTo>
                  <a:pt x="7356" y="0"/>
                </a:lnTo>
                <a:lnTo>
                  <a:pt x="7356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3400200" y="5105160"/>
            <a:ext cx="8039520" cy="952920"/>
          </a:xfrm>
          <a:custGeom>
            <a:avLst/>
            <a:gdLst/>
            <a:ahLst/>
            <a:rect l="0" t="0" r="r" b="b"/>
            <a:pathLst>
              <a:path w="22332" h="2647">
                <a:moveTo>
                  <a:pt x="0" y="0"/>
                </a:moveTo>
                <a:lnTo>
                  <a:pt x="22332" y="0"/>
                </a:lnTo>
                <a:lnTo>
                  <a:pt x="22332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752400" y="6057720"/>
            <a:ext cx="2648160" cy="952920"/>
          </a:xfrm>
          <a:custGeom>
            <a:avLst/>
            <a:gdLst/>
            <a:ahLst/>
            <a:rect l="0" t="0" r="r" b="b"/>
            <a:pathLst>
              <a:path w="7356" h="2647">
                <a:moveTo>
                  <a:pt x="0" y="0"/>
                </a:moveTo>
                <a:lnTo>
                  <a:pt x="7356" y="0"/>
                </a:lnTo>
                <a:lnTo>
                  <a:pt x="7356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3400200" y="6057720"/>
            <a:ext cx="8039520" cy="952920"/>
          </a:xfrm>
          <a:custGeom>
            <a:avLst/>
            <a:gdLst/>
            <a:ahLst/>
            <a:rect l="0" t="0" r="r" b="b"/>
            <a:pathLst>
              <a:path w="22332" h="2647">
                <a:moveTo>
                  <a:pt x="0" y="0"/>
                </a:moveTo>
                <a:lnTo>
                  <a:pt x="22332" y="0"/>
                </a:lnTo>
                <a:lnTo>
                  <a:pt x="22332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9" name=""/>
          <p:cNvSpPr/>
          <p:nvPr/>
        </p:nvSpPr>
        <p:spPr>
          <a:xfrm>
            <a:off x="752400" y="14572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752400" y="1457280"/>
            <a:ext cx="2657880" cy="9720"/>
          </a:xfrm>
          <a:custGeom>
            <a:avLst/>
            <a:gdLst/>
            <a:ahLst/>
            <a:rect l="0" t="0" r="r" b="b"/>
            <a:pathLst>
              <a:path w="7383" h="27">
                <a:moveTo>
                  <a:pt x="0" y="0"/>
                </a:moveTo>
                <a:lnTo>
                  <a:pt x="7383" y="0"/>
                </a:lnTo>
                <a:lnTo>
                  <a:pt x="738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3400200" y="145728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3409920" y="1457280"/>
            <a:ext cx="8039160" cy="9720"/>
          </a:xfrm>
          <a:custGeom>
            <a:avLst/>
            <a:gdLst/>
            <a:ahLst/>
            <a:rect l="0" t="0" r="r" b="b"/>
            <a:pathLst>
              <a:path w="22331" h="27">
                <a:moveTo>
                  <a:pt x="0" y="0"/>
                </a:moveTo>
                <a:lnTo>
                  <a:pt x="22331" y="0"/>
                </a:lnTo>
                <a:lnTo>
                  <a:pt x="2233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11439360" y="14572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752400" y="1990440"/>
            <a:ext cx="2657880" cy="10080"/>
          </a:xfrm>
          <a:custGeom>
            <a:avLst/>
            <a:gdLst/>
            <a:ahLst/>
            <a:rect l="0" t="0" r="r" b="b"/>
            <a:pathLst>
              <a:path w="7383" h="28">
                <a:moveTo>
                  <a:pt x="0" y="0"/>
                </a:moveTo>
                <a:lnTo>
                  <a:pt x="7383" y="0"/>
                </a:lnTo>
                <a:lnTo>
                  <a:pt x="738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3409920" y="1990440"/>
            <a:ext cx="8039160" cy="10080"/>
          </a:xfrm>
          <a:custGeom>
            <a:avLst/>
            <a:gdLst/>
            <a:ahLst/>
            <a:rect l="0" t="0" r="r" b="b"/>
            <a:pathLst>
              <a:path w="22331" h="28">
                <a:moveTo>
                  <a:pt x="0" y="0"/>
                </a:moveTo>
                <a:lnTo>
                  <a:pt x="22331" y="0"/>
                </a:lnTo>
                <a:lnTo>
                  <a:pt x="2233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752400" y="200016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3400200" y="2000160"/>
            <a:ext cx="10080" cy="952920"/>
          </a:xfrm>
          <a:custGeom>
            <a:avLst/>
            <a:gdLst/>
            <a:ahLst/>
            <a:rect l="0" t="0" r="r" b="b"/>
            <a:pathLst>
              <a:path w="28" h="2647">
                <a:moveTo>
                  <a:pt x="0" y="0"/>
                </a:moveTo>
                <a:lnTo>
                  <a:pt x="28" y="0"/>
                </a:lnTo>
                <a:lnTo>
                  <a:pt x="2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11439360" y="200016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752400" y="295272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752400" y="2943000"/>
            <a:ext cx="2657880" cy="10080"/>
          </a:xfrm>
          <a:custGeom>
            <a:avLst/>
            <a:gdLst/>
            <a:ahLst/>
            <a:rect l="0" t="0" r="r" b="b"/>
            <a:pathLst>
              <a:path w="7383" h="28">
                <a:moveTo>
                  <a:pt x="0" y="0"/>
                </a:moveTo>
                <a:lnTo>
                  <a:pt x="7383" y="0"/>
                </a:lnTo>
                <a:lnTo>
                  <a:pt x="738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3400200" y="295272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3409920" y="2943000"/>
            <a:ext cx="8039160" cy="10080"/>
          </a:xfrm>
          <a:custGeom>
            <a:avLst/>
            <a:gdLst/>
            <a:ahLst/>
            <a:rect l="0" t="0" r="r" b="b"/>
            <a:pathLst>
              <a:path w="22331" h="28">
                <a:moveTo>
                  <a:pt x="0" y="0"/>
                </a:moveTo>
                <a:lnTo>
                  <a:pt x="22331" y="0"/>
                </a:lnTo>
                <a:lnTo>
                  <a:pt x="2233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11439360" y="295272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752400" y="349560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752400" y="3485880"/>
            <a:ext cx="2657880" cy="10080"/>
          </a:xfrm>
          <a:custGeom>
            <a:avLst/>
            <a:gdLst/>
            <a:ahLst/>
            <a:rect l="0" t="0" r="r" b="b"/>
            <a:pathLst>
              <a:path w="7383" h="28">
                <a:moveTo>
                  <a:pt x="0" y="0"/>
                </a:moveTo>
                <a:lnTo>
                  <a:pt x="7383" y="0"/>
                </a:lnTo>
                <a:lnTo>
                  <a:pt x="738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3400200" y="3495600"/>
            <a:ext cx="10080" cy="533520"/>
          </a:xfrm>
          <a:custGeom>
            <a:avLst/>
            <a:gdLst/>
            <a:ahLst/>
            <a:rect l="0" t="0" r="r" b="b"/>
            <a:pathLst>
              <a:path w="28" h="1482">
                <a:moveTo>
                  <a:pt x="0" y="0"/>
                </a:moveTo>
                <a:lnTo>
                  <a:pt x="28" y="0"/>
                </a:lnTo>
                <a:lnTo>
                  <a:pt x="2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>
            <a:off x="3409920" y="3485880"/>
            <a:ext cx="8039160" cy="10080"/>
          </a:xfrm>
          <a:custGeom>
            <a:avLst/>
            <a:gdLst/>
            <a:ahLst/>
            <a:rect l="0" t="0" r="r" b="b"/>
            <a:pathLst>
              <a:path w="22331" h="28">
                <a:moveTo>
                  <a:pt x="0" y="0"/>
                </a:moveTo>
                <a:lnTo>
                  <a:pt x="22331" y="0"/>
                </a:lnTo>
                <a:lnTo>
                  <a:pt x="2233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11439360" y="349560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752400" y="40287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752400" y="4019400"/>
            <a:ext cx="2657880" cy="9720"/>
          </a:xfrm>
          <a:custGeom>
            <a:avLst/>
            <a:gdLst/>
            <a:ahLst/>
            <a:rect l="0" t="0" r="r" b="b"/>
            <a:pathLst>
              <a:path w="7383" h="27">
                <a:moveTo>
                  <a:pt x="0" y="0"/>
                </a:moveTo>
                <a:lnTo>
                  <a:pt x="7383" y="0"/>
                </a:lnTo>
                <a:lnTo>
                  <a:pt x="738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3400200" y="402876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>
            <a:off x="3409920" y="4019400"/>
            <a:ext cx="8039160" cy="9720"/>
          </a:xfrm>
          <a:custGeom>
            <a:avLst/>
            <a:gdLst/>
            <a:ahLst/>
            <a:rect l="0" t="0" r="r" b="b"/>
            <a:pathLst>
              <a:path w="22331" h="27">
                <a:moveTo>
                  <a:pt x="0" y="0"/>
                </a:moveTo>
                <a:lnTo>
                  <a:pt x="22331" y="0"/>
                </a:lnTo>
                <a:lnTo>
                  <a:pt x="2233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3" name=""/>
          <p:cNvSpPr/>
          <p:nvPr/>
        </p:nvSpPr>
        <p:spPr>
          <a:xfrm>
            <a:off x="11439360" y="40287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752400" y="457164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>
            <a:off x="752400" y="4562280"/>
            <a:ext cx="2657880" cy="9720"/>
          </a:xfrm>
          <a:custGeom>
            <a:avLst/>
            <a:gdLst/>
            <a:ahLst/>
            <a:rect l="0" t="0" r="r" b="b"/>
            <a:pathLst>
              <a:path w="7383" h="27">
                <a:moveTo>
                  <a:pt x="0" y="0"/>
                </a:moveTo>
                <a:lnTo>
                  <a:pt x="7383" y="0"/>
                </a:lnTo>
                <a:lnTo>
                  <a:pt x="738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3400200" y="457164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7" name=""/>
          <p:cNvSpPr/>
          <p:nvPr/>
        </p:nvSpPr>
        <p:spPr>
          <a:xfrm>
            <a:off x="3409920" y="4562280"/>
            <a:ext cx="8039160" cy="9720"/>
          </a:xfrm>
          <a:custGeom>
            <a:avLst/>
            <a:gdLst/>
            <a:ahLst/>
            <a:rect l="0" t="0" r="r" b="b"/>
            <a:pathLst>
              <a:path w="22331" h="27">
                <a:moveTo>
                  <a:pt x="0" y="0"/>
                </a:moveTo>
                <a:lnTo>
                  <a:pt x="22331" y="0"/>
                </a:lnTo>
                <a:lnTo>
                  <a:pt x="2233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11439360" y="457164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>
            <a:off x="752400" y="510516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0" name=""/>
          <p:cNvSpPr/>
          <p:nvPr/>
        </p:nvSpPr>
        <p:spPr>
          <a:xfrm>
            <a:off x="752400" y="5095800"/>
            <a:ext cx="2657880" cy="9720"/>
          </a:xfrm>
          <a:custGeom>
            <a:avLst/>
            <a:gdLst/>
            <a:ahLst/>
            <a:rect l="0" t="0" r="r" b="b"/>
            <a:pathLst>
              <a:path w="7383" h="27">
                <a:moveTo>
                  <a:pt x="0" y="0"/>
                </a:moveTo>
                <a:lnTo>
                  <a:pt x="7383" y="0"/>
                </a:lnTo>
                <a:lnTo>
                  <a:pt x="738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1" name=""/>
          <p:cNvSpPr/>
          <p:nvPr/>
        </p:nvSpPr>
        <p:spPr>
          <a:xfrm>
            <a:off x="3400200" y="5105160"/>
            <a:ext cx="10080" cy="952920"/>
          </a:xfrm>
          <a:custGeom>
            <a:avLst/>
            <a:gdLst/>
            <a:ahLst/>
            <a:rect l="0" t="0" r="r" b="b"/>
            <a:pathLst>
              <a:path w="28" h="2647">
                <a:moveTo>
                  <a:pt x="0" y="0"/>
                </a:moveTo>
                <a:lnTo>
                  <a:pt x="28" y="0"/>
                </a:lnTo>
                <a:lnTo>
                  <a:pt x="2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2" name=""/>
          <p:cNvSpPr/>
          <p:nvPr/>
        </p:nvSpPr>
        <p:spPr>
          <a:xfrm>
            <a:off x="3409920" y="5095800"/>
            <a:ext cx="8039160" cy="9720"/>
          </a:xfrm>
          <a:custGeom>
            <a:avLst/>
            <a:gdLst/>
            <a:ahLst/>
            <a:rect l="0" t="0" r="r" b="b"/>
            <a:pathLst>
              <a:path w="22331" h="27">
                <a:moveTo>
                  <a:pt x="0" y="0"/>
                </a:moveTo>
                <a:lnTo>
                  <a:pt x="22331" y="0"/>
                </a:lnTo>
                <a:lnTo>
                  <a:pt x="2233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11439360" y="510516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752400" y="605772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>
            <a:off x="752400" y="6048360"/>
            <a:ext cx="2657880" cy="9720"/>
          </a:xfrm>
          <a:custGeom>
            <a:avLst/>
            <a:gdLst/>
            <a:ahLst/>
            <a:rect l="0" t="0" r="r" b="b"/>
            <a:pathLst>
              <a:path w="7383" h="27">
                <a:moveTo>
                  <a:pt x="0" y="0"/>
                </a:moveTo>
                <a:lnTo>
                  <a:pt x="7383" y="0"/>
                </a:lnTo>
                <a:lnTo>
                  <a:pt x="738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6" name=""/>
          <p:cNvSpPr/>
          <p:nvPr/>
        </p:nvSpPr>
        <p:spPr>
          <a:xfrm>
            <a:off x="3400200" y="6057720"/>
            <a:ext cx="10080" cy="952920"/>
          </a:xfrm>
          <a:custGeom>
            <a:avLst/>
            <a:gdLst/>
            <a:ahLst/>
            <a:rect l="0" t="0" r="r" b="b"/>
            <a:pathLst>
              <a:path w="28" h="2647">
                <a:moveTo>
                  <a:pt x="0" y="0"/>
                </a:moveTo>
                <a:lnTo>
                  <a:pt x="28" y="0"/>
                </a:lnTo>
                <a:lnTo>
                  <a:pt x="2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7" name=""/>
          <p:cNvSpPr/>
          <p:nvPr/>
        </p:nvSpPr>
        <p:spPr>
          <a:xfrm>
            <a:off x="3409920" y="6048360"/>
            <a:ext cx="8039160" cy="9720"/>
          </a:xfrm>
          <a:custGeom>
            <a:avLst/>
            <a:gdLst/>
            <a:ahLst/>
            <a:rect l="0" t="0" r="r" b="b"/>
            <a:pathLst>
              <a:path w="22331" h="27">
                <a:moveTo>
                  <a:pt x="0" y="0"/>
                </a:moveTo>
                <a:lnTo>
                  <a:pt x="22331" y="0"/>
                </a:lnTo>
                <a:lnTo>
                  <a:pt x="2233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11439360" y="605772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747720" y="770400"/>
            <a:ext cx="375732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  <a:ea typeface="Arial"/>
              </a:rPr>
              <a:t>Key metric definitions</a:t>
            </a:r>
            <a:endParaRPr b="0" lang="en-US" sz="28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0" name=""/>
          <p:cNvSpPr txBox="1"/>
          <p:nvPr/>
        </p:nvSpPr>
        <p:spPr>
          <a:xfrm>
            <a:off x="1749240" y="1569240"/>
            <a:ext cx="6742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Term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5931360" y="1569240"/>
            <a:ext cx="29739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What it actually means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880920" y="2312280"/>
            <a:ext cx="17013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Virtual Users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3529440" y="2102760"/>
            <a:ext cx="70844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Concurrent browser-like loops running continuously — not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3529440" y="2521800"/>
            <a:ext cx="17625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unique visitors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880920" y="3055320"/>
            <a:ext cx="13798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requests/s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6" name=""/>
          <p:cNvSpPr txBox="1"/>
          <p:nvPr/>
        </p:nvSpPr>
        <p:spPr>
          <a:xfrm>
            <a:off x="3529440" y="3055320"/>
            <a:ext cx="69440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Total HTTP responses served per second across all VUs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880920" y="3598200"/>
            <a:ext cx="15019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p95 latency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8" name=""/>
          <p:cNvSpPr txBox="1"/>
          <p:nvPr/>
        </p:nvSpPr>
        <p:spPr>
          <a:xfrm>
            <a:off x="3529440" y="3598200"/>
            <a:ext cx="69271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95% of requests were </a:t>
            </a:r>
            <a:r>
              <a:rPr b="0" i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faster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than this — 5% were slower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880920" y="4131360"/>
            <a:ext cx="15019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p99 latency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3529440" y="4131360"/>
            <a:ext cx="74516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The near-worst case — 1% of requests were slower than this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880920" y="4674600"/>
            <a:ext cx="17168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FPM workers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3529440" y="4674600"/>
            <a:ext cx="61621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PHP processes </a:t>
            </a:r>
            <a:r>
              <a:rPr b="0" i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currently executing code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right now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880920" y="5417280"/>
            <a:ext cx="22989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FPM queue depth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3529440" y="5207760"/>
            <a:ext cx="73206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Requests waiting for a free PHP worker — 0 = healthy, &gt;0 =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5" name=""/>
          <p:cNvSpPr txBox="1"/>
          <p:nvPr/>
        </p:nvSpPr>
        <p:spPr>
          <a:xfrm>
            <a:off x="3529440" y="5626800"/>
            <a:ext cx="8434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trouble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880920" y="6160320"/>
            <a:ext cx="14713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DB threads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7" name=""/>
          <p:cNvSpPr txBox="1"/>
          <p:nvPr/>
        </p:nvSpPr>
        <p:spPr>
          <a:xfrm>
            <a:off x="880920" y="6579360"/>
            <a:ext cx="10263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running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8" name=""/>
          <p:cNvSpPr txBox="1"/>
          <p:nvPr/>
        </p:nvSpPr>
        <p:spPr>
          <a:xfrm>
            <a:off x="3529440" y="6369840"/>
            <a:ext cx="68209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MySQL queries </a:t>
            </a:r>
            <a:r>
              <a:rPr b="0" i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actively executing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— not just connected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2" name=""/>
          <p:cNvSpPr/>
          <p:nvPr/>
        </p:nvSpPr>
        <p:spPr>
          <a:xfrm>
            <a:off x="757080" y="1652400"/>
            <a:ext cx="10687320" cy="2867400"/>
          </a:xfrm>
          <a:custGeom>
            <a:avLst/>
            <a:gdLst/>
            <a:ahLst/>
            <a:rect l="0" t="0" r="r" b="b"/>
            <a:pathLst>
              <a:path w="29687" h="7965">
                <a:moveTo>
                  <a:pt x="0" y="7819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7819"/>
                </a:lnTo>
                <a:cubicBezTo>
                  <a:pt x="29687" y="7829"/>
                  <a:pt x="29686" y="7838"/>
                  <a:pt x="29684" y="7848"/>
                </a:cubicBezTo>
                <a:cubicBezTo>
                  <a:pt x="29683" y="7857"/>
                  <a:pt x="29680" y="7866"/>
                  <a:pt x="29676" y="7875"/>
                </a:cubicBezTo>
                <a:cubicBezTo>
                  <a:pt x="29672" y="7884"/>
                  <a:pt x="29668" y="7892"/>
                  <a:pt x="29663" y="7900"/>
                </a:cubicBezTo>
                <a:cubicBezTo>
                  <a:pt x="29657" y="7908"/>
                  <a:pt x="29651" y="7916"/>
                  <a:pt x="29645" y="7922"/>
                </a:cubicBezTo>
                <a:cubicBezTo>
                  <a:pt x="29638" y="7929"/>
                  <a:pt x="29630" y="7935"/>
                  <a:pt x="29623" y="7940"/>
                </a:cubicBezTo>
                <a:cubicBezTo>
                  <a:pt x="29615" y="7946"/>
                  <a:pt x="29606" y="7950"/>
                  <a:pt x="29597" y="7954"/>
                </a:cubicBezTo>
                <a:cubicBezTo>
                  <a:pt x="29589" y="7958"/>
                  <a:pt x="29579" y="7960"/>
                  <a:pt x="29570" y="7962"/>
                </a:cubicBezTo>
                <a:cubicBezTo>
                  <a:pt x="29561" y="7964"/>
                  <a:pt x="29551" y="7965"/>
                  <a:pt x="29542" y="7965"/>
                </a:cubicBezTo>
                <a:lnTo>
                  <a:pt x="145" y="7965"/>
                </a:lnTo>
                <a:cubicBezTo>
                  <a:pt x="136" y="7965"/>
                  <a:pt x="126" y="7964"/>
                  <a:pt x="117" y="7962"/>
                </a:cubicBezTo>
                <a:cubicBezTo>
                  <a:pt x="108" y="7960"/>
                  <a:pt x="99" y="7958"/>
                  <a:pt x="90" y="7954"/>
                </a:cubicBezTo>
                <a:cubicBezTo>
                  <a:pt x="81" y="7950"/>
                  <a:pt x="73" y="7946"/>
                  <a:pt x="65" y="7940"/>
                </a:cubicBezTo>
                <a:cubicBezTo>
                  <a:pt x="57" y="7935"/>
                  <a:pt x="49" y="7929"/>
                  <a:pt x="43" y="7922"/>
                </a:cubicBezTo>
                <a:cubicBezTo>
                  <a:pt x="36" y="7916"/>
                  <a:pt x="30" y="7908"/>
                  <a:pt x="24" y="7900"/>
                </a:cubicBezTo>
                <a:cubicBezTo>
                  <a:pt x="19" y="7892"/>
                  <a:pt x="15" y="7884"/>
                  <a:pt x="11" y="7875"/>
                </a:cubicBezTo>
                <a:cubicBezTo>
                  <a:pt x="7" y="7866"/>
                  <a:pt x="5" y="7857"/>
                  <a:pt x="3" y="7848"/>
                </a:cubicBezTo>
                <a:cubicBezTo>
                  <a:pt x="1" y="7838"/>
                  <a:pt x="0" y="7829"/>
                  <a:pt x="0" y="7819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3" name=""/>
          <p:cNvSpPr/>
          <p:nvPr/>
        </p:nvSpPr>
        <p:spPr>
          <a:xfrm>
            <a:off x="757080" y="1652400"/>
            <a:ext cx="10687320" cy="2867400"/>
          </a:xfrm>
          <a:custGeom>
            <a:avLst/>
            <a:gdLst/>
            <a:ahLst/>
            <a:rect l="0" t="0" r="r" b="b"/>
            <a:pathLst>
              <a:path w="29687" h="7965">
                <a:moveTo>
                  <a:pt x="0" y="7819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7819"/>
                </a:lnTo>
                <a:cubicBezTo>
                  <a:pt x="29687" y="7829"/>
                  <a:pt x="29686" y="7838"/>
                  <a:pt x="29684" y="7848"/>
                </a:cubicBezTo>
                <a:cubicBezTo>
                  <a:pt x="29683" y="7857"/>
                  <a:pt x="29680" y="7866"/>
                  <a:pt x="29676" y="7875"/>
                </a:cubicBezTo>
                <a:cubicBezTo>
                  <a:pt x="29672" y="7884"/>
                  <a:pt x="29668" y="7892"/>
                  <a:pt x="29663" y="7900"/>
                </a:cubicBezTo>
                <a:cubicBezTo>
                  <a:pt x="29657" y="7908"/>
                  <a:pt x="29651" y="7916"/>
                  <a:pt x="29645" y="7922"/>
                </a:cubicBezTo>
                <a:cubicBezTo>
                  <a:pt x="29638" y="7929"/>
                  <a:pt x="29630" y="7935"/>
                  <a:pt x="29623" y="7940"/>
                </a:cubicBezTo>
                <a:cubicBezTo>
                  <a:pt x="29615" y="7946"/>
                  <a:pt x="29606" y="7950"/>
                  <a:pt x="29597" y="7954"/>
                </a:cubicBezTo>
                <a:cubicBezTo>
                  <a:pt x="29589" y="7958"/>
                  <a:pt x="29579" y="7960"/>
                  <a:pt x="29570" y="7962"/>
                </a:cubicBezTo>
                <a:cubicBezTo>
                  <a:pt x="29561" y="7964"/>
                  <a:pt x="29551" y="7965"/>
                  <a:pt x="29542" y="7965"/>
                </a:cubicBezTo>
                <a:lnTo>
                  <a:pt x="145" y="7965"/>
                </a:lnTo>
                <a:cubicBezTo>
                  <a:pt x="136" y="7965"/>
                  <a:pt x="126" y="7964"/>
                  <a:pt x="117" y="7962"/>
                </a:cubicBezTo>
                <a:cubicBezTo>
                  <a:pt x="108" y="7960"/>
                  <a:pt x="99" y="7958"/>
                  <a:pt x="90" y="7954"/>
                </a:cubicBezTo>
                <a:cubicBezTo>
                  <a:pt x="81" y="7950"/>
                  <a:pt x="73" y="7946"/>
                  <a:pt x="65" y="7940"/>
                </a:cubicBezTo>
                <a:cubicBezTo>
                  <a:pt x="57" y="7935"/>
                  <a:pt x="49" y="7929"/>
                  <a:pt x="43" y="7922"/>
                </a:cubicBezTo>
                <a:cubicBezTo>
                  <a:pt x="36" y="7916"/>
                  <a:pt x="30" y="7908"/>
                  <a:pt x="24" y="7900"/>
                </a:cubicBezTo>
                <a:cubicBezTo>
                  <a:pt x="19" y="7892"/>
                  <a:pt x="15" y="7884"/>
                  <a:pt x="11" y="7875"/>
                </a:cubicBezTo>
                <a:cubicBezTo>
                  <a:pt x="7" y="7866"/>
                  <a:pt x="5" y="7857"/>
                  <a:pt x="3" y="7848"/>
                </a:cubicBezTo>
                <a:cubicBezTo>
                  <a:pt x="1" y="7838"/>
                  <a:pt x="0" y="7829"/>
                  <a:pt x="0" y="7819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4" name=""/>
          <p:cNvSpPr/>
          <p:nvPr/>
        </p:nvSpPr>
        <p:spPr>
          <a:xfrm>
            <a:off x="752400" y="5095800"/>
            <a:ext cx="66960" cy="829080"/>
          </a:xfrm>
          <a:custGeom>
            <a:avLst/>
            <a:gdLst/>
            <a:ahLst/>
            <a:rect l="0" t="0" r="r" b="b"/>
            <a:pathLst>
              <a:path w="186" h="2303">
                <a:moveTo>
                  <a:pt x="0" y="0"/>
                </a:moveTo>
                <a:lnTo>
                  <a:pt x="186" y="0"/>
                </a:lnTo>
                <a:lnTo>
                  <a:pt x="186" y="2303"/>
                </a:lnTo>
                <a:lnTo>
                  <a:pt x="0" y="23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747720" y="951480"/>
            <a:ext cx="329868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  <a:ea typeface="Arial"/>
              </a:rPr>
              <a:t>Observability stack</a:t>
            </a:r>
            <a:endParaRPr b="0" lang="en-US" sz="28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6" name=""/>
          <p:cNvSpPr/>
          <p:nvPr/>
        </p:nvSpPr>
        <p:spPr>
          <a:xfrm>
            <a:off x="3397680" y="1809720"/>
            <a:ext cx="219600" cy="219600"/>
          </a:xfrm>
          <a:custGeom>
            <a:avLst/>
            <a:gdLst/>
            <a:ahLst/>
            <a:rect l="0" t="0" r="r" b="b"/>
            <a:pathLst>
              <a:path w="610" h="610">
                <a:moveTo>
                  <a:pt x="610" y="542"/>
                </a:moveTo>
                <a:cubicBezTo>
                  <a:pt x="610" y="580"/>
                  <a:pt x="580" y="610"/>
                  <a:pt x="542" y="610"/>
                </a:cubicBezTo>
                <a:lnTo>
                  <a:pt x="69" y="610"/>
                </a:lnTo>
                <a:cubicBezTo>
                  <a:pt x="31" y="610"/>
                  <a:pt x="0" y="580"/>
                  <a:pt x="0" y="542"/>
                </a:cubicBezTo>
                <a:lnTo>
                  <a:pt x="0" y="67"/>
                </a:lnTo>
                <a:cubicBezTo>
                  <a:pt x="0" y="30"/>
                  <a:pt x="31" y="0"/>
                  <a:pt x="69" y="0"/>
                </a:cubicBezTo>
                <a:lnTo>
                  <a:pt x="542" y="0"/>
                </a:lnTo>
                <a:cubicBezTo>
                  <a:pt x="580" y="0"/>
                  <a:pt x="610" y="30"/>
                  <a:pt x="610" y="67"/>
                </a:cubicBezTo>
                <a:lnTo>
                  <a:pt x="610" y="542"/>
                </a:lnTo>
                <a:close/>
              </a:path>
            </a:pathLst>
          </a:custGeom>
          <a:solidFill>
            <a:srgbClr val="3b88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7" name=""/>
          <p:cNvSpPr/>
          <p:nvPr/>
        </p:nvSpPr>
        <p:spPr>
          <a:xfrm>
            <a:off x="3446280" y="1852200"/>
            <a:ext cx="134640" cy="134280"/>
          </a:xfrm>
          <a:custGeom>
            <a:avLst/>
            <a:gdLst/>
            <a:ahLst/>
            <a:rect l="0" t="0" r="r" b="b"/>
            <a:pathLst>
              <a:path w="374" h="373">
                <a:moveTo>
                  <a:pt x="0" y="0"/>
                </a:moveTo>
                <a:lnTo>
                  <a:pt x="374" y="186"/>
                </a:lnTo>
                <a:lnTo>
                  <a:pt x="0" y="37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914400" y="1822680"/>
            <a:ext cx="246816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700" spc="-1" strike="noStrike">
                <a:solidFill>
                  <a:srgbClr val="1f2328"/>
                </a:solidFill>
                <a:latin typeface="Courier New"/>
                <a:ea typeface="Courier New"/>
              </a:rPr>
              <a:t>k6 ──remote-write──</a:t>
            </a:r>
            <a:endParaRPr b="0" lang="en-US" sz="1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9" name=""/>
          <p:cNvSpPr/>
          <p:nvPr/>
        </p:nvSpPr>
        <p:spPr>
          <a:xfrm>
            <a:off x="5205240" y="1809720"/>
            <a:ext cx="219960" cy="219600"/>
          </a:xfrm>
          <a:custGeom>
            <a:avLst/>
            <a:gdLst/>
            <a:ahLst/>
            <a:rect l="0" t="0" r="r" b="b"/>
            <a:pathLst>
              <a:path w="611" h="610">
                <a:moveTo>
                  <a:pt x="0" y="542"/>
                </a:moveTo>
                <a:cubicBezTo>
                  <a:pt x="0" y="580"/>
                  <a:pt x="31" y="610"/>
                  <a:pt x="68" y="610"/>
                </a:cubicBezTo>
                <a:lnTo>
                  <a:pt x="543" y="610"/>
                </a:lnTo>
                <a:cubicBezTo>
                  <a:pt x="580" y="610"/>
                  <a:pt x="611" y="580"/>
                  <a:pt x="611" y="542"/>
                </a:cubicBezTo>
                <a:lnTo>
                  <a:pt x="611" y="67"/>
                </a:lnTo>
                <a:cubicBezTo>
                  <a:pt x="611" y="30"/>
                  <a:pt x="580" y="0"/>
                  <a:pt x="543" y="0"/>
                </a:cubicBezTo>
                <a:lnTo>
                  <a:pt x="68" y="0"/>
                </a:lnTo>
                <a:cubicBezTo>
                  <a:pt x="31" y="0"/>
                  <a:pt x="0" y="30"/>
                  <a:pt x="0" y="67"/>
                </a:cubicBezTo>
                <a:lnTo>
                  <a:pt x="0" y="542"/>
                </a:lnTo>
                <a:close/>
              </a:path>
            </a:pathLst>
          </a:custGeom>
          <a:solidFill>
            <a:srgbClr val="3b88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0" name=""/>
          <p:cNvSpPr/>
          <p:nvPr/>
        </p:nvSpPr>
        <p:spPr>
          <a:xfrm>
            <a:off x="5241960" y="1852200"/>
            <a:ext cx="134280" cy="134280"/>
          </a:xfrm>
          <a:custGeom>
            <a:avLst/>
            <a:gdLst/>
            <a:ahLst/>
            <a:rect l="0" t="0" r="r" b="b"/>
            <a:pathLst>
              <a:path w="373" h="373">
                <a:moveTo>
                  <a:pt x="373" y="0"/>
                </a:moveTo>
                <a:lnTo>
                  <a:pt x="0" y="186"/>
                </a:lnTo>
                <a:lnTo>
                  <a:pt x="373" y="373"/>
                </a:lnTo>
                <a:lnTo>
                  <a:pt x="37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1" name=""/>
          <p:cNvSpPr txBox="1"/>
          <p:nvPr/>
        </p:nvSpPr>
        <p:spPr>
          <a:xfrm>
            <a:off x="3628440" y="1822680"/>
            <a:ext cx="155844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700" spc="-1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b="0" lang="en-US" sz="1700" spc="-1" strike="noStrike">
                <a:solidFill>
                  <a:srgbClr val="1f2328"/>
                </a:solidFill>
                <a:latin typeface="Courier New"/>
                <a:ea typeface="Courier New"/>
              </a:rPr>
              <a:t>Prometheus </a:t>
            </a:r>
            <a:endParaRPr b="0" lang="en-US" sz="1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2" name=""/>
          <p:cNvSpPr txBox="1"/>
          <p:nvPr/>
        </p:nvSpPr>
        <p:spPr>
          <a:xfrm>
            <a:off x="5433840" y="1822680"/>
            <a:ext cx="441432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700" spc="-1" strike="noStrike">
                <a:solidFill>
                  <a:srgbClr val="1f2328"/>
                </a:solidFill>
                <a:latin typeface="Courier New"/>
                <a:ea typeface="Courier New"/>
              </a:rPr>
              <a:t>── </a:t>
            </a:r>
            <a:r>
              <a:rPr b="0" lang="en-US" sz="1700" spc="-1" strike="noStrike">
                <a:solidFill>
                  <a:srgbClr val="1f2328"/>
                </a:solidFill>
                <a:latin typeface="Courier New"/>
                <a:ea typeface="Courier New"/>
              </a:rPr>
              <a:t>node-exporter  (CPU, RAM, disk)</a:t>
            </a:r>
            <a:endParaRPr b="0" lang="en-US" sz="1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3" name=""/>
          <p:cNvSpPr/>
          <p:nvPr/>
        </p:nvSpPr>
        <p:spPr>
          <a:xfrm>
            <a:off x="5345640" y="2072880"/>
            <a:ext cx="219960" cy="210960"/>
          </a:xfrm>
          <a:custGeom>
            <a:avLst/>
            <a:gdLst/>
            <a:ahLst/>
            <a:rect l="0" t="0" r="r" b="b"/>
            <a:pathLst>
              <a:path w="611" h="586">
                <a:moveTo>
                  <a:pt x="0" y="521"/>
                </a:moveTo>
                <a:cubicBezTo>
                  <a:pt x="0" y="557"/>
                  <a:pt x="31" y="586"/>
                  <a:pt x="68" y="586"/>
                </a:cubicBezTo>
                <a:lnTo>
                  <a:pt x="543" y="586"/>
                </a:lnTo>
                <a:cubicBezTo>
                  <a:pt x="580" y="586"/>
                  <a:pt x="611" y="557"/>
                  <a:pt x="611" y="521"/>
                </a:cubicBezTo>
                <a:lnTo>
                  <a:pt x="611" y="65"/>
                </a:lnTo>
                <a:cubicBezTo>
                  <a:pt x="611" y="29"/>
                  <a:pt x="580" y="0"/>
                  <a:pt x="543" y="0"/>
                </a:cubicBezTo>
                <a:lnTo>
                  <a:pt x="68" y="0"/>
                </a:lnTo>
                <a:cubicBezTo>
                  <a:pt x="31" y="0"/>
                  <a:pt x="0" y="29"/>
                  <a:pt x="0" y="65"/>
                </a:cubicBezTo>
                <a:lnTo>
                  <a:pt x="0" y="521"/>
                </a:lnTo>
                <a:close/>
              </a:path>
            </a:pathLst>
          </a:custGeom>
          <a:solidFill>
            <a:srgbClr val="3b88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4" name=""/>
          <p:cNvSpPr/>
          <p:nvPr/>
        </p:nvSpPr>
        <p:spPr>
          <a:xfrm>
            <a:off x="5382360" y="2113920"/>
            <a:ext cx="134280" cy="128880"/>
          </a:xfrm>
          <a:custGeom>
            <a:avLst/>
            <a:gdLst/>
            <a:ahLst/>
            <a:rect l="0" t="0" r="r" b="b"/>
            <a:pathLst>
              <a:path w="373" h="358">
                <a:moveTo>
                  <a:pt x="373" y="0"/>
                </a:moveTo>
                <a:lnTo>
                  <a:pt x="0" y="179"/>
                </a:lnTo>
                <a:lnTo>
                  <a:pt x="373" y="358"/>
                </a:lnTo>
                <a:lnTo>
                  <a:pt x="37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5" name=""/>
          <p:cNvSpPr txBox="1"/>
          <p:nvPr/>
        </p:nvSpPr>
        <p:spPr>
          <a:xfrm>
            <a:off x="914400" y="2085840"/>
            <a:ext cx="441576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70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                  │       </a:t>
            </a:r>
            <a:endParaRPr b="0" lang="en-US" sz="1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6" name=""/>
          <p:cNvSpPr txBox="1"/>
          <p:nvPr/>
        </p:nvSpPr>
        <p:spPr>
          <a:xfrm>
            <a:off x="5574600" y="2085840"/>
            <a:ext cx="480456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700" spc="-1" strike="noStrike">
                <a:solidFill>
                  <a:srgbClr val="1f2328"/>
                </a:solidFill>
                <a:latin typeface="Courier New"/>
                <a:ea typeface="Courier New"/>
              </a:rPr>
              <a:t>── </a:t>
            </a:r>
            <a:r>
              <a:rPr b="0" lang="en-US" sz="1700" spc="-1" strike="noStrike">
                <a:solidFill>
                  <a:srgbClr val="1f2328"/>
                </a:solidFill>
                <a:latin typeface="Courier New"/>
                <a:ea typeface="Courier New"/>
              </a:rPr>
              <a:t>cadvisor       (container metrics)</a:t>
            </a:r>
            <a:endParaRPr b="0" lang="en-US" sz="1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7" name=""/>
          <p:cNvSpPr/>
          <p:nvPr/>
        </p:nvSpPr>
        <p:spPr>
          <a:xfrm>
            <a:off x="5345640" y="2327400"/>
            <a:ext cx="219960" cy="219600"/>
          </a:xfrm>
          <a:custGeom>
            <a:avLst/>
            <a:gdLst/>
            <a:ahLst/>
            <a:rect l="0" t="0" r="r" b="b"/>
            <a:pathLst>
              <a:path w="611" h="610">
                <a:moveTo>
                  <a:pt x="0" y="542"/>
                </a:moveTo>
                <a:cubicBezTo>
                  <a:pt x="0" y="580"/>
                  <a:pt x="31" y="610"/>
                  <a:pt x="68" y="610"/>
                </a:cubicBezTo>
                <a:lnTo>
                  <a:pt x="543" y="610"/>
                </a:lnTo>
                <a:cubicBezTo>
                  <a:pt x="580" y="610"/>
                  <a:pt x="611" y="580"/>
                  <a:pt x="611" y="542"/>
                </a:cubicBezTo>
                <a:lnTo>
                  <a:pt x="611" y="67"/>
                </a:lnTo>
                <a:cubicBezTo>
                  <a:pt x="611" y="30"/>
                  <a:pt x="580" y="0"/>
                  <a:pt x="543" y="0"/>
                </a:cubicBezTo>
                <a:lnTo>
                  <a:pt x="68" y="0"/>
                </a:lnTo>
                <a:cubicBezTo>
                  <a:pt x="31" y="0"/>
                  <a:pt x="0" y="30"/>
                  <a:pt x="0" y="67"/>
                </a:cubicBezTo>
                <a:lnTo>
                  <a:pt x="0" y="542"/>
                </a:lnTo>
                <a:close/>
              </a:path>
            </a:pathLst>
          </a:custGeom>
          <a:solidFill>
            <a:srgbClr val="3b88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8" name=""/>
          <p:cNvSpPr/>
          <p:nvPr/>
        </p:nvSpPr>
        <p:spPr>
          <a:xfrm>
            <a:off x="5382360" y="2369880"/>
            <a:ext cx="134280" cy="134640"/>
          </a:xfrm>
          <a:custGeom>
            <a:avLst/>
            <a:gdLst/>
            <a:ahLst/>
            <a:rect l="0" t="0" r="r" b="b"/>
            <a:pathLst>
              <a:path w="373" h="374">
                <a:moveTo>
                  <a:pt x="373" y="0"/>
                </a:moveTo>
                <a:lnTo>
                  <a:pt x="0" y="186"/>
                </a:lnTo>
                <a:lnTo>
                  <a:pt x="373" y="374"/>
                </a:lnTo>
                <a:lnTo>
                  <a:pt x="37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9" name=""/>
          <p:cNvSpPr txBox="1"/>
          <p:nvPr/>
        </p:nvSpPr>
        <p:spPr>
          <a:xfrm>
            <a:off x="914400" y="2340360"/>
            <a:ext cx="441576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70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                  │       </a:t>
            </a:r>
            <a:endParaRPr b="0" lang="en-US" sz="1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0" name=""/>
          <p:cNvSpPr txBox="1"/>
          <p:nvPr/>
        </p:nvSpPr>
        <p:spPr>
          <a:xfrm>
            <a:off x="5574600" y="2340360"/>
            <a:ext cx="532440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700" spc="-1" strike="noStrike">
                <a:solidFill>
                  <a:srgbClr val="1f2328"/>
                </a:solidFill>
                <a:latin typeface="Courier New"/>
                <a:ea typeface="Courier New"/>
              </a:rPr>
              <a:t>── </a:t>
            </a:r>
            <a:r>
              <a:rPr b="0" lang="en-US" sz="1700" spc="-1" strike="noStrike">
                <a:solidFill>
                  <a:srgbClr val="1f2328"/>
                </a:solidFill>
                <a:latin typeface="Courier New"/>
                <a:ea typeface="Courier New"/>
              </a:rPr>
              <a:t>mysqld-exporter (threads, buffer pool)</a:t>
            </a:r>
            <a:endParaRPr b="0" lang="en-US" sz="1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1" name=""/>
          <p:cNvSpPr/>
          <p:nvPr/>
        </p:nvSpPr>
        <p:spPr>
          <a:xfrm>
            <a:off x="5345640" y="2590560"/>
            <a:ext cx="219960" cy="210960"/>
          </a:xfrm>
          <a:custGeom>
            <a:avLst/>
            <a:gdLst/>
            <a:ahLst/>
            <a:rect l="0" t="0" r="r" b="b"/>
            <a:pathLst>
              <a:path w="611" h="586">
                <a:moveTo>
                  <a:pt x="0" y="521"/>
                </a:moveTo>
                <a:cubicBezTo>
                  <a:pt x="0" y="557"/>
                  <a:pt x="31" y="586"/>
                  <a:pt x="68" y="586"/>
                </a:cubicBezTo>
                <a:lnTo>
                  <a:pt x="543" y="586"/>
                </a:lnTo>
                <a:cubicBezTo>
                  <a:pt x="580" y="586"/>
                  <a:pt x="611" y="557"/>
                  <a:pt x="611" y="521"/>
                </a:cubicBezTo>
                <a:lnTo>
                  <a:pt x="611" y="65"/>
                </a:lnTo>
                <a:cubicBezTo>
                  <a:pt x="611" y="29"/>
                  <a:pt x="580" y="0"/>
                  <a:pt x="543" y="0"/>
                </a:cubicBezTo>
                <a:lnTo>
                  <a:pt x="68" y="0"/>
                </a:lnTo>
                <a:cubicBezTo>
                  <a:pt x="31" y="0"/>
                  <a:pt x="0" y="29"/>
                  <a:pt x="0" y="65"/>
                </a:cubicBezTo>
                <a:lnTo>
                  <a:pt x="0" y="521"/>
                </a:lnTo>
                <a:close/>
              </a:path>
            </a:pathLst>
          </a:custGeom>
          <a:solidFill>
            <a:srgbClr val="3b88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2" name=""/>
          <p:cNvSpPr/>
          <p:nvPr/>
        </p:nvSpPr>
        <p:spPr>
          <a:xfrm>
            <a:off x="5382360" y="2631600"/>
            <a:ext cx="134280" cy="128880"/>
          </a:xfrm>
          <a:custGeom>
            <a:avLst/>
            <a:gdLst/>
            <a:ahLst/>
            <a:rect l="0" t="0" r="r" b="b"/>
            <a:pathLst>
              <a:path w="373" h="358">
                <a:moveTo>
                  <a:pt x="373" y="0"/>
                </a:moveTo>
                <a:lnTo>
                  <a:pt x="0" y="180"/>
                </a:lnTo>
                <a:lnTo>
                  <a:pt x="373" y="358"/>
                </a:lnTo>
                <a:lnTo>
                  <a:pt x="37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914400" y="2603520"/>
            <a:ext cx="441576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70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                  │       </a:t>
            </a:r>
            <a:endParaRPr b="0" lang="en-US" sz="1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4" name=""/>
          <p:cNvSpPr txBox="1"/>
          <p:nvPr/>
        </p:nvSpPr>
        <p:spPr>
          <a:xfrm>
            <a:off x="5574600" y="2603520"/>
            <a:ext cx="467496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700" spc="-1" strike="noStrike">
                <a:solidFill>
                  <a:srgbClr val="1f2328"/>
                </a:solidFill>
                <a:latin typeface="Courier New"/>
                <a:ea typeface="Courier New"/>
              </a:rPr>
              <a:t>── </a:t>
            </a:r>
            <a:r>
              <a:rPr b="0" lang="en-US" sz="1700" spc="-1" strike="noStrike">
                <a:solidFill>
                  <a:srgbClr val="1f2328"/>
                </a:solidFill>
                <a:latin typeface="Courier New"/>
                <a:ea typeface="Courier New"/>
              </a:rPr>
              <a:t>php-fpm-exporter (workers, queue)</a:t>
            </a:r>
            <a:endParaRPr b="0" lang="en-US" sz="1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5" name=""/>
          <p:cNvSpPr/>
          <p:nvPr/>
        </p:nvSpPr>
        <p:spPr>
          <a:xfrm>
            <a:off x="5345640" y="2845080"/>
            <a:ext cx="219960" cy="219600"/>
          </a:xfrm>
          <a:custGeom>
            <a:avLst/>
            <a:gdLst/>
            <a:ahLst/>
            <a:rect l="0" t="0" r="r" b="b"/>
            <a:pathLst>
              <a:path w="611" h="610">
                <a:moveTo>
                  <a:pt x="0" y="543"/>
                </a:moveTo>
                <a:cubicBezTo>
                  <a:pt x="0" y="580"/>
                  <a:pt x="31" y="610"/>
                  <a:pt x="68" y="610"/>
                </a:cubicBezTo>
                <a:lnTo>
                  <a:pt x="543" y="610"/>
                </a:lnTo>
                <a:cubicBezTo>
                  <a:pt x="580" y="610"/>
                  <a:pt x="611" y="580"/>
                  <a:pt x="611" y="543"/>
                </a:cubicBezTo>
                <a:lnTo>
                  <a:pt x="611" y="68"/>
                </a:lnTo>
                <a:cubicBezTo>
                  <a:pt x="611" y="30"/>
                  <a:pt x="580" y="0"/>
                  <a:pt x="543" y="0"/>
                </a:cubicBezTo>
                <a:lnTo>
                  <a:pt x="68" y="0"/>
                </a:lnTo>
                <a:cubicBezTo>
                  <a:pt x="31" y="0"/>
                  <a:pt x="0" y="30"/>
                  <a:pt x="0" y="68"/>
                </a:cubicBezTo>
                <a:lnTo>
                  <a:pt x="0" y="543"/>
                </a:lnTo>
                <a:close/>
              </a:path>
            </a:pathLst>
          </a:custGeom>
          <a:solidFill>
            <a:srgbClr val="3b88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6" name=""/>
          <p:cNvSpPr/>
          <p:nvPr/>
        </p:nvSpPr>
        <p:spPr>
          <a:xfrm>
            <a:off x="5382360" y="2887560"/>
            <a:ext cx="134280" cy="134640"/>
          </a:xfrm>
          <a:custGeom>
            <a:avLst/>
            <a:gdLst/>
            <a:ahLst/>
            <a:rect l="0" t="0" r="r" b="b"/>
            <a:pathLst>
              <a:path w="373" h="374">
                <a:moveTo>
                  <a:pt x="373" y="0"/>
                </a:moveTo>
                <a:lnTo>
                  <a:pt x="0" y="187"/>
                </a:lnTo>
                <a:lnTo>
                  <a:pt x="373" y="374"/>
                </a:lnTo>
                <a:lnTo>
                  <a:pt x="37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7" name=""/>
          <p:cNvSpPr txBox="1"/>
          <p:nvPr/>
        </p:nvSpPr>
        <p:spPr>
          <a:xfrm>
            <a:off x="914400" y="2858040"/>
            <a:ext cx="441576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70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                  │       </a:t>
            </a:r>
            <a:endParaRPr b="0" lang="en-US" sz="1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8" name=""/>
          <p:cNvSpPr txBox="1"/>
          <p:nvPr/>
        </p:nvSpPr>
        <p:spPr>
          <a:xfrm>
            <a:off x="5574600" y="2858040"/>
            <a:ext cx="571284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700" spc="-1" strike="noStrike">
                <a:solidFill>
                  <a:srgbClr val="1f2328"/>
                </a:solidFill>
                <a:latin typeface="Courier New"/>
                <a:ea typeface="Courier New"/>
              </a:rPr>
              <a:t>── </a:t>
            </a:r>
            <a:r>
              <a:rPr b="0" lang="en-US" sz="1700" spc="-1" strike="noStrike">
                <a:solidFill>
                  <a:srgbClr val="1f2328"/>
                </a:solidFill>
                <a:latin typeface="Courier New"/>
                <a:ea typeface="Courier New"/>
              </a:rPr>
              <a:t>nginx-exporter  (connections, requests/s)</a:t>
            </a:r>
            <a:endParaRPr b="0" lang="en-US" sz="1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9" name=""/>
          <p:cNvSpPr/>
          <p:nvPr/>
        </p:nvSpPr>
        <p:spPr>
          <a:xfrm>
            <a:off x="5345640" y="3108240"/>
            <a:ext cx="219960" cy="210960"/>
          </a:xfrm>
          <a:custGeom>
            <a:avLst/>
            <a:gdLst/>
            <a:ahLst/>
            <a:rect l="0" t="0" r="r" b="b"/>
            <a:pathLst>
              <a:path w="611" h="586">
                <a:moveTo>
                  <a:pt x="0" y="521"/>
                </a:moveTo>
                <a:cubicBezTo>
                  <a:pt x="0" y="557"/>
                  <a:pt x="31" y="586"/>
                  <a:pt x="68" y="586"/>
                </a:cubicBezTo>
                <a:lnTo>
                  <a:pt x="543" y="586"/>
                </a:lnTo>
                <a:cubicBezTo>
                  <a:pt x="580" y="586"/>
                  <a:pt x="611" y="557"/>
                  <a:pt x="611" y="521"/>
                </a:cubicBezTo>
                <a:lnTo>
                  <a:pt x="611" y="65"/>
                </a:lnTo>
                <a:cubicBezTo>
                  <a:pt x="611" y="29"/>
                  <a:pt x="580" y="0"/>
                  <a:pt x="543" y="0"/>
                </a:cubicBezTo>
                <a:lnTo>
                  <a:pt x="68" y="0"/>
                </a:lnTo>
                <a:cubicBezTo>
                  <a:pt x="31" y="0"/>
                  <a:pt x="0" y="29"/>
                  <a:pt x="0" y="65"/>
                </a:cubicBezTo>
                <a:lnTo>
                  <a:pt x="0" y="521"/>
                </a:lnTo>
                <a:close/>
              </a:path>
            </a:pathLst>
          </a:custGeom>
          <a:solidFill>
            <a:srgbClr val="3b88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0" name=""/>
          <p:cNvSpPr/>
          <p:nvPr/>
        </p:nvSpPr>
        <p:spPr>
          <a:xfrm>
            <a:off x="5382360" y="3149280"/>
            <a:ext cx="134280" cy="128880"/>
          </a:xfrm>
          <a:custGeom>
            <a:avLst/>
            <a:gdLst/>
            <a:ahLst/>
            <a:rect l="0" t="0" r="r" b="b"/>
            <a:pathLst>
              <a:path w="373" h="358">
                <a:moveTo>
                  <a:pt x="373" y="0"/>
                </a:moveTo>
                <a:lnTo>
                  <a:pt x="0" y="179"/>
                </a:lnTo>
                <a:lnTo>
                  <a:pt x="373" y="358"/>
                </a:lnTo>
                <a:lnTo>
                  <a:pt x="37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1" name=""/>
          <p:cNvSpPr txBox="1"/>
          <p:nvPr/>
        </p:nvSpPr>
        <p:spPr>
          <a:xfrm>
            <a:off x="914400" y="3121200"/>
            <a:ext cx="441576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70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                  │       </a:t>
            </a:r>
            <a:endParaRPr b="0" lang="en-US" sz="1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2" name=""/>
          <p:cNvSpPr txBox="1"/>
          <p:nvPr/>
        </p:nvSpPr>
        <p:spPr>
          <a:xfrm>
            <a:off x="5574600" y="3121200"/>
            <a:ext cx="480456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700" spc="-1" strike="noStrike">
                <a:solidFill>
                  <a:srgbClr val="1f2328"/>
                </a:solidFill>
                <a:latin typeface="Courier New"/>
                <a:ea typeface="Courier New"/>
              </a:rPr>
              <a:t>── </a:t>
            </a:r>
            <a:r>
              <a:rPr b="0" lang="en-US" sz="1700" spc="-1" strike="noStrike">
                <a:solidFill>
                  <a:srgbClr val="1f2328"/>
                </a:solidFill>
                <a:latin typeface="Courier New"/>
                <a:ea typeface="Courier New"/>
              </a:rPr>
              <a:t>redis-exporter  (hit rate, memory)</a:t>
            </a:r>
            <a:endParaRPr b="0" lang="en-US" sz="1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3" name=""/>
          <p:cNvSpPr txBox="1"/>
          <p:nvPr/>
        </p:nvSpPr>
        <p:spPr>
          <a:xfrm>
            <a:off x="914400" y="3367080"/>
            <a:ext cx="350604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70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                  ▼</a:t>
            </a:r>
            <a:endParaRPr b="0" lang="en-US" sz="1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4" name=""/>
          <p:cNvSpPr txBox="1"/>
          <p:nvPr/>
        </p:nvSpPr>
        <p:spPr>
          <a:xfrm>
            <a:off x="914400" y="3621600"/>
            <a:ext cx="740124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70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               </a:t>
            </a:r>
            <a:r>
              <a:rPr b="0" lang="en-US" sz="1700" spc="-1" strike="noStrike">
                <a:solidFill>
                  <a:srgbClr val="1f2328"/>
                </a:solidFill>
                <a:latin typeface="Courier New"/>
                <a:ea typeface="Courier New"/>
              </a:rPr>
              <a:t>Grafana  ←── Loki (container logs)</a:t>
            </a:r>
            <a:endParaRPr b="0" lang="en-US" sz="1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5" name=""/>
          <p:cNvSpPr txBox="1"/>
          <p:nvPr/>
        </p:nvSpPr>
        <p:spPr>
          <a:xfrm>
            <a:off x="914400" y="3867120"/>
            <a:ext cx="415512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70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            </a:t>
            </a:r>
            <a:r>
              <a:rPr b="0" lang="en-US" sz="1700" spc="-1" strike="noStrike">
                <a:solidFill>
                  <a:srgbClr val="1f2328"/>
                </a:solidFill>
                <a:latin typeface="Courier New"/>
                <a:ea typeface="Courier New"/>
              </a:rPr>
              <a:t>7 dashboards</a:t>
            </a:r>
            <a:endParaRPr b="0" lang="en-US" sz="1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6" name=""/>
          <p:cNvSpPr txBox="1"/>
          <p:nvPr/>
        </p:nvSpPr>
        <p:spPr>
          <a:xfrm>
            <a:off x="914400" y="4113000"/>
            <a:ext cx="493416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70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            </a:t>
            </a:r>
            <a:r>
              <a:rPr b="0" lang="en-US" sz="1700" spc="-1" strike="noStrike">
                <a:solidFill>
                  <a:srgbClr val="1f2328"/>
                </a:solidFill>
                <a:latin typeface="Courier New"/>
                <a:ea typeface="Courier New"/>
              </a:rPr>
              <a:t>(live during demo)</a:t>
            </a:r>
            <a:endParaRPr b="0" lang="en-US" sz="1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7" name=""/>
          <p:cNvSpPr txBox="1"/>
          <p:nvPr/>
        </p:nvSpPr>
        <p:spPr>
          <a:xfrm>
            <a:off x="1090440" y="5141160"/>
            <a:ext cx="87242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59636e"/>
                </a:solidFill>
                <a:latin typeface="Arial"/>
                <a:ea typeface="Arial"/>
              </a:rPr>
              <a:t>Every number you see on screen is a </a:t>
            </a:r>
            <a:r>
              <a:rPr b="1" lang="en-US" sz="2170" spc="-1" strike="noStrike">
                <a:solidFill>
                  <a:srgbClr val="59636e"/>
                </a:solidFill>
                <a:latin typeface="Arial"/>
                <a:ea typeface="Arial"/>
              </a:rPr>
              <a:t>real metric from a real process.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8" name=""/>
          <p:cNvSpPr txBox="1"/>
          <p:nvPr/>
        </p:nvSpPr>
        <p:spPr>
          <a:xfrm>
            <a:off x="1090440" y="5550840"/>
            <a:ext cx="63010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59636e"/>
                </a:solidFill>
                <a:latin typeface="Arial"/>
                <a:ea typeface="Arial"/>
              </a:rPr>
              <a:t>No synthetic benchmarks. No cherry-picked results.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2" name=""/>
          <p:cNvSpPr txBox="1"/>
          <p:nvPr/>
        </p:nvSpPr>
        <p:spPr>
          <a:xfrm>
            <a:off x="747720" y="2106000"/>
            <a:ext cx="343800" cy="323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NotoColorEmoji"/>
                <a:ea typeface="NotoColorEmoji"/>
              </a:rPr>
              <a:t>💥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3" name=""/>
          <p:cNvSpPr txBox="1"/>
          <p:nvPr/>
        </p:nvSpPr>
        <p:spPr>
          <a:xfrm>
            <a:off x="747720" y="2743200"/>
            <a:ext cx="1154520" cy="49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480" spc="-1" strike="noStrike">
                <a:solidFill>
                  <a:srgbClr val="224466"/>
                </a:solidFill>
                <a:latin typeface="Arial"/>
                <a:ea typeface="Arial"/>
              </a:rPr>
              <a:t>ACT I</a:t>
            </a:r>
            <a:endParaRPr b="0" lang="en-US" sz="34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4" name=""/>
          <p:cNvSpPr txBox="1"/>
          <p:nvPr/>
        </p:nvSpPr>
        <p:spPr>
          <a:xfrm>
            <a:off x="747720" y="3646800"/>
            <a:ext cx="175932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  <a:ea typeface="Arial"/>
              </a:rPr>
              <a:t>The Crash</a:t>
            </a:r>
            <a:endParaRPr b="0" lang="en-US" sz="28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5" name=""/>
          <p:cNvSpPr txBox="1"/>
          <p:nvPr/>
        </p:nvSpPr>
        <p:spPr>
          <a:xfrm>
            <a:off x="747720" y="4420800"/>
            <a:ext cx="4305960" cy="338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390" spc="-1" strike="noStrike">
                <a:solidFill>
                  <a:srgbClr val="1f2328"/>
                </a:solidFill>
                <a:latin typeface="Arial"/>
                <a:ea typeface="Arial"/>
              </a:rPr>
              <a:t>Level 0 — Apache + mod_php</a:t>
            </a:r>
            <a:endParaRPr b="0" lang="en-US" sz="23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9" name=""/>
          <p:cNvSpPr/>
          <p:nvPr/>
        </p:nvSpPr>
        <p:spPr>
          <a:xfrm>
            <a:off x="757080" y="2023920"/>
            <a:ext cx="10687320" cy="2210040"/>
          </a:xfrm>
          <a:custGeom>
            <a:avLst/>
            <a:gdLst/>
            <a:ahLst/>
            <a:rect l="0" t="0" r="r" b="b"/>
            <a:pathLst>
              <a:path w="29687" h="6139">
                <a:moveTo>
                  <a:pt x="0" y="599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5994"/>
                </a:lnTo>
                <a:cubicBezTo>
                  <a:pt x="29687" y="6003"/>
                  <a:pt x="29686" y="6013"/>
                  <a:pt x="29684" y="6022"/>
                </a:cubicBezTo>
                <a:cubicBezTo>
                  <a:pt x="29683" y="6031"/>
                  <a:pt x="29680" y="6041"/>
                  <a:pt x="29676" y="6049"/>
                </a:cubicBezTo>
                <a:cubicBezTo>
                  <a:pt x="29672" y="6058"/>
                  <a:pt x="29668" y="6067"/>
                  <a:pt x="29663" y="6075"/>
                </a:cubicBezTo>
                <a:cubicBezTo>
                  <a:pt x="29657" y="6082"/>
                  <a:pt x="29651" y="6090"/>
                  <a:pt x="29645" y="6097"/>
                </a:cubicBezTo>
                <a:cubicBezTo>
                  <a:pt x="29638" y="6103"/>
                  <a:pt x="29630" y="6109"/>
                  <a:pt x="29623" y="6115"/>
                </a:cubicBezTo>
                <a:cubicBezTo>
                  <a:pt x="29615" y="6120"/>
                  <a:pt x="29606" y="6124"/>
                  <a:pt x="29597" y="6128"/>
                </a:cubicBezTo>
                <a:cubicBezTo>
                  <a:pt x="29589" y="6132"/>
                  <a:pt x="29579" y="6135"/>
                  <a:pt x="29570" y="6136"/>
                </a:cubicBezTo>
                <a:cubicBezTo>
                  <a:pt x="29561" y="6138"/>
                  <a:pt x="29551" y="6139"/>
                  <a:pt x="29542" y="6139"/>
                </a:cubicBezTo>
                <a:lnTo>
                  <a:pt x="145" y="6139"/>
                </a:lnTo>
                <a:cubicBezTo>
                  <a:pt x="136" y="6139"/>
                  <a:pt x="126" y="6138"/>
                  <a:pt x="117" y="6136"/>
                </a:cubicBezTo>
                <a:cubicBezTo>
                  <a:pt x="108" y="6135"/>
                  <a:pt x="99" y="6132"/>
                  <a:pt x="90" y="6128"/>
                </a:cubicBezTo>
                <a:cubicBezTo>
                  <a:pt x="81" y="6124"/>
                  <a:pt x="73" y="6120"/>
                  <a:pt x="65" y="6115"/>
                </a:cubicBezTo>
                <a:cubicBezTo>
                  <a:pt x="57" y="6109"/>
                  <a:pt x="49" y="6103"/>
                  <a:pt x="43" y="6097"/>
                </a:cubicBezTo>
                <a:cubicBezTo>
                  <a:pt x="36" y="6090"/>
                  <a:pt x="30" y="6082"/>
                  <a:pt x="24" y="6075"/>
                </a:cubicBezTo>
                <a:cubicBezTo>
                  <a:pt x="19" y="6067"/>
                  <a:pt x="15" y="6058"/>
                  <a:pt x="11" y="6049"/>
                </a:cubicBezTo>
                <a:cubicBezTo>
                  <a:pt x="7" y="6041"/>
                  <a:pt x="5" y="6031"/>
                  <a:pt x="3" y="6022"/>
                </a:cubicBezTo>
                <a:cubicBezTo>
                  <a:pt x="1" y="6013"/>
                  <a:pt x="0" y="6003"/>
                  <a:pt x="0" y="5994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0" name=""/>
          <p:cNvSpPr/>
          <p:nvPr/>
        </p:nvSpPr>
        <p:spPr>
          <a:xfrm>
            <a:off x="757080" y="2023920"/>
            <a:ext cx="10687320" cy="2210040"/>
          </a:xfrm>
          <a:custGeom>
            <a:avLst/>
            <a:gdLst/>
            <a:ahLst/>
            <a:rect l="0" t="0" r="r" b="b"/>
            <a:pathLst>
              <a:path w="29687" h="6139">
                <a:moveTo>
                  <a:pt x="0" y="599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5994"/>
                </a:lnTo>
                <a:cubicBezTo>
                  <a:pt x="29687" y="6003"/>
                  <a:pt x="29686" y="6013"/>
                  <a:pt x="29684" y="6022"/>
                </a:cubicBezTo>
                <a:cubicBezTo>
                  <a:pt x="29683" y="6031"/>
                  <a:pt x="29680" y="6041"/>
                  <a:pt x="29676" y="6049"/>
                </a:cubicBezTo>
                <a:cubicBezTo>
                  <a:pt x="29672" y="6058"/>
                  <a:pt x="29668" y="6067"/>
                  <a:pt x="29663" y="6075"/>
                </a:cubicBezTo>
                <a:cubicBezTo>
                  <a:pt x="29657" y="6082"/>
                  <a:pt x="29651" y="6090"/>
                  <a:pt x="29645" y="6097"/>
                </a:cubicBezTo>
                <a:cubicBezTo>
                  <a:pt x="29638" y="6103"/>
                  <a:pt x="29630" y="6109"/>
                  <a:pt x="29623" y="6115"/>
                </a:cubicBezTo>
                <a:cubicBezTo>
                  <a:pt x="29615" y="6120"/>
                  <a:pt x="29606" y="6124"/>
                  <a:pt x="29597" y="6128"/>
                </a:cubicBezTo>
                <a:cubicBezTo>
                  <a:pt x="29589" y="6132"/>
                  <a:pt x="29579" y="6135"/>
                  <a:pt x="29570" y="6136"/>
                </a:cubicBezTo>
                <a:cubicBezTo>
                  <a:pt x="29561" y="6138"/>
                  <a:pt x="29551" y="6139"/>
                  <a:pt x="29542" y="6139"/>
                </a:cubicBezTo>
                <a:lnTo>
                  <a:pt x="145" y="6139"/>
                </a:lnTo>
                <a:cubicBezTo>
                  <a:pt x="136" y="6139"/>
                  <a:pt x="126" y="6138"/>
                  <a:pt x="117" y="6136"/>
                </a:cubicBezTo>
                <a:cubicBezTo>
                  <a:pt x="108" y="6135"/>
                  <a:pt x="99" y="6132"/>
                  <a:pt x="90" y="6128"/>
                </a:cubicBezTo>
                <a:cubicBezTo>
                  <a:pt x="81" y="6124"/>
                  <a:pt x="73" y="6120"/>
                  <a:pt x="65" y="6115"/>
                </a:cubicBezTo>
                <a:cubicBezTo>
                  <a:pt x="57" y="6109"/>
                  <a:pt x="49" y="6103"/>
                  <a:pt x="43" y="6097"/>
                </a:cubicBezTo>
                <a:cubicBezTo>
                  <a:pt x="36" y="6090"/>
                  <a:pt x="30" y="6082"/>
                  <a:pt x="24" y="6075"/>
                </a:cubicBezTo>
                <a:cubicBezTo>
                  <a:pt x="19" y="6067"/>
                  <a:pt x="15" y="6058"/>
                  <a:pt x="11" y="6049"/>
                </a:cubicBezTo>
                <a:cubicBezTo>
                  <a:pt x="7" y="6041"/>
                  <a:pt x="5" y="6031"/>
                  <a:pt x="3" y="6022"/>
                </a:cubicBezTo>
                <a:cubicBezTo>
                  <a:pt x="1" y="6013"/>
                  <a:pt x="0" y="6003"/>
                  <a:pt x="0" y="5994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1" name=""/>
          <p:cNvSpPr/>
          <p:nvPr/>
        </p:nvSpPr>
        <p:spPr>
          <a:xfrm>
            <a:off x="752400" y="6495840"/>
            <a:ext cx="66960" cy="829080"/>
          </a:xfrm>
          <a:custGeom>
            <a:avLst/>
            <a:gdLst/>
            <a:ahLst/>
            <a:rect l="0" t="0" r="r" b="b"/>
            <a:pathLst>
              <a:path w="186" h="2303">
                <a:moveTo>
                  <a:pt x="0" y="0"/>
                </a:moveTo>
                <a:lnTo>
                  <a:pt x="186" y="0"/>
                </a:lnTo>
                <a:lnTo>
                  <a:pt x="186" y="2303"/>
                </a:lnTo>
                <a:lnTo>
                  <a:pt x="0" y="23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2" name=""/>
          <p:cNvSpPr txBox="1"/>
          <p:nvPr/>
        </p:nvSpPr>
        <p:spPr>
          <a:xfrm>
            <a:off x="747720" y="770400"/>
            <a:ext cx="641520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  <a:ea typeface="Arial"/>
              </a:rPr>
              <a:t>Level 0 — How Apache prefork works</a:t>
            </a:r>
            <a:endParaRPr b="0" lang="en-US" sz="28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3" name=""/>
          <p:cNvSpPr txBox="1"/>
          <p:nvPr/>
        </p:nvSpPr>
        <p:spPr>
          <a:xfrm>
            <a:off x="747720" y="1502640"/>
            <a:ext cx="46213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Each connection = one OS process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4" name=""/>
          <p:cNvSpPr txBox="1"/>
          <p:nvPr/>
        </p:nvSpPr>
        <p:spPr>
          <a:xfrm>
            <a:off x="914400" y="2185560"/>
            <a:ext cx="22532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Browser connects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5" name=""/>
          <p:cNvSpPr txBox="1"/>
          <p:nvPr/>
        </p:nvSpPr>
        <p:spPr>
          <a:xfrm>
            <a:off x="914400" y="2452320"/>
            <a:ext cx="46472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  →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Apache forks a worker process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6" name=""/>
          <p:cNvSpPr txBox="1"/>
          <p:nvPr/>
        </p:nvSpPr>
        <p:spPr>
          <a:xfrm>
            <a:off x="914400" y="2728440"/>
            <a:ext cx="60555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    →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worker loads PHP + WordPress into RAM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7" name=""/>
          <p:cNvSpPr txBox="1"/>
          <p:nvPr/>
        </p:nvSpPr>
        <p:spPr>
          <a:xfrm>
            <a:off x="914400" y="2995200"/>
            <a:ext cx="43653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→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PHP runs, queries MySQL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8" name=""/>
          <p:cNvSpPr txBox="1"/>
          <p:nvPr/>
        </p:nvSpPr>
        <p:spPr>
          <a:xfrm>
            <a:off x="914400" y="3261960"/>
            <a:ext cx="32392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→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response sent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9" name=""/>
          <p:cNvSpPr txBox="1"/>
          <p:nvPr/>
        </p:nvSpPr>
        <p:spPr>
          <a:xfrm>
            <a:off x="914400" y="3538080"/>
            <a:ext cx="5491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  →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worker stays alive, waiting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0" name=""/>
          <p:cNvSpPr txBox="1"/>
          <p:nvPr/>
        </p:nvSpPr>
        <p:spPr>
          <a:xfrm>
            <a:off x="914400" y="3804840"/>
            <a:ext cx="49280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 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(idle, ~32 MB RAM held)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1" name=""/>
          <p:cNvSpPr/>
          <p:nvPr/>
        </p:nvSpPr>
        <p:spPr>
          <a:xfrm>
            <a:off x="1076040" y="51339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4"/>
                  <a:pt x="236" y="151"/>
                  <a:pt x="230" y="165"/>
                </a:cubicBezTo>
                <a:cubicBezTo>
                  <a:pt x="223" y="180"/>
                  <a:pt x="215" y="193"/>
                  <a:pt x="204" y="204"/>
                </a:cubicBezTo>
                <a:cubicBezTo>
                  <a:pt x="192" y="215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4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8"/>
                  <a:pt x="24" y="46"/>
                  <a:pt x="35" y="34"/>
                </a:cubicBezTo>
                <a:cubicBezTo>
                  <a:pt x="46" y="23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3"/>
                  <a:pt x="204" y="34"/>
                </a:cubicBezTo>
                <a:cubicBezTo>
                  <a:pt x="215" y="46"/>
                  <a:pt x="223" y="58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2" name=""/>
          <p:cNvSpPr txBox="1"/>
          <p:nvPr/>
        </p:nvSpPr>
        <p:spPr>
          <a:xfrm>
            <a:off x="747720" y="4436280"/>
            <a:ext cx="17470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The problem: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3" name=""/>
          <p:cNvSpPr/>
          <p:nvPr/>
        </p:nvSpPr>
        <p:spPr>
          <a:xfrm>
            <a:off x="1076040" y="56196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3" y="179"/>
                  <a:pt x="215" y="192"/>
                  <a:pt x="204" y="203"/>
                </a:cubicBezTo>
                <a:cubicBezTo>
                  <a:pt x="192" y="214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4"/>
                  <a:pt x="35" y="203"/>
                </a:cubicBezTo>
                <a:cubicBezTo>
                  <a:pt x="24" y="192"/>
                  <a:pt x="15" y="179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4"/>
                  <a:pt x="204" y="35"/>
                </a:cubicBezTo>
                <a:cubicBezTo>
                  <a:pt x="215" y="46"/>
                  <a:pt x="223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4" name=""/>
          <p:cNvSpPr txBox="1"/>
          <p:nvPr/>
        </p:nvSpPr>
        <p:spPr>
          <a:xfrm>
            <a:off x="1300320" y="5007960"/>
            <a:ext cx="50666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60 idle workers = 1.9 GB RAM consumed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5" name=""/>
          <p:cNvSpPr/>
          <p:nvPr/>
        </p:nvSpPr>
        <p:spPr>
          <a:xfrm>
            <a:off x="1076040" y="60958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3" y="180"/>
                  <a:pt x="215" y="193"/>
                  <a:pt x="204" y="204"/>
                </a:cubicBezTo>
                <a:cubicBezTo>
                  <a:pt x="192" y="215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4"/>
                  <a:pt x="204" y="35"/>
                </a:cubicBezTo>
                <a:cubicBezTo>
                  <a:pt x="215" y="46"/>
                  <a:pt x="223" y="59"/>
                  <a:pt x="230" y="73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6" name=""/>
          <p:cNvSpPr txBox="1"/>
          <p:nvPr/>
        </p:nvSpPr>
        <p:spPr>
          <a:xfrm>
            <a:off x="1300320" y="5493600"/>
            <a:ext cx="30668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Browser #61 gets: queue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7" name=""/>
          <p:cNvSpPr txBox="1"/>
          <p:nvPr/>
        </p:nvSpPr>
        <p:spPr>
          <a:xfrm>
            <a:off x="1300320" y="5969880"/>
            <a:ext cx="29113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Browser #200 gets: </a:t>
            </a:r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503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8" name=""/>
          <p:cNvSpPr txBox="1"/>
          <p:nvPr/>
        </p:nvSpPr>
        <p:spPr>
          <a:xfrm>
            <a:off x="1090440" y="6541200"/>
            <a:ext cx="68540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59636e"/>
                </a:solidFill>
                <a:latin typeface="Arial"/>
                <a:ea typeface="Arial"/>
              </a:rPr>
              <a:t>The process model was designed for static files in 1996.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2" name=""/>
          <p:cNvSpPr/>
          <p:nvPr/>
        </p:nvSpPr>
        <p:spPr>
          <a:xfrm>
            <a:off x="752400" y="3695400"/>
            <a:ext cx="2076840" cy="543240"/>
          </a:xfrm>
          <a:custGeom>
            <a:avLst/>
            <a:gdLst/>
            <a:ahLst/>
            <a:rect l="0" t="0" r="r" b="b"/>
            <a:pathLst>
              <a:path w="5769" h="1509">
                <a:moveTo>
                  <a:pt x="0" y="0"/>
                </a:moveTo>
                <a:lnTo>
                  <a:pt x="5769" y="0"/>
                </a:lnTo>
                <a:lnTo>
                  <a:pt x="5769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3" name=""/>
          <p:cNvSpPr/>
          <p:nvPr/>
        </p:nvSpPr>
        <p:spPr>
          <a:xfrm>
            <a:off x="2828880" y="3695400"/>
            <a:ext cx="4496040" cy="543240"/>
          </a:xfrm>
          <a:custGeom>
            <a:avLst/>
            <a:gdLst/>
            <a:ahLst/>
            <a:rect l="0" t="0" r="r" b="b"/>
            <a:pathLst>
              <a:path w="12489" h="1509">
                <a:moveTo>
                  <a:pt x="0" y="0"/>
                </a:moveTo>
                <a:lnTo>
                  <a:pt x="12489" y="0"/>
                </a:lnTo>
                <a:lnTo>
                  <a:pt x="12489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4" name=""/>
          <p:cNvSpPr/>
          <p:nvPr/>
        </p:nvSpPr>
        <p:spPr>
          <a:xfrm>
            <a:off x="752400" y="4238280"/>
            <a:ext cx="2076840" cy="533880"/>
          </a:xfrm>
          <a:custGeom>
            <a:avLst/>
            <a:gdLst/>
            <a:ahLst/>
            <a:rect l="0" t="0" r="r" b="b"/>
            <a:pathLst>
              <a:path w="5769" h="1483">
                <a:moveTo>
                  <a:pt x="0" y="0"/>
                </a:moveTo>
                <a:lnTo>
                  <a:pt x="5769" y="0"/>
                </a:lnTo>
                <a:lnTo>
                  <a:pt x="5769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5" name=""/>
          <p:cNvSpPr/>
          <p:nvPr/>
        </p:nvSpPr>
        <p:spPr>
          <a:xfrm>
            <a:off x="2828880" y="4238280"/>
            <a:ext cx="4496040" cy="533880"/>
          </a:xfrm>
          <a:custGeom>
            <a:avLst/>
            <a:gdLst/>
            <a:ahLst/>
            <a:rect l="0" t="0" r="r" b="b"/>
            <a:pathLst>
              <a:path w="12489" h="1483">
                <a:moveTo>
                  <a:pt x="0" y="0"/>
                </a:moveTo>
                <a:lnTo>
                  <a:pt x="12489" y="0"/>
                </a:lnTo>
                <a:lnTo>
                  <a:pt x="12489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6" name=""/>
          <p:cNvSpPr/>
          <p:nvPr/>
        </p:nvSpPr>
        <p:spPr>
          <a:xfrm>
            <a:off x="752400" y="4771800"/>
            <a:ext cx="2076840" cy="543240"/>
          </a:xfrm>
          <a:custGeom>
            <a:avLst/>
            <a:gdLst/>
            <a:ahLst/>
            <a:rect l="0" t="0" r="r" b="b"/>
            <a:pathLst>
              <a:path w="5769" h="1509">
                <a:moveTo>
                  <a:pt x="0" y="0"/>
                </a:moveTo>
                <a:lnTo>
                  <a:pt x="5769" y="0"/>
                </a:lnTo>
                <a:lnTo>
                  <a:pt x="5769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7" name=""/>
          <p:cNvSpPr/>
          <p:nvPr/>
        </p:nvSpPr>
        <p:spPr>
          <a:xfrm>
            <a:off x="2828880" y="4771800"/>
            <a:ext cx="4496040" cy="543240"/>
          </a:xfrm>
          <a:custGeom>
            <a:avLst/>
            <a:gdLst/>
            <a:ahLst/>
            <a:rect l="0" t="0" r="r" b="b"/>
            <a:pathLst>
              <a:path w="12489" h="1509">
                <a:moveTo>
                  <a:pt x="0" y="0"/>
                </a:moveTo>
                <a:lnTo>
                  <a:pt x="12489" y="0"/>
                </a:lnTo>
                <a:lnTo>
                  <a:pt x="12489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8" name=""/>
          <p:cNvSpPr/>
          <p:nvPr/>
        </p:nvSpPr>
        <p:spPr>
          <a:xfrm>
            <a:off x="752400" y="5314680"/>
            <a:ext cx="2076840" cy="533880"/>
          </a:xfrm>
          <a:custGeom>
            <a:avLst/>
            <a:gdLst/>
            <a:ahLst/>
            <a:rect l="0" t="0" r="r" b="b"/>
            <a:pathLst>
              <a:path w="5769" h="1483">
                <a:moveTo>
                  <a:pt x="0" y="0"/>
                </a:moveTo>
                <a:lnTo>
                  <a:pt x="5769" y="0"/>
                </a:lnTo>
                <a:lnTo>
                  <a:pt x="5769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9" name=""/>
          <p:cNvSpPr/>
          <p:nvPr/>
        </p:nvSpPr>
        <p:spPr>
          <a:xfrm>
            <a:off x="2828880" y="5314680"/>
            <a:ext cx="4496040" cy="533880"/>
          </a:xfrm>
          <a:custGeom>
            <a:avLst/>
            <a:gdLst/>
            <a:ahLst/>
            <a:rect l="0" t="0" r="r" b="b"/>
            <a:pathLst>
              <a:path w="12489" h="1483">
                <a:moveTo>
                  <a:pt x="0" y="0"/>
                </a:moveTo>
                <a:lnTo>
                  <a:pt x="12489" y="0"/>
                </a:lnTo>
                <a:lnTo>
                  <a:pt x="12489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0" name=""/>
          <p:cNvSpPr/>
          <p:nvPr/>
        </p:nvSpPr>
        <p:spPr>
          <a:xfrm>
            <a:off x="752400" y="5848200"/>
            <a:ext cx="2076840" cy="543240"/>
          </a:xfrm>
          <a:custGeom>
            <a:avLst/>
            <a:gdLst/>
            <a:ahLst/>
            <a:rect l="0" t="0" r="r" b="b"/>
            <a:pathLst>
              <a:path w="5769" h="1509">
                <a:moveTo>
                  <a:pt x="0" y="0"/>
                </a:moveTo>
                <a:lnTo>
                  <a:pt x="5769" y="0"/>
                </a:lnTo>
                <a:lnTo>
                  <a:pt x="5769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1" name=""/>
          <p:cNvSpPr/>
          <p:nvPr/>
        </p:nvSpPr>
        <p:spPr>
          <a:xfrm>
            <a:off x="2828880" y="5848200"/>
            <a:ext cx="4496040" cy="543240"/>
          </a:xfrm>
          <a:custGeom>
            <a:avLst/>
            <a:gdLst/>
            <a:ahLst/>
            <a:rect l="0" t="0" r="r" b="b"/>
            <a:pathLst>
              <a:path w="12489" h="1509">
                <a:moveTo>
                  <a:pt x="0" y="0"/>
                </a:moveTo>
                <a:lnTo>
                  <a:pt x="12489" y="0"/>
                </a:lnTo>
                <a:lnTo>
                  <a:pt x="12489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2" name=""/>
          <p:cNvSpPr/>
          <p:nvPr/>
        </p:nvSpPr>
        <p:spPr>
          <a:xfrm>
            <a:off x="752400" y="36954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3" name=""/>
          <p:cNvSpPr/>
          <p:nvPr/>
        </p:nvSpPr>
        <p:spPr>
          <a:xfrm>
            <a:off x="752400" y="3695400"/>
            <a:ext cx="2086200" cy="10080"/>
          </a:xfrm>
          <a:custGeom>
            <a:avLst/>
            <a:gdLst/>
            <a:ahLst/>
            <a:rect l="0" t="0" r="r" b="b"/>
            <a:pathLst>
              <a:path w="5795" h="28">
                <a:moveTo>
                  <a:pt x="0" y="0"/>
                </a:moveTo>
                <a:lnTo>
                  <a:pt x="5795" y="0"/>
                </a:lnTo>
                <a:lnTo>
                  <a:pt x="579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4" name=""/>
          <p:cNvSpPr/>
          <p:nvPr/>
        </p:nvSpPr>
        <p:spPr>
          <a:xfrm>
            <a:off x="2828880" y="36954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5" name=""/>
          <p:cNvSpPr/>
          <p:nvPr/>
        </p:nvSpPr>
        <p:spPr>
          <a:xfrm>
            <a:off x="2838240" y="3695400"/>
            <a:ext cx="4496040" cy="10080"/>
          </a:xfrm>
          <a:custGeom>
            <a:avLst/>
            <a:gdLst/>
            <a:ahLst/>
            <a:rect l="0" t="0" r="r" b="b"/>
            <a:pathLst>
              <a:path w="12489" h="28">
                <a:moveTo>
                  <a:pt x="0" y="0"/>
                </a:moveTo>
                <a:lnTo>
                  <a:pt x="12489" y="0"/>
                </a:lnTo>
                <a:lnTo>
                  <a:pt x="1248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6" name=""/>
          <p:cNvSpPr/>
          <p:nvPr/>
        </p:nvSpPr>
        <p:spPr>
          <a:xfrm>
            <a:off x="7324560" y="36954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7" name=""/>
          <p:cNvSpPr/>
          <p:nvPr/>
        </p:nvSpPr>
        <p:spPr>
          <a:xfrm>
            <a:off x="752400" y="4228920"/>
            <a:ext cx="2086200" cy="9720"/>
          </a:xfrm>
          <a:custGeom>
            <a:avLst/>
            <a:gdLst/>
            <a:ahLst/>
            <a:rect l="0" t="0" r="r" b="b"/>
            <a:pathLst>
              <a:path w="5795" h="27">
                <a:moveTo>
                  <a:pt x="0" y="0"/>
                </a:moveTo>
                <a:lnTo>
                  <a:pt x="5795" y="0"/>
                </a:lnTo>
                <a:lnTo>
                  <a:pt x="57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8" name=""/>
          <p:cNvSpPr/>
          <p:nvPr/>
        </p:nvSpPr>
        <p:spPr>
          <a:xfrm>
            <a:off x="2838240" y="4228920"/>
            <a:ext cx="4496040" cy="9720"/>
          </a:xfrm>
          <a:custGeom>
            <a:avLst/>
            <a:gdLst/>
            <a:ahLst/>
            <a:rect l="0" t="0" r="r" b="b"/>
            <a:pathLst>
              <a:path w="12489" h="27">
                <a:moveTo>
                  <a:pt x="0" y="0"/>
                </a:moveTo>
                <a:lnTo>
                  <a:pt x="12489" y="0"/>
                </a:lnTo>
                <a:lnTo>
                  <a:pt x="1248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9" name=""/>
          <p:cNvSpPr/>
          <p:nvPr/>
        </p:nvSpPr>
        <p:spPr>
          <a:xfrm>
            <a:off x="752400" y="4238280"/>
            <a:ext cx="9720" cy="543600"/>
          </a:xfrm>
          <a:custGeom>
            <a:avLst/>
            <a:gdLst/>
            <a:ahLst/>
            <a:rect l="0" t="0" r="r" b="b"/>
            <a:pathLst>
              <a:path w="27" h="1510">
                <a:moveTo>
                  <a:pt x="0" y="0"/>
                </a:moveTo>
                <a:lnTo>
                  <a:pt x="27" y="0"/>
                </a:lnTo>
                <a:lnTo>
                  <a:pt x="27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0" name=""/>
          <p:cNvSpPr/>
          <p:nvPr/>
        </p:nvSpPr>
        <p:spPr>
          <a:xfrm>
            <a:off x="2828880" y="4238280"/>
            <a:ext cx="9720" cy="543600"/>
          </a:xfrm>
          <a:custGeom>
            <a:avLst/>
            <a:gdLst/>
            <a:ahLst/>
            <a:rect l="0" t="0" r="r" b="b"/>
            <a:pathLst>
              <a:path w="27" h="1510">
                <a:moveTo>
                  <a:pt x="0" y="0"/>
                </a:moveTo>
                <a:lnTo>
                  <a:pt x="27" y="0"/>
                </a:lnTo>
                <a:lnTo>
                  <a:pt x="27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1" name=""/>
          <p:cNvSpPr/>
          <p:nvPr/>
        </p:nvSpPr>
        <p:spPr>
          <a:xfrm>
            <a:off x="7324560" y="4238280"/>
            <a:ext cx="9720" cy="543600"/>
          </a:xfrm>
          <a:custGeom>
            <a:avLst/>
            <a:gdLst/>
            <a:ahLst/>
            <a:rect l="0" t="0" r="r" b="b"/>
            <a:pathLst>
              <a:path w="27" h="1510">
                <a:moveTo>
                  <a:pt x="0" y="0"/>
                </a:moveTo>
                <a:lnTo>
                  <a:pt x="27" y="0"/>
                </a:lnTo>
                <a:lnTo>
                  <a:pt x="27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2" name=""/>
          <p:cNvSpPr/>
          <p:nvPr/>
        </p:nvSpPr>
        <p:spPr>
          <a:xfrm>
            <a:off x="752400" y="478152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3" name=""/>
          <p:cNvSpPr/>
          <p:nvPr/>
        </p:nvSpPr>
        <p:spPr>
          <a:xfrm>
            <a:off x="752400" y="4771800"/>
            <a:ext cx="2086200" cy="10080"/>
          </a:xfrm>
          <a:custGeom>
            <a:avLst/>
            <a:gdLst/>
            <a:ahLst/>
            <a:rect l="0" t="0" r="r" b="b"/>
            <a:pathLst>
              <a:path w="5795" h="28">
                <a:moveTo>
                  <a:pt x="0" y="0"/>
                </a:moveTo>
                <a:lnTo>
                  <a:pt x="5795" y="0"/>
                </a:lnTo>
                <a:lnTo>
                  <a:pt x="579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4" name=""/>
          <p:cNvSpPr/>
          <p:nvPr/>
        </p:nvSpPr>
        <p:spPr>
          <a:xfrm>
            <a:off x="2828880" y="478152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5" name=""/>
          <p:cNvSpPr/>
          <p:nvPr/>
        </p:nvSpPr>
        <p:spPr>
          <a:xfrm>
            <a:off x="2838240" y="4771800"/>
            <a:ext cx="4496040" cy="10080"/>
          </a:xfrm>
          <a:custGeom>
            <a:avLst/>
            <a:gdLst/>
            <a:ahLst/>
            <a:rect l="0" t="0" r="r" b="b"/>
            <a:pathLst>
              <a:path w="12489" h="28">
                <a:moveTo>
                  <a:pt x="0" y="0"/>
                </a:moveTo>
                <a:lnTo>
                  <a:pt x="12489" y="0"/>
                </a:lnTo>
                <a:lnTo>
                  <a:pt x="1248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6" name=""/>
          <p:cNvSpPr/>
          <p:nvPr/>
        </p:nvSpPr>
        <p:spPr>
          <a:xfrm>
            <a:off x="7324560" y="478152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7" name=""/>
          <p:cNvSpPr/>
          <p:nvPr/>
        </p:nvSpPr>
        <p:spPr>
          <a:xfrm>
            <a:off x="752400" y="53146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8" name=""/>
          <p:cNvSpPr/>
          <p:nvPr/>
        </p:nvSpPr>
        <p:spPr>
          <a:xfrm>
            <a:off x="752400" y="5305320"/>
            <a:ext cx="2086200" cy="9720"/>
          </a:xfrm>
          <a:custGeom>
            <a:avLst/>
            <a:gdLst/>
            <a:ahLst/>
            <a:rect l="0" t="0" r="r" b="b"/>
            <a:pathLst>
              <a:path w="5795" h="27">
                <a:moveTo>
                  <a:pt x="0" y="0"/>
                </a:moveTo>
                <a:lnTo>
                  <a:pt x="5795" y="0"/>
                </a:lnTo>
                <a:lnTo>
                  <a:pt x="57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9" name=""/>
          <p:cNvSpPr/>
          <p:nvPr/>
        </p:nvSpPr>
        <p:spPr>
          <a:xfrm>
            <a:off x="2828880" y="53146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0" name=""/>
          <p:cNvSpPr/>
          <p:nvPr/>
        </p:nvSpPr>
        <p:spPr>
          <a:xfrm>
            <a:off x="2838240" y="5305320"/>
            <a:ext cx="4496040" cy="9720"/>
          </a:xfrm>
          <a:custGeom>
            <a:avLst/>
            <a:gdLst/>
            <a:ahLst/>
            <a:rect l="0" t="0" r="r" b="b"/>
            <a:pathLst>
              <a:path w="12489" h="27">
                <a:moveTo>
                  <a:pt x="0" y="0"/>
                </a:moveTo>
                <a:lnTo>
                  <a:pt x="12489" y="0"/>
                </a:lnTo>
                <a:lnTo>
                  <a:pt x="1248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1" name=""/>
          <p:cNvSpPr/>
          <p:nvPr/>
        </p:nvSpPr>
        <p:spPr>
          <a:xfrm>
            <a:off x="7324560" y="53146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2" name=""/>
          <p:cNvSpPr/>
          <p:nvPr/>
        </p:nvSpPr>
        <p:spPr>
          <a:xfrm>
            <a:off x="752400" y="585756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3" name=""/>
          <p:cNvSpPr/>
          <p:nvPr/>
        </p:nvSpPr>
        <p:spPr>
          <a:xfrm>
            <a:off x="752400" y="5848200"/>
            <a:ext cx="2086200" cy="9720"/>
          </a:xfrm>
          <a:custGeom>
            <a:avLst/>
            <a:gdLst/>
            <a:ahLst/>
            <a:rect l="0" t="0" r="r" b="b"/>
            <a:pathLst>
              <a:path w="5795" h="27">
                <a:moveTo>
                  <a:pt x="0" y="0"/>
                </a:moveTo>
                <a:lnTo>
                  <a:pt x="5795" y="0"/>
                </a:lnTo>
                <a:lnTo>
                  <a:pt x="57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4" name=""/>
          <p:cNvSpPr/>
          <p:nvPr/>
        </p:nvSpPr>
        <p:spPr>
          <a:xfrm>
            <a:off x="2828880" y="585756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5" name=""/>
          <p:cNvSpPr/>
          <p:nvPr/>
        </p:nvSpPr>
        <p:spPr>
          <a:xfrm>
            <a:off x="2838240" y="5848200"/>
            <a:ext cx="4496040" cy="9720"/>
          </a:xfrm>
          <a:custGeom>
            <a:avLst/>
            <a:gdLst/>
            <a:ahLst/>
            <a:rect l="0" t="0" r="r" b="b"/>
            <a:pathLst>
              <a:path w="12489" h="27">
                <a:moveTo>
                  <a:pt x="0" y="0"/>
                </a:moveTo>
                <a:lnTo>
                  <a:pt x="12489" y="0"/>
                </a:lnTo>
                <a:lnTo>
                  <a:pt x="1248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6" name=""/>
          <p:cNvSpPr/>
          <p:nvPr/>
        </p:nvSpPr>
        <p:spPr>
          <a:xfrm>
            <a:off x="7324560" y="585756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7" name=""/>
          <p:cNvSpPr/>
          <p:nvPr/>
        </p:nvSpPr>
        <p:spPr>
          <a:xfrm>
            <a:off x="752400" y="6381720"/>
            <a:ext cx="2086200" cy="9720"/>
          </a:xfrm>
          <a:custGeom>
            <a:avLst/>
            <a:gdLst/>
            <a:ahLst/>
            <a:rect l="0" t="0" r="r" b="b"/>
            <a:pathLst>
              <a:path w="5795" h="27">
                <a:moveTo>
                  <a:pt x="0" y="0"/>
                </a:moveTo>
                <a:lnTo>
                  <a:pt x="5795" y="0"/>
                </a:lnTo>
                <a:lnTo>
                  <a:pt x="57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8" name=""/>
          <p:cNvSpPr/>
          <p:nvPr/>
        </p:nvSpPr>
        <p:spPr>
          <a:xfrm>
            <a:off x="2838240" y="6381720"/>
            <a:ext cx="4496040" cy="9720"/>
          </a:xfrm>
          <a:custGeom>
            <a:avLst/>
            <a:gdLst/>
            <a:ahLst/>
            <a:rect l="0" t="0" r="r" b="b"/>
            <a:pathLst>
              <a:path w="12489" h="27">
                <a:moveTo>
                  <a:pt x="0" y="0"/>
                </a:moveTo>
                <a:lnTo>
                  <a:pt x="12489" y="0"/>
                </a:lnTo>
                <a:lnTo>
                  <a:pt x="1248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9" name=""/>
          <p:cNvSpPr/>
          <p:nvPr/>
        </p:nvSpPr>
        <p:spPr>
          <a:xfrm>
            <a:off x="2016360" y="1691280"/>
            <a:ext cx="283680" cy="225720"/>
          </a:xfrm>
          <a:custGeom>
            <a:avLst/>
            <a:gdLst/>
            <a:ahLst/>
            <a:rect l="0" t="0" r="r" b="b"/>
            <a:pathLst>
              <a:path w="788" h="627">
                <a:moveTo>
                  <a:pt x="94" y="56"/>
                </a:moveTo>
                <a:cubicBezTo>
                  <a:pt x="90" y="51"/>
                  <a:pt x="87" y="49"/>
                  <a:pt x="84" y="48"/>
                </a:cubicBezTo>
                <a:cubicBezTo>
                  <a:pt x="82" y="46"/>
                  <a:pt x="77" y="45"/>
                  <a:pt x="70" y="45"/>
                </a:cubicBezTo>
                <a:cubicBezTo>
                  <a:pt x="62" y="44"/>
                  <a:pt x="49" y="43"/>
                  <a:pt x="30" y="42"/>
                </a:cubicBezTo>
                <a:lnTo>
                  <a:pt x="0" y="42"/>
                </a:lnTo>
                <a:lnTo>
                  <a:pt x="0" y="0"/>
                </a:lnTo>
                <a:lnTo>
                  <a:pt x="97" y="0"/>
                </a:lnTo>
                <a:cubicBezTo>
                  <a:pt x="150" y="0"/>
                  <a:pt x="179" y="0"/>
                  <a:pt x="186" y="1"/>
                </a:cubicBezTo>
                <a:cubicBezTo>
                  <a:pt x="193" y="1"/>
                  <a:pt x="198" y="3"/>
                  <a:pt x="202" y="7"/>
                </a:cubicBezTo>
                <a:cubicBezTo>
                  <a:pt x="202" y="8"/>
                  <a:pt x="234" y="92"/>
                  <a:pt x="299" y="261"/>
                </a:cubicBezTo>
                <a:lnTo>
                  <a:pt x="394" y="512"/>
                </a:lnTo>
                <a:lnTo>
                  <a:pt x="490" y="261"/>
                </a:lnTo>
                <a:cubicBezTo>
                  <a:pt x="553" y="92"/>
                  <a:pt x="586" y="8"/>
                  <a:pt x="587" y="7"/>
                </a:cubicBezTo>
                <a:cubicBezTo>
                  <a:pt x="589" y="3"/>
                  <a:pt x="593" y="1"/>
                  <a:pt x="601" y="1"/>
                </a:cubicBezTo>
                <a:cubicBezTo>
                  <a:pt x="608" y="0"/>
                  <a:pt x="638" y="0"/>
                  <a:pt x="691" y="0"/>
                </a:cubicBezTo>
                <a:lnTo>
                  <a:pt x="788" y="0"/>
                </a:lnTo>
                <a:lnTo>
                  <a:pt x="788" y="42"/>
                </a:lnTo>
                <a:lnTo>
                  <a:pt x="758" y="42"/>
                </a:lnTo>
                <a:cubicBezTo>
                  <a:pt x="733" y="43"/>
                  <a:pt x="717" y="44"/>
                  <a:pt x="711" y="45"/>
                </a:cubicBezTo>
                <a:cubicBezTo>
                  <a:pt x="704" y="46"/>
                  <a:pt x="699" y="50"/>
                  <a:pt x="694" y="56"/>
                </a:cubicBezTo>
                <a:lnTo>
                  <a:pt x="694" y="570"/>
                </a:lnTo>
                <a:cubicBezTo>
                  <a:pt x="698" y="576"/>
                  <a:pt x="703" y="580"/>
                  <a:pt x="710" y="581"/>
                </a:cubicBezTo>
                <a:cubicBezTo>
                  <a:pt x="717" y="582"/>
                  <a:pt x="732" y="583"/>
                  <a:pt x="758" y="584"/>
                </a:cubicBezTo>
                <a:lnTo>
                  <a:pt x="788" y="584"/>
                </a:lnTo>
                <a:lnTo>
                  <a:pt x="788" y="627"/>
                </a:lnTo>
                <a:lnTo>
                  <a:pt x="778" y="627"/>
                </a:lnTo>
                <a:cubicBezTo>
                  <a:pt x="765" y="625"/>
                  <a:pt x="722" y="624"/>
                  <a:pt x="649" y="624"/>
                </a:cubicBezTo>
                <a:cubicBezTo>
                  <a:pt x="569" y="624"/>
                  <a:pt x="526" y="625"/>
                  <a:pt x="521" y="627"/>
                </a:cubicBezTo>
                <a:lnTo>
                  <a:pt x="511" y="627"/>
                </a:lnTo>
                <a:lnTo>
                  <a:pt x="511" y="584"/>
                </a:lnTo>
                <a:lnTo>
                  <a:pt x="541" y="584"/>
                </a:lnTo>
                <a:cubicBezTo>
                  <a:pt x="567" y="583"/>
                  <a:pt x="582" y="582"/>
                  <a:pt x="588" y="581"/>
                </a:cubicBezTo>
                <a:cubicBezTo>
                  <a:pt x="593" y="580"/>
                  <a:pt x="599" y="576"/>
                  <a:pt x="605" y="570"/>
                </a:cubicBezTo>
                <a:lnTo>
                  <a:pt x="605" y="308"/>
                </a:lnTo>
                <a:cubicBezTo>
                  <a:pt x="605" y="261"/>
                  <a:pt x="605" y="226"/>
                  <a:pt x="605" y="203"/>
                </a:cubicBezTo>
                <a:cubicBezTo>
                  <a:pt x="605" y="181"/>
                  <a:pt x="605" y="155"/>
                  <a:pt x="605" y="125"/>
                </a:cubicBezTo>
                <a:cubicBezTo>
                  <a:pt x="605" y="96"/>
                  <a:pt x="605" y="76"/>
                  <a:pt x="605" y="64"/>
                </a:cubicBezTo>
                <a:lnTo>
                  <a:pt x="604" y="47"/>
                </a:lnTo>
                <a:cubicBezTo>
                  <a:pt x="462" y="424"/>
                  <a:pt x="389" y="615"/>
                  <a:pt x="387" y="620"/>
                </a:cubicBezTo>
                <a:cubicBezTo>
                  <a:pt x="385" y="624"/>
                  <a:pt x="378" y="626"/>
                  <a:pt x="369" y="626"/>
                </a:cubicBezTo>
                <a:cubicBezTo>
                  <a:pt x="359" y="626"/>
                  <a:pt x="353" y="624"/>
                  <a:pt x="350" y="620"/>
                </a:cubicBezTo>
                <a:cubicBezTo>
                  <a:pt x="350" y="619"/>
                  <a:pt x="314" y="524"/>
                  <a:pt x="241" y="336"/>
                </a:cubicBezTo>
                <a:lnTo>
                  <a:pt x="135" y="54"/>
                </a:lnTo>
                <a:lnTo>
                  <a:pt x="135" y="70"/>
                </a:lnTo>
                <a:cubicBezTo>
                  <a:pt x="134" y="81"/>
                  <a:pt x="134" y="101"/>
                  <a:pt x="134" y="128"/>
                </a:cubicBezTo>
                <a:cubicBezTo>
                  <a:pt x="134" y="156"/>
                  <a:pt x="134" y="180"/>
                  <a:pt x="134" y="202"/>
                </a:cubicBezTo>
                <a:cubicBezTo>
                  <a:pt x="134" y="223"/>
                  <a:pt x="134" y="256"/>
                  <a:pt x="134" y="300"/>
                </a:cubicBezTo>
                <a:lnTo>
                  <a:pt x="135" y="547"/>
                </a:lnTo>
                <a:cubicBezTo>
                  <a:pt x="141" y="569"/>
                  <a:pt x="167" y="582"/>
                  <a:pt x="213" y="584"/>
                </a:cubicBezTo>
                <a:lnTo>
                  <a:pt x="228" y="584"/>
                </a:lnTo>
                <a:lnTo>
                  <a:pt x="228" y="627"/>
                </a:lnTo>
                <a:lnTo>
                  <a:pt x="220" y="627"/>
                </a:lnTo>
                <a:cubicBezTo>
                  <a:pt x="211" y="625"/>
                  <a:pt x="176" y="624"/>
                  <a:pt x="115" y="624"/>
                </a:cubicBezTo>
                <a:cubicBezTo>
                  <a:pt x="52" y="624"/>
                  <a:pt x="16" y="625"/>
                  <a:pt x="7" y="627"/>
                </a:cubicBezTo>
                <a:lnTo>
                  <a:pt x="0" y="627"/>
                </a:lnTo>
                <a:lnTo>
                  <a:pt x="0" y="584"/>
                </a:lnTo>
                <a:lnTo>
                  <a:pt x="16" y="584"/>
                </a:lnTo>
                <a:cubicBezTo>
                  <a:pt x="35" y="583"/>
                  <a:pt x="51" y="580"/>
                  <a:pt x="63" y="575"/>
                </a:cubicBezTo>
                <a:cubicBezTo>
                  <a:pt x="75" y="570"/>
                  <a:pt x="83" y="566"/>
                  <a:pt x="85" y="563"/>
                </a:cubicBezTo>
                <a:cubicBezTo>
                  <a:pt x="88" y="560"/>
                  <a:pt x="91" y="555"/>
                  <a:pt x="94" y="547"/>
                </a:cubicBezTo>
                <a:lnTo>
                  <a:pt x="94" y="56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0" name=""/>
          <p:cNvSpPr/>
          <p:nvPr/>
        </p:nvSpPr>
        <p:spPr>
          <a:xfrm>
            <a:off x="2320560" y="1768680"/>
            <a:ext cx="151920" cy="151920"/>
          </a:xfrm>
          <a:custGeom>
            <a:avLst/>
            <a:gdLst/>
            <a:ahLst/>
            <a:rect l="0" t="0" r="r" b="b"/>
            <a:pathLst>
              <a:path w="422" h="422">
                <a:moveTo>
                  <a:pt x="96" y="131"/>
                </a:moveTo>
                <a:cubicBezTo>
                  <a:pt x="96" y="131"/>
                  <a:pt x="89" y="131"/>
                  <a:pt x="76" y="131"/>
                </a:cubicBezTo>
                <a:cubicBezTo>
                  <a:pt x="61" y="131"/>
                  <a:pt x="50" y="127"/>
                  <a:pt x="41" y="118"/>
                </a:cubicBezTo>
                <a:cubicBezTo>
                  <a:pt x="32" y="109"/>
                  <a:pt x="27" y="97"/>
                  <a:pt x="27" y="82"/>
                </a:cubicBezTo>
                <a:cubicBezTo>
                  <a:pt x="27" y="61"/>
                  <a:pt x="37" y="42"/>
                  <a:pt x="58" y="25"/>
                </a:cubicBezTo>
                <a:cubicBezTo>
                  <a:pt x="80" y="9"/>
                  <a:pt x="117" y="0"/>
                  <a:pt x="170" y="0"/>
                </a:cubicBezTo>
                <a:cubicBezTo>
                  <a:pt x="215" y="0"/>
                  <a:pt x="251" y="10"/>
                  <a:pt x="278" y="30"/>
                </a:cubicBezTo>
                <a:cubicBezTo>
                  <a:pt x="306" y="49"/>
                  <a:pt x="324" y="72"/>
                  <a:pt x="333" y="99"/>
                </a:cubicBezTo>
                <a:cubicBezTo>
                  <a:pt x="337" y="108"/>
                  <a:pt x="338" y="117"/>
                  <a:pt x="338" y="128"/>
                </a:cubicBezTo>
                <a:cubicBezTo>
                  <a:pt x="338" y="138"/>
                  <a:pt x="338" y="173"/>
                  <a:pt x="339" y="233"/>
                </a:cubicBezTo>
                <a:lnTo>
                  <a:pt x="339" y="297"/>
                </a:lnTo>
                <a:cubicBezTo>
                  <a:pt x="339" y="327"/>
                  <a:pt x="340" y="348"/>
                  <a:pt x="344" y="359"/>
                </a:cubicBezTo>
                <a:cubicBezTo>
                  <a:pt x="347" y="370"/>
                  <a:pt x="353" y="376"/>
                  <a:pt x="363" y="376"/>
                </a:cubicBezTo>
                <a:cubicBezTo>
                  <a:pt x="372" y="376"/>
                  <a:pt x="378" y="371"/>
                  <a:pt x="381" y="361"/>
                </a:cubicBezTo>
                <a:cubicBezTo>
                  <a:pt x="384" y="351"/>
                  <a:pt x="386" y="334"/>
                  <a:pt x="386" y="311"/>
                </a:cubicBezTo>
                <a:lnTo>
                  <a:pt x="386" y="278"/>
                </a:lnTo>
                <a:lnTo>
                  <a:pt x="422" y="278"/>
                </a:lnTo>
                <a:lnTo>
                  <a:pt x="422" y="314"/>
                </a:lnTo>
                <a:cubicBezTo>
                  <a:pt x="422" y="339"/>
                  <a:pt x="421" y="354"/>
                  <a:pt x="420" y="358"/>
                </a:cubicBezTo>
                <a:cubicBezTo>
                  <a:pt x="414" y="376"/>
                  <a:pt x="403" y="391"/>
                  <a:pt x="388" y="401"/>
                </a:cubicBezTo>
                <a:cubicBezTo>
                  <a:pt x="372" y="412"/>
                  <a:pt x="355" y="417"/>
                  <a:pt x="337" y="418"/>
                </a:cubicBezTo>
                <a:cubicBezTo>
                  <a:pt x="319" y="418"/>
                  <a:pt x="305" y="413"/>
                  <a:pt x="294" y="401"/>
                </a:cubicBezTo>
                <a:cubicBezTo>
                  <a:pt x="283" y="390"/>
                  <a:pt x="276" y="377"/>
                  <a:pt x="272" y="363"/>
                </a:cubicBezTo>
                <a:lnTo>
                  <a:pt x="272" y="359"/>
                </a:lnTo>
                <a:lnTo>
                  <a:pt x="270" y="362"/>
                </a:lnTo>
                <a:cubicBezTo>
                  <a:pt x="269" y="364"/>
                  <a:pt x="267" y="365"/>
                  <a:pt x="266" y="367"/>
                </a:cubicBezTo>
                <a:cubicBezTo>
                  <a:pt x="264" y="369"/>
                  <a:pt x="261" y="372"/>
                  <a:pt x="258" y="376"/>
                </a:cubicBezTo>
                <a:cubicBezTo>
                  <a:pt x="255" y="379"/>
                  <a:pt x="252" y="383"/>
                  <a:pt x="247" y="386"/>
                </a:cubicBezTo>
                <a:cubicBezTo>
                  <a:pt x="243" y="389"/>
                  <a:pt x="238" y="392"/>
                  <a:pt x="233" y="397"/>
                </a:cubicBezTo>
                <a:cubicBezTo>
                  <a:pt x="229" y="401"/>
                  <a:pt x="223" y="404"/>
                  <a:pt x="217" y="407"/>
                </a:cubicBezTo>
                <a:cubicBezTo>
                  <a:pt x="211" y="409"/>
                  <a:pt x="204" y="412"/>
                  <a:pt x="197" y="414"/>
                </a:cubicBezTo>
                <a:cubicBezTo>
                  <a:pt x="189" y="416"/>
                  <a:pt x="182" y="418"/>
                  <a:pt x="173" y="420"/>
                </a:cubicBezTo>
                <a:cubicBezTo>
                  <a:pt x="164" y="421"/>
                  <a:pt x="155" y="422"/>
                  <a:pt x="145" y="422"/>
                </a:cubicBezTo>
                <a:cubicBezTo>
                  <a:pt x="108" y="422"/>
                  <a:pt x="75" y="413"/>
                  <a:pt x="44" y="394"/>
                </a:cubicBezTo>
                <a:cubicBezTo>
                  <a:pt x="15" y="375"/>
                  <a:pt x="0" y="348"/>
                  <a:pt x="0" y="313"/>
                </a:cubicBezTo>
                <a:cubicBezTo>
                  <a:pt x="0" y="300"/>
                  <a:pt x="3" y="288"/>
                  <a:pt x="7" y="276"/>
                </a:cubicBezTo>
                <a:cubicBezTo>
                  <a:pt x="11" y="265"/>
                  <a:pt x="19" y="252"/>
                  <a:pt x="32" y="239"/>
                </a:cubicBezTo>
                <a:cubicBezTo>
                  <a:pt x="44" y="225"/>
                  <a:pt x="59" y="214"/>
                  <a:pt x="77" y="205"/>
                </a:cubicBezTo>
                <a:cubicBezTo>
                  <a:pt x="94" y="196"/>
                  <a:pt x="118" y="187"/>
                  <a:pt x="148" y="179"/>
                </a:cubicBezTo>
                <a:cubicBezTo>
                  <a:pt x="179" y="171"/>
                  <a:pt x="212" y="167"/>
                  <a:pt x="249" y="165"/>
                </a:cubicBezTo>
                <a:lnTo>
                  <a:pt x="262" y="165"/>
                </a:lnTo>
                <a:lnTo>
                  <a:pt x="262" y="145"/>
                </a:lnTo>
                <a:cubicBezTo>
                  <a:pt x="262" y="124"/>
                  <a:pt x="260" y="109"/>
                  <a:pt x="256" y="99"/>
                </a:cubicBezTo>
                <a:cubicBezTo>
                  <a:pt x="243" y="56"/>
                  <a:pt x="213" y="34"/>
                  <a:pt x="167" y="34"/>
                </a:cubicBezTo>
                <a:cubicBezTo>
                  <a:pt x="156" y="34"/>
                  <a:pt x="146" y="35"/>
                  <a:pt x="136" y="35"/>
                </a:cubicBezTo>
                <a:cubicBezTo>
                  <a:pt x="127" y="36"/>
                  <a:pt x="119" y="37"/>
                  <a:pt x="113" y="39"/>
                </a:cubicBezTo>
                <a:cubicBezTo>
                  <a:pt x="108" y="41"/>
                  <a:pt x="105" y="42"/>
                  <a:pt x="106" y="42"/>
                </a:cubicBezTo>
                <a:cubicBezTo>
                  <a:pt x="119" y="51"/>
                  <a:pt x="126" y="64"/>
                  <a:pt x="126" y="82"/>
                </a:cubicBezTo>
                <a:cubicBezTo>
                  <a:pt x="126" y="97"/>
                  <a:pt x="121" y="109"/>
                  <a:pt x="112" y="118"/>
                </a:cubicBezTo>
                <a:lnTo>
                  <a:pt x="96" y="131"/>
                </a:lnTo>
                <a:moveTo>
                  <a:pt x="86" y="314"/>
                </a:moveTo>
                <a:cubicBezTo>
                  <a:pt x="86" y="333"/>
                  <a:pt x="93" y="351"/>
                  <a:pt x="108" y="365"/>
                </a:cubicBezTo>
                <a:cubicBezTo>
                  <a:pt x="123" y="380"/>
                  <a:pt x="141" y="388"/>
                  <a:pt x="162" y="388"/>
                </a:cubicBezTo>
                <a:cubicBezTo>
                  <a:pt x="185" y="388"/>
                  <a:pt x="206" y="381"/>
                  <a:pt x="223" y="367"/>
                </a:cubicBezTo>
                <a:cubicBezTo>
                  <a:pt x="241" y="353"/>
                  <a:pt x="253" y="334"/>
                  <a:pt x="259" y="311"/>
                </a:cubicBezTo>
                <a:cubicBezTo>
                  <a:pt x="260" y="307"/>
                  <a:pt x="261" y="287"/>
                  <a:pt x="262" y="251"/>
                </a:cubicBezTo>
                <a:cubicBezTo>
                  <a:pt x="262" y="215"/>
                  <a:pt x="262" y="198"/>
                  <a:pt x="261" y="198"/>
                </a:cubicBezTo>
                <a:cubicBezTo>
                  <a:pt x="256" y="198"/>
                  <a:pt x="250" y="198"/>
                  <a:pt x="242" y="198"/>
                </a:cubicBezTo>
                <a:cubicBezTo>
                  <a:pt x="234" y="199"/>
                  <a:pt x="220" y="202"/>
                  <a:pt x="200" y="207"/>
                </a:cubicBezTo>
                <a:cubicBezTo>
                  <a:pt x="181" y="212"/>
                  <a:pt x="163" y="218"/>
                  <a:pt x="147" y="225"/>
                </a:cubicBezTo>
                <a:cubicBezTo>
                  <a:pt x="131" y="232"/>
                  <a:pt x="117" y="244"/>
                  <a:pt x="105" y="259"/>
                </a:cubicBezTo>
                <a:cubicBezTo>
                  <a:pt x="93" y="274"/>
                  <a:pt x="86" y="293"/>
                  <a:pt x="86" y="31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1" name=""/>
          <p:cNvSpPr/>
          <p:nvPr/>
        </p:nvSpPr>
        <p:spPr>
          <a:xfrm>
            <a:off x="2478240" y="1774440"/>
            <a:ext cx="167040" cy="142560"/>
          </a:xfrm>
          <a:custGeom>
            <a:avLst/>
            <a:gdLst/>
            <a:ahLst/>
            <a:rect l="0" t="0" r="r" b="b"/>
            <a:pathLst>
              <a:path w="464" h="396">
                <a:moveTo>
                  <a:pt x="174" y="396"/>
                </a:moveTo>
                <a:cubicBezTo>
                  <a:pt x="167" y="394"/>
                  <a:pt x="137" y="393"/>
                  <a:pt x="83" y="393"/>
                </a:cubicBezTo>
                <a:cubicBezTo>
                  <a:pt x="37" y="393"/>
                  <a:pt x="11" y="394"/>
                  <a:pt x="5" y="396"/>
                </a:cubicBezTo>
                <a:lnTo>
                  <a:pt x="0" y="396"/>
                </a:lnTo>
                <a:lnTo>
                  <a:pt x="0" y="354"/>
                </a:lnTo>
                <a:lnTo>
                  <a:pt x="13" y="354"/>
                </a:lnTo>
                <a:cubicBezTo>
                  <a:pt x="27" y="353"/>
                  <a:pt x="40" y="352"/>
                  <a:pt x="51" y="349"/>
                </a:cubicBezTo>
                <a:cubicBezTo>
                  <a:pt x="63" y="345"/>
                  <a:pt x="72" y="343"/>
                  <a:pt x="78" y="340"/>
                </a:cubicBezTo>
                <a:cubicBezTo>
                  <a:pt x="84" y="338"/>
                  <a:pt x="92" y="333"/>
                  <a:pt x="101" y="325"/>
                </a:cubicBezTo>
                <a:cubicBezTo>
                  <a:pt x="110" y="317"/>
                  <a:pt x="115" y="311"/>
                  <a:pt x="117" y="308"/>
                </a:cubicBezTo>
                <a:cubicBezTo>
                  <a:pt x="119" y="305"/>
                  <a:pt x="126" y="297"/>
                  <a:pt x="137" y="284"/>
                </a:cubicBezTo>
                <a:cubicBezTo>
                  <a:pt x="148" y="271"/>
                  <a:pt x="154" y="263"/>
                  <a:pt x="155" y="259"/>
                </a:cubicBezTo>
                <a:lnTo>
                  <a:pt x="197" y="204"/>
                </a:lnTo>
                <a:lnTo>
                  <a:pt x="144" y="132"/>
                </a:lnTo>
                <a:cubicBezTo>
                  <a:pt x="138" y="124"/>
                  <a:pt x="133" y="116"/>
                  <a:pt x="126" y="107"/>
                </a:cubicBezTo>
                <a:cubicBezTo>
                  <a:pt x="120" y="99"/>
                  <a:pt x="115" y="92"/>
                  <a:pt x="112" y="88"/>
                </a:cubicBezTo>
                <a:cubicBezTo>
                  <a:pt x="108" y="84"/>
                  <a:pt x="105" y="79"/>
                  <a:pt x="102" y="74"/>
                </a:cubicBezTo>
                <a:cubicBezTo>
                  <a:pt x="99" y="69"/>
                  <a:pt x="96" y="66"/>
                  <a:pt x="93" y="63"/>
                </a:cubicBezTo>
                <a:cubicBezTo>
                  <a:pt x="91" y="61"/>
                  <a:pt x="89" y="59"/>
                  <a:pt x="88" y="57"/>
                </a:cubicBezTo>
                <a:cubicBezTo>
                  <a:pt x="87" y="55"/>
                  <a:pt x="85" y="53"/>
                  <a:pt x="82" y="51"/>
                </a:cubicBezTo>
                <a:cubicBezTo>
                  <a:pt x="78" y="50"/>
                  <a:pt x="77" y="49"/>
                  <a:pt x="76" y="49"/>
                </a:cubicBezTo>
                <a:cubicBezTo>
                  <a:pt x="75" y="49"/>
                  <a:pt x="74" y="48"/>
                  <a:pt x="71" y="47"/>
                </a:cubicBezTo>
                <a:cubicBezTo>
                  <a:pt x="67" y="46"/>
                  <a:pt x="65" y="45"/>
                  <a:pt x="63" y="45"/>
                </a:cubicBezTo>
                <a:cubicBezTo>
                  <a:pt x="60" y="45"/>
                  <a:pt x="49" y="44"/>
                  <a:pt x="30" y="43"/>
                </a:cubicBezTo>
                <a:lnTo>
                  <a:pt x="5" y="43"/>
                </a:lnTo>
                <a:lnTo>
                  <a:pt x="5" y="0"/>
                </a:lnTo>
                <a:lnTo>
                  <a:pt x="11" y="0"/>
                </a:lnTo>
                <a:cubicBezTo>
                  <a:pt x="33" y="1"/>
                  <a:pt x="64" y="2"/>
                  <a:pt x="105" y="2"/>
                </a:cubicBezTo>
                <a:cubicBezTo>
                  <a:pt x="162" y="2"/>
                  <a:pt x="194" y="1"/>
                  <a:pt x="200" y="0"/>
                </a:cubicBezTo>
                <a:lnTo>
                  <a:pt x="207" y="0"/>
                </a:lnTo>
                <a:lnTo>
                  <a:pt x="207" y="43"/>
                </a:lnTo>
                <a:cubicBezTo>
                  <a:pt x="185" y="46"/>
                  <a:pt x="174" y="50"/>
                  <a:pt x="174" y="58"/>
                </a:cubicBezTo>
                <a:cubicBezTo>
                  <a:pt x="174" y="59"/>
                  <a:pt x="177" y="64"/>
                  <a:pt x="183" y="72"/>
                </a:cubicBezTo>
                <a:cubicBezTo>
                  <a:pt x="189" y="81"/>
                  <a:pt x="198" y="93"/>
                  <a:pt x="209" y="107"/>
                </a:cubicBezTo>
                <a:cubicBezTo>
                  <a:pt x="220" y="122"/>
                  <a:pt x="229" y="135"/>
                  <a:pt x="236" y="145"/>
                </a:cubicBezTo>
                <a:lnTo>
                  <a:pt x="239" y="149"/>
                </a:lnTo>
                <a:lnTo>
                  <a:pt x="262" y="117"/>
                </a:lnTo>
                <a:cubicBezTo>
                  <a:pt x="282" y="92"/>
                  <a:pt x="292" y="76"/>
                  <a:pt x="292" y="68"/>
                </a:cubicBezTo>
                <a:cubicBezTo>
                  <a:pt x="292" y="64"/>
                  <a:pt x="291" y="61"/>
                  <a:pt x="290" y="58"/>
                </a:cubicBezTo>
                <a:cubicBezTo>
                  <a:pt x="288" y="55"/>
                  <a:pt x="287" y="53"/>
                  <a:pt x="285" y="51"/>
                </a:cubicBezTo>
                <a:cubicBezTo>
                  <a:pt x="283" y="50"/>
                  <a:pt x="282" y="49"/>
                  <a:pt x="281" y="48"/>
                </a:cubicBezTo>
                <a:cubicBezTo>
                  <a:pt x="279" y="46"/>
                  <a:pt x="277" y="45"/>
                  <a:pt x="274" y="44"/>
                </a:cubicBezTo>
                <a:lnTo>
                  <a:pt x="271" y="43"/>
                </a:lnTo>
                <a:lnTo>
                  <a:pt x="267" y="43"/>
                </a:lnTo>
                <a:lnTo>
                  <a:pt x="267" y="0"/>
                </a:lnTo>
                <a:lnTo>
                  <a:pt x="273" y="0"/>
                </a:lnTo>
                <a:cubicBezTo>
                  <a:pt x="282" y="2"/>
                  <a:pt x="314" y="3"/>
                  <a:pt x="365" y="3"/>
                </a:cubicBezTo>
                <a:cubicBezTo>
                  <a:pt x="413" y="3"/>
                  <a:pt x="439" y="2"/>
                  <a:pt x="443" y="0"/>
                </a:cubicBezTo>
                <a:lnTo>
                  <a:pt x="448" y="0"/>
                </a:lnTo>
                <a:lnTo>
                  <a:pt x="448" y="43"/>
                </a:lnTo>
                <a:lnTo>
                  <a:pt x="442" y="43"/>
                </a:lnTo>
                <a:cubicBezTo>
                  <a:pt x="412" y="43"/>
                  <a:pt x="387" y="48"/>
                  <a:pt x="368" y="59"/>
                </a:cubicBezTo>
                <a:cubicBezTo>
                  <a:pt x="357" y="64"/>
                  <a:pt x="347" y="72"/>
                  <a:pt x="337" y="83"/>
                </a:cubicBezTo>
                <a:cubicBezTo>
                  <a:pt x="326" y="95"/>
                  <a:pt x="306" y="121"/>
                  <a:pt x="276" y="161"/>
                </a:cubicBezTo>
                <a:lnTo>
                  <a:pt x="261" y="180"/>
                </a:lnTo>
                <a:lnTo>
                  <a:pt x="319" y="258"/>
                </a:lnTo>
                <a:cubicBezTo>
                  <a:pt x="359" y="313"/>
                  <a:pt x="381" y="341"/>
                  <a:pt x="384" y="344"/>
                </a:cubicBezTo>
                <a:cubicBezTo>
                  <a:pt x="387" y="346"/>
                  <a:pt x="393" y="349"/>
                  <a:pt x="400" y="350"/>
                </a:cubicBezTo>
                <a:cubicBezTo>
                  <a:pt x="411" y="353"/>
                  <a:pt x="427" y="354"/>
                  <a:pt x="448" y="354"/>
                </a:cubicBezTo>
                <a:lnTo>
                  <a:pt x="464" y="354"/>
                </a:lnTo>
                <a:lnTo>
                  <a:pt x="464" y="396"/>
                </a:lnTo>
                <a:lnTo>
                  <a:pt x="459" y="396"/>
                </a:lnTo>
                <a:lnTo>
                  <a:pt x="451" y="396"/>
                </a:lnTo>
                <a:cubicBezTo>
                  <a:pt x="446" y="396"/>
                  <a:pt x="440" y="395"/>
                  <a:pt x="433" y="395"/>
                </a:cubicBezTo>
                <a:cubicBezTo>
                  <a:pt x="426" y="395"/>
                  <a:pt x="418" y="395"/>
                  <a:pt x="410" y="394"/>
                </a:cubicBezTo>
                <a:cubicBezTo>
                  <a:pt x="402" y="394"/>
                  <a:pt x="394" y="394"/>
                  <a:pt x="387" y="394"/>
                </a:cubicBezTo>
                <a:cubicBezTo>
                  <a:pt x="380" y="395"/>
                  <a:pt x="374" y="395"/>
                  <a:pt x="370" y="393"/>
                </a:cubicBezTo>
                <a:cubicBezTo>
                  <a:pt x="364" y="393"/>
                  <a:pt x="352" y="393"/>
                  <a:pt x="337" y="393"/>
                </a:cubicBezTo>
                <a:cubicBezTo>
                  <a:pt x="321" y="393"/>
                  <a:pt x="305" y="394"/>
                  <a:pt x="290" y="395"/>
                </a:cubicBezTo>
                <a:lnTo>
                  <a:pt x="269" y="396"/>
                </a:lnTo>
                <a:lnTo>
                  <a:pt x="260" y="396"/>
                </a:lnTo>
                <a:lnTo>
                  <a:pt x="260" y="354"/>
                </a:lnTo>
                <a:lnTo>
                  <a:pt x="263" y="354"/>
                </a:lnTo>
                <a:cubicBezTo>
                  <a:pt x="270" y="354"/>
                  <a:pt x="277" y="352"/>
                  <a:pt x="283" y="349"/>
                </a:cubicBezTo>
                <a:cubicBezTo>
                  <a:pt x="290" y="346"/>
                  <a:pt x="294" y="343"/>
                  <a:pt x="294" y="338"/>
                </a:cubicBezTo>
                <a:cubicBezTo>
                  <a:pt x="294" y="337"/>
                  <a:pt x="281" y="320"/>
                  <a:pt x="257" y="286"/>
                </a:cubicBezTo>
                <a:lnTo>
                  <a:pt x="219" y="236"/>
                </a:lnTo>
                <a:cubicBezTo>
                  <a:pt x="218" y="236"/>
                  <a:pt x="209" y="249"/>
                  <a:pt x="191" y="274"/>
                </a:cubicBezTo>
                <a:cubicBezTo>
                  <a:pt x="172" y="299"/>
                  <a:pt x="162" y="313"/>
                  <a:pt x="159" y="315"/>
                </a:cubicBezTo>
                <a:cubicBezTo>
                  <a:pt x="157" y="319"/>
                  <a:pt x="156" y="323"/>
                  <a:pt x="156" y="328"/>
                </a:cubicBezTo>
                <a:cubicBezTo>
                  <a:pt x="156" y="335"/>
                  <a:pt x="158" y="341"/>
                  <a:pt x="162" y="346"/>
                </a:cubicBezTo>
                <a:cubicBezTo>
                  <a:pt x="167" y="351"/>
                  <a:pt x="172" y="353"/>
                  <a:pt x="179" y="354"/>
                </a:cubicBezTo>
                <a:cubicBezTo>
                  <a:pt x="180" y="354"/>
                  <a:pt x="181" y="361"/>
                  <a:pt x="181" y="375"/>
                </a:cubicBezTo>
                <a:lnTo>
                  <a:pt x="181" y="396"/>
                </a:lnTo>
                <a:lnTo>
                  <a:pt x="174" y="396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2" name=""/>
          <p:cNvSpPr/>
          <p:nvPr/>
        </p:nvSpPr>
        <p:spPr>
          <a:xfrm>
            <a:off x="2742480" y="1768680"/>
            <a:ext cx="108000" cy="151920"/>
          </a:xfrm>
          <a:custGeom>
            <a:avLst/>
            <a:gdLst/>
            <a:ahLst/>
            <a:rect l="0" t="0" r="r" b="b"/>
            <a:pathLst>
              <a:path w="300" h="422">
                <a:moveTo>
                  <a:pt x="240" y="121"/>
                </a:moveTo>
                <a:cubicBezTo>
                  <a:pt x="240" y="97"/>
                  <a:pt x="232" y="76"/>
                  <a:pt x="215" y="58"/>
                </a:cubicBezTo>
                <a:cubicBezTo>
                  <a:pt x="199" y="40"/>
                  <a:pt x="175" y="32"/>
                  <a:pt x="144" y="32"/>
                </a:cubicBezTo>
                <a:cubicBezTo>
                  <a:pt x="122" y="32"/>
                  <a:pt x="103" y="35"/>
                  <a:pt x="87" y="43"/>
                </a:cubicBezTo>
                <a:cubicBezTo>
                  <a:pt x="68" y="55"/>
                  <a:pt x="59" y="71"/>
                  <a:pt x="59" y="91"/>
                </a:cubicBezTo>
                <a:cubicBezTo>
                  <a:pt x="59" y="94"/>
                  <a:pt x="59" y="98"/>
                  <a:pt x="59" y="103"/>
                </a:cubicBezTo>
                <a:cubicBezTo>
                  <a:pt x="60" y="108"/>
                  <a:pt x="65" y="115"/>
                  <a:pt x="74" y="125"/>
                </a:cubicBezTo>
                <a:cubicBezTo>
                  <a:pt x="83" y="135"/>
                  <a:pt x="96" y="142"/>
                  <a:pt x="113" y="148"/>
                </a:cubicBezTo>
                <a:cubicBezTo>
                  <a:pt x="124" y="151"/>
                  <a:pt x="138" y="154"/>
                  <a:pt x="154" y="156"/>
                </a:cubicBezTo>
                <a:cubicBezTo>
                  <a:pt x="170" y="159"/>
                  <a:pt x="183" y="161"/>
                  <a:pt x="194" y="164"/>
                </a:cubicBezTo>
                <a:cubicBezTo>
                  <a:pt x="205" y="168"/>
                  <a:pt x="215" y="172"/>
                  <a:pt x="223" y="176"/>
                </a:cubicBezTo>
                <a:cubicBezTo>
                  <a:pt x="234" y="181"/>
                  <a:pt x="244" y="187"/>
                  <a:pt x="254" y="195"/>
                </a:cubicBezTo>
                <a:cubicBezTo>
                  <a:pt x="263" y="202"/>
                  <a:pt x="273" y="215"/>
                  <a:pt x="284" y="232"/>
                </a:cubicBezTo>
                <a:cubicBezTo>
                  <a:pt x="294" y="250"/>
                  <a:pt x="299" y="269"/>
                  <a:pt x="300" y="289"/>
                </a:cubicBezTo>
                <a:cubicBezTo>
                  <a:pt x="300" y="327"/>
                  <a:pt x="288" y="359"/>
                  <a:pt x="264" y="384"/>
                </a:cubicBezTo>
                <a:cubicBezTo>
                  <a:pt x="240" y="408"/>
                  <a:pt x="203" y="421"/>
                  <a:pt x="151" y="421"/>
                </a:cubicBezTo>
                <a:lnTo>
                  <a:pt x="144" y="421"/>
                </a:lnTo>
                <a:cubicBezTo>
                  <a:pt x="112" y="421"/>
                  <a:pt x="82" y="410"/>
                  <a:pt x="56" y="388"/>
                </a:cubicBezTo>
                <a:lnTo>
                  <a:pt x="48" y="395"/>
                </a:lnTo>
                <a:lnTo>
                  <a:pt x="40" y="403"/>
                </a:lnTo>
                <a:cubicBezTo>
                  <a:pt x="36" y="407"/>
                  <a:pt x="33" y="410"/>
                  <a:pt x="29" y="413"/>
                </a:cubicBezTo>
                <a:lnTo>
                  <a:pt x="19" y="422"/>
                </a:lnTo>
                <a:lnTo>
                  <a:pt x="12" y="422"/>
                </a:lnTo>
                <a:lnTo>
                  <a:pt x="8" y="422"/>
                </a:lnTo>
                <a:cubicBezTo>
                  <a:pt x="6" y="422"/>
                  <a:pt x="3" y="420"/>
                  <a:pt x="0" y="417"/>
                </a:cubicBezTo>
                <a:lnTo>
                  <a:pt x="0" y="344"/>
                </a:lnTo>
                <a:lnTo>
                  <a:pt x="0" y="290"/>
                </a:lnTo>
                <a:cubicBezTo>
                  <a:pt x="0" y="277"/>
                  <a:pt x="0" y="270"/>
                  <a:pt x="1" y="267"/>
                </a:cubicBezTo>
                <a:cubicBezTo>
                  <a:pt x="3" y="265"/>
                  <a:pt x="6" y="263"/>
                  <a:pt x="11" y="263"/>
                </a:cubicBezTo>
                <a:lnTo>
                  <a:pt x="19" y="263"/>
                </a:lnTo>
                <a:cubicBezTo>
                  <a:pt x="26" y="263"/>
                  <a:pt x="31" y="264"/>
                  <a:pt x="34" y="266"/>
                </a:cubicBezTo>
                <a:cubicBezTo>
                  <a:pt x="36" y="269"/>
                  <a:pt x="37" y="272"/>
                  <a:pt x="38" y="277"/>
                </a:cubicBezTo>
                <a:cubicBezTo>
                  <a:pt x="39" y="282"/>
                  <a:pt x="41" y="290"/>
                  <a:pt x="45" y="302"/>
                </a:cubicBezTo>
                <a:cubicBezTo>
                  <a:pt x="48" y="314"/>
                  <a:pt x="54" y="327"/>
                  <a:pt x="62" y="342"/>
                </a:cubicBezTo>
                <a:cubicBezTo>
                  <a:pt x="83" y="373"/>
                  <a:pt x="113" y="388"/>
                  <a:pt x="151" y="388"/>
                </a:cubicBezTo>
                <a:cubicBezTo>
                  <a:pt x="210" y="388"/>
                  <a:pt x="240" y="365"/>
                  <a:pt x="240" y="316"/>
                </a:cubicBezTo>
                <a:cubicBezTo>
                  <a:pt x="240" y="298"/>
                  <a:pt x="234" y="284"/>
                  <a:pt x="223" y="273"/>
                </a:cubicBezTo>
                <a:cubicBezTo>
                  <a:pt x="211" y="258"/>
                  <a:pt x="186" y="247"/>
                  <a:pt x="147" y="240"/>
                </a:cubicBezTo>
                <a:cubicBezTo>
                  <a:pt x="109" y="232"/>
                  <a:pt x="83" y="225"/>
                  <a:pt x="71" y="219"/>
                </a:cubicBezTo>
                <a:cubicBezTo>
                  <a:pt x="49" y="208"/>
                  <a:pt x="32" y="194"/>
                  <a:pt x="19" y="176"/>
                </a:cubicBezTo>
                <a:cubicBezTo>
                  <a:pt x="6" y="159"/>
                  <a:pt x="0" y="140"/>
                  <a:pt x="0" y="120"/>
                </a:cubicBezTo>
                <a:cubicBezTo>
                  <a:pt x="0" y="96"/>
                  <a:pt x="5" y="76"/>
                  <a:pt x="15" y="59"/>
                </a:cubicBezTo>
                <a:cubicBezTo>
                  <a:pt x="26" y="43"/>
                  <a:pt x="39" y="30"/>
                  <a:pt x="55" y="22"/>
                </a:cubicBezTo>
                <a:cubicBezTo>
                  <a:pt x="70" y="14"/>
                  <a:pt x="86" y="9"/>
                  <a:pt x="100" y="6"/>
                </a:cubicBezTo>
                <a:cubicBezTo>
                  <a:pt x="115" y="3"/>
                  <a:pt x="129" y="1"/>
                  <a:pt x="141" y="1"/>
                </a:cubicBezTo>
                <a:lnTo>
                  <a:pt x="151" y="1"/>
                </a:lnTo>
                <a:cubicBezTo>
                  <a:pt x="175" y="1"/>
                  <a:pt x="197" y="6"/>
                  <a:pt x="215" y="15"/>
                </a:cubicBezTo>
                <a:lnTo>
                  <a:pt x="229" y="22"/>
                </a:lnTo>
                <a:lnTo>
                  <a:pt x="237" y="16"/>
                </a:lnTo>
                <a:cubicBezTo>
                  <a:pt x="243" y="10"/>
                  <a:pt x="250" y="5"/>
                  <a:pt x="257" y="0"/>
                </a:cubicBezTo>
                <a:lnTo>
                  <a:pt x="265" y="0"/>
                </a:lnTo>
                <a:lnTo>
                  <a:pt x="268" y="0"/>
                </a:lnTo>
                <a:cubicBezTo>
                  <a:pt x="270" y="0"/>
                  <a:pt x="273" y="2"/>
                  <a:pt x="277" y="6"/>
                </a:cubicBezTo>
                <a:lnTo>
                  <a:pt x="277" y="127"/>
                </a:lnTo>
                <a:lnTo>
                  <a:pt x="271" y="132"/>
                </a:lnTo>
                <a:lnTo>
                  <a:pt x="245" y="132"/>
                </a:lnTo>
                <a:cubicBezTo>
                  <a:pt x="242" y="129"/>
                  <a:pt x="240" y="125"/>
                  <a:pt x="240" y="12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3" name=""/>
          <p:cNvSpPr/>
          <p:nvPr/>
        </p:nvSpPr>
        <p:spPr>
          <a:xfrm>
            <a:off x="2872800" y="1768680"/>
            <a:ext cx="151920" cy="151920"/>
          </a:xfrm>
          <a:custGeom>
            <a:avLst/>
            <a:gdLst/>
            <a:ahLst/>
            <a:rect l="0" t="0" r="r" b="b"/>
            <a:pathLst>
              <a:path w="422" h="422">
                <a:moveTo>
                  <a:pt x="94" y="131"/>
                </a:moveTo>
                <a:cubicBezTo>
                  <a:pt x="94" y="131"/>
                  <a:pt x="88" y="131"/>
                  <a:pt x="74" y="131"/>
                </a:cubicBezTo>
                <a:cubicBezTo>
                  <a:pt x="61" y="131"/>
                  <a:pt x="49" y="127"/>
                  <a:pt x="40" y="118"/>
                </a:cubicBezTo>
                <a:cubicBezTo>
                  <a:pt x="31" y="109"/>
                  <a:pt x="26" y="97"/>
                  <a:pt x="26" y="82"/>
                </a:cubicBezTo>
                <a:cubicBezTo>
                  <a:pt x="26" y="61"/>
                  <a:pt x="37" y="42"/>
                  <a:pt x="58" y="25"/>
                </a:cubicBezTo>
                <a:cubicBezTo>
                  <a:pt x="78" y="9"/>
                  <a:pt x="115" y="0"/>
                  <a:pt x="169" y="0"/>
                </a:cubicBezTo>
                <a:cubicBezTo>
                  <a:pt x="214" y="0"/>
                  <a:pt x="250" y="10"/>
                  <a:pt x="278" y="30"/>
                </a:cubicBezTo>
                <a:cubicBezTo>
                  <a:pt x="305" y="49"/>
                  <a:pt x="324" y="72"/>
                  <a:pt x="333" y="99"/>
                </a:cubicBezTo>
                <a:cubicBezTo>
                  <a:pt x="336" y="108"/>
                  <a:pt x="337" y="117"/>
                  <a:pt x="337" y="128"/>
                </a:cubicBezTo>
                <a:cubicBezTo>
                  <a:pt x="337" y="138"/>
                  <a:pt x="338" y="173"/>
                  <a:pt x="338" y="233"/>
                </a:cubicBezTo>
                <a:lnTo>
                  <a:pt x="338" y="297"/>
                </a:lnTo>
                <a:cubicBezTo>
                  <a:pt x="338" y="327"/>
                  <a:pt x="340" y="348"/>
                  <a:pt x="343" y="359"/>
                </a:cubicBezTo>
                <a:cubicBezTo>
                  <a:pt x="346" y="370"/>
                  <a:pt x="352" y="376"/>
                  <a:pt x="362" y="376"/>
                </a:cubicBezTo>
                <a:cubicBezTo>
                  <a:pt x="371" y="376"/>
                  <a:pt x="377" y="371"/>
                  <a:pt x="380" y="361"/>
                </a:cubicBezTo>
                <a:cubicBezTo>
                  <a:pt x="384" y="351"/>
                  <a:pt x="385" y="334"/>
                  <a:pt x="385" y="311"/>
                </a:cubicBezTo>
                <a:lnTo>
                  <a:pt x="385" y="278"/>
                </a:lnTo>
                <a:lnTo>
                  <a:pt x="422" y="278"/>
                </a:lnTo>
                <a:lnTo>
                  <a:pt x="422" y="314"/>
                </a:lnTo>
                <a:cubicBezTo>
                  <a:pt x="421" y="339"/>
                  <a:pt x="420" y="354"/>
                  <a:pt x="419" y="358"/>
                </a:cubicBezTo>
                <a:cubicBezTo>
                  <a:pt x="414" y="376"/>
                  <a:pt x="403" y="391"/>
                  <a:pt x="387" y="401"/>
                </a:cubicBezTo>
                <a:cubicBezTo>
                  <a:pt x="371" y="412"/>
                  <a:pt x="354" y="417"/>
                  <a:pt x="336" y="418"/>
                </a:cubicBezTo>
                <a:cubicBezTo>
                  <a:pt x="319" y="418"/>
                  <a:pt x="304" y="413"/>
                  <a:pt x="293" y="401"/>
                </a:cubicBezTo>
                <a:cubicBezTo>
                  <a:pt x="282" y="390"/>
                  <a:pt x="275" y="377"/>
                  <a:pt x="271" y="363"/>
                </a:cubicBezTo>
                <a:lnTo>
                  <a:pt x="271" y="359"/>
                </a:lnTo>
                <a:lnTo>
                  <a:pt x="270" y="362"/>
                </a:lnTo>
                <a:cubicBezTo>
                  <a:pt x="268" y="364"/>
                  <a:pt x="267" y="365"/>
                  <a:pt x="265" y="367"/>
                </a:cubicBezTo>
                <a:cubicBezTo>
                  <a:pt x="263" y="369"/>
                  <a:pt x="261" y="372"/>
                  <a:pt x="258" y="376"/>
                </a:cubicBezTo>
                <a:cubicBezTo>
                  <a:pt x="255" y="379"/>
                  <a:pt x="251" y="383"/>
                  <a:pt x="247" y="386"/>
                </a:cubicBezTo>
                <a:cubicBezTo>
                  <a:pt x="242" y="389"/>
                  <a:pt x="238" y="392"/>
                  <a:pt x="233" y="397"/>
                </a:cubicBezTo>
                <a:cubicBezTo>
                  <a:pt x="228" y="401"/>
                  <a:pt x="222" y="404"/>
                  <a:pt x="216" y="407"/>
                </a:cubicBezTo>
                <a:cubicBezTo>
                  <a:pt x="209" y="409"/>
                  <a:pt x="202" y="412"/>
                  <a:pt x="195" y="414"/>
                </a:cubicBezTo>
                <a:cubicBezTo>
                  <a:pt x="188" y="416"/>
                  <a:pt x="180" y="418"/>
                  <a:pt x="171" y="420"/>
                </a:cubicBezTo>
                <a:cubicBezTo>
                  <a:pt x="163" y="421"/>
                  <a:pt x="153" y="422"/>
                  <a:pt x="143" y="422"/>
                </a:cubicBezTo>
                <a:cubicBezTo>
                  <a:pt x="106" y="422"/>
                  <a:pt x="73" y="413"/>
                  <a:pt x="44" y="394"/>
                </a:cubicBezTo>
                <a:cubicBezTo>
                  <a:pt x="14" y="375"/>
                  <a:pt x="0" y="348"/>
                  <a:pt x="0" y="313"/>
                </a:cubicBezTo>
                <a:cubicBezTo>
                  <a:pt x="0" y="300"/>
                  <a:pt x="2" y="288"/>
                  <a:pt x="6" y="276"/>
                </a:cubicBezTo>
                <a:cubicBezTo>
                  <a:pt x="11" y="265"/>
                  <a:pt x="19" y="252"/>
                  <a:pt x="31" y="239"/>
                </a:cubicBezTo>
                <a:cubicBezTo>
                  <a:pt x="43" y="225"/>
                  <a:pt x="58" y="214"/>
                  <a:pt x="75" y="205"/>
                </a:cubicBezTo>
                <a:cubicBezTo>
                  <a:pt x="92" y="196"/>
                  <a:pt x="116" y="187"/>
                  <a:pt x="147" y="179"/>
                </a:cubicBezTo>
                <a:cubicBezTo>
                  <a:pt x="177" y="171"/>
                  <a:pt x="212" y="167"/>
                  <a:pt x="248" y="165"/>
                </a:cubicBezTo>
                <a:lnTo>
                  <a:pt x="261" y="165"/>
                </a:lnTo>
                <a:lnTo>
                  <a:pt x="261" y="145"/>
                </a:lnTo>
                <a:cubicBezTo>
                  <a:pt x="261" y="124"/>
                  <a:pt x="259" y="109"/>
                  <a:pt x="256" y="99"/>
                </a:cubicBezTo>
                <a:cubicBezTo>
                  <a:pt x="242" y="56"/>
                  <a:pt x="213" y="34"/>
                  <a:pt x="166" y="34"/>
                </a:cubicBezTo>
                <a:cubicBezTo>
                  <a:pt x="155" y="34"/>
                  <a:pt x="144" y="35"/>
                  <a:pt x="135" y="35"/>
                </a:cubicBezTo>
                <a:cubicBezTo>
                  <a:pt x="125" y="36"/>
                  <a:pt x="117" y="37"/>
                  <a:pt x="112" y="39"/>
                </a:cubicBezTo>
                <a:cubicBezTo>
                  <a:pt x="106" y="41"/>
                  <a:pt x="104" y="42"/>
                  <a:pt x="104" y="42"/>
                </a:cubicBezTo>
                <a:cubicBezTo>
                  <a:pt x="118" y="51"/>
                  <a:pt x="125" y="64"/>
                  <a:pt x="125" y="82"/>
                </a:cubicBezTo>
                <a:cubicBezTo>
                  <a:pt x="125" y="97"/>
                  <a:pt x="120" y="109"/>
                  <a:pt x="110" y="118"/>
                </a:cubicBezTo>
                <a:lnTo>
                  <a:pt x="94" y="131"/>
                </a:lnTo>
                <a:moveTo>
                  <a:pt x="84" y="314"/>
                </a:moveTo>
                <a:cubicBezTo>
                  <a:pt x="84" y="333"/>
                  <a:pt x="92" y="351"/>
                  <a:pt x="106" y="365"/>
                </a:cubicBezTo>
                <a:cubicBezTo>
                  <a:pt x="121" y="380"/>
                  <a:pt x="139" y="388"/>
                  <a:pt x="160" y="388"/>
                </a:cubicBezTo>
                <a:cubicBezTo>
                  <a:pt x="184" y="388"/>
                  <a:pt x="204" y="381"/>
                  <a:pt x="223" y="367"/>
                </a:cubicBezTo>
                <a:cubicBezTo>
                  <a:pt x="240" y="353"/>
                  <a:pt x="252" y="334"/>
                  <a:pt x="259" y="311"/>
                </a:cubicBezTo>
                <a:cubicBezTo>
                  <a:pt x="260" y="307"/>
                  <a:pt x="261" y="287"/>
                  <a:pt x="261" y="251"/>
                </a:cubicBezTo>
                <a:cubicBezTo>
                  <a:pt x="261" y="215"/>
                  <a:pt x="261" y="198"/>
                  <a:pt x="260" y="198"/>
                </a:cubicBezTo>
                <a:cubicBezTo>
                  <a:pt x="255" y="198"/>
                  <a:pt x="249" y="198"/>
                  <a:pt x="241" y="198"/>
                </a:cubicBezTo>
                <a:cubicBezTo>
                  <a:pt x="233" y="199"/>
                  <a:pt x="219" y="202"/>
                  <a:pt x="199" y="207"/>
                </a:cubicBezTo>
                <a:cubicBezTo>
                  <a:pt x="179" y="212"/>
                  <a:pt x="162" y="218"/>
                  <a:pt x="146" y="225"/>
                </a:cubicBezTo>
                <a:cubicBezTo>
                  <a:pt x="130" y="232"/>
                  <a:pt x="116" y="244"/>
                  <a:pt x="103" y="259"/>
                </a:cubicBezTo>
                <a:cubicBezTo>
                  <a:pt x="91" y="274"/>
                  <a:pt x="85" y="293"/>
                  <a:pt x="84" y="31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4" name=""/>
          <p:cNvSpPr/>
          <p:nvPr/>
        </p:nvSpPr>
        <p:spPr>
          <a:xfrm>
            <a:off x="3035160" y="1684080"/>
            <a:ext cx="114480" cy="232920"/>
          </a:xfrm>
          <a:custGeom>
            <a:avLst/>
            <a:gdLst/>
            <a:ahLst/>
            <a:rect l="0" t="0" r="r" b="b"/>
            <a:pathLst>
              <a:path w="318" h="647">
                <a:moveTo>
                  <a:pt x="227" y="647"/>
                </a:moveTo>
                <a:cubicBezTo>
                  <a:pt x="216" y="645"/>
                  <a:pt x="177" y="644"/>
                  <a:pt x="110" y="644"/>
                </a:cubicBezTo>
                <a:cubicBezTo>
                  <a:pt x="47" y="644"/>
                  <a:pt x="13" y="645"/>
                  <a:pt x="7" y="647"/>
                </a:cubicBezTo>
                <a:lnTo>
                  <a:pt x="0" y="647"/>
                </a:lnTo>
                <a:lnTo>
                  <a:pt x="0" y="605"/>
                </a:lnTo>
                <a:lnTo>
                  <a:pt x="15" y="605"/>
                </a:lnTo>
                <a:cubicBezTo>
                  <a:pt x="32" y="605"/>
                  <a:pt x="47" y="604"/>
                  <a:pt x="60" y="602"/>
                </a:cubicBezTo>
                <a:cubicBezTo>
                  <a:pt x="65" y="600"/>
                  <a:pt x="68" y="597"/>
                  <a:pt x="71" y="592"/>
                </a:cubicBezTo>
                <a:cubicBezTo>
                  <a:pt x="71" y="591"/>
                  <a:pt x="72" y="541"/>
                  <a:pt x="72" y="442"/>
                </a:cubicBezTo>
                <a:lnTo>
                  <a:pt x="72" y="294"/>
                </a:lnTo>
                <a:lnTo>
                  <a:pt x="6" y="294"/>
                </a:lnTo>
                <a:lnTo>
                  <a:pt x="6" y="252"/>
                </a:lnTo>
                <a:lnTo>
                  <a:pt x="72" y="252"/>
                </a:lnTo>
                <a:lnTo>
                  <a:pt x="72" y="191"/>
                </a:lnTo>
                <a:lnTo>
                  <a:pt x="72" y="129"/>
                </a:lnTo>
                <a:lnTo>
                  <a:pt x="74" y="120"/>
                </a:lnTo>
                <a:cubicBezTo>
                  <a:pt x="86" y="80"/>
                  <a:pt x="105" y="51"/>
                  <a:pt x="133" y="34"/>
                </a:cubicBezTo>
                <a:cubicBezTo>
                  <a:pt x="161" y="16"/>
                  <a:pt x="190" y="5"/>
                  <a:pt x="220" y="1"/>
                </a:cubicBezTo>
                <a:cubicBezTo>
                  <a:pt x="221" y="1"/>
                  <a:pt x="223" y="1"/>
                  <a:pt x="228" y="1"/>
                </a:cubicBezTo>
                <a:cubicBezTo>
                  <a:pt x="233" y="1"/>
                  <a:pt x="238" y="0"/>
                  <a:pt x="241" y="0"/>
                </a:cubicBezTo>
                <a:cubicBezTo>
                  <a:pt x="266" y="1"/>
                  <a:pt x="285" y="9"/>
                  <a:pt x="299" y="23"/>
                </a:cubicBezTo>
                <a:cubicBezTo>
                  <a:pt x="312" y="38"/>
                  <a:pt x="318" y="53"/>
                  <a:pt x="318" y="71"/>
                </a:cubicBezTo>
                <a:cubicBezTo>
                  <a:pt x="318" y="85"/>
                  <a:pt x="314" y="97"/>
                  <a:pt x="305" y="105"/>
                </a:cubicBezTo>
                <a:cubicBezTo>
                  <a:pt x="297" y="114"/>
                  <a:pt x="285" y="118"/>
                  <a:pt x="271" y="118"/>
                </a:cubicBezTo>
                <a:cubicBezTo>
                  <a:pt x="256" y="118"/>
                  <a:pt x="245" y="114"/>
                  <a:pt x="237" y="105"/>
                </a:cubicBezTo>
                <a:cubicBezTo>
                  <a:pt x="228" y="97"/>
                  <a:pt x="224" y="85"/>
                  <a:pt x="224" y="71"/>
                </a:cubicBezTo>
                <a:cubicBezTo>
                  <a:pt x="224" y="59"/>
                  <a:pt x="229" y="47"/>
                  <a:pt x="240" y="35"/>
                </a:cubicBezTo>
                <a:lnTo>
                  <a:pt x="237" y="35"/>
                </a:lnTo>
                <a:cubicBezTo>
                  <a:pt x="234" y="34"/>
                  <a:pt x="231" y="34"/>
                  <a:pt x="227" y="34"/>
                </a:cubicBezTo>
                <a:cubicBezTo>
                  <a:pt x="209" y="34"/>
                  <a:pt x="194" y="40"/>
                  <a:pt x="181" y="53"/>
                </a:cubicBezTo>
                <a:cubicBezTo>
                  <a:pt x="167" y="66"/>
                  <a:pt x="157" y="82"/>
                  <a:pt x="150" y="103"/>
                </a:cubicBezTo>
                <a:cubicBezTo>
                  <a:pt x="146" y="116"/>
                  <a:pt x="144" y="145"/>
                  <a:pt x="143" y="191"/>
                </a:cubicBezTo>
                <a:lnTo>
                  <a:pt x="143" y="252"/>
                </a:lnTo>
                <a:lnTo>
                  <a:pt x="245" y="252"/>
                </a:lnTo>
                <a:lnTo>
                  <a:pt x="245" y="294"/>
                </a:lnTo>
                <a:lnTo>
                  <a:pt x="146" y="294"/>
                </a:lnTo>
                <a:lnTo>
                  <a:pt x="146" y="441"/>
                </a:lnTo>
                <a:cubicBezTo>
                  <a:pt x="146" y="540"/>
                  <a:pt x="146" y="590"/>
                  <a:pt x="147" y="591"/>
                </a:cubicBezTo>
                <a:cubicBezTo>
                  <a:pt x="147" y="592"/>
                  <a:pt x="148" y="594"/>
                  <a:pt x="150" y="595"/>
                </a:cubicBezTo>
                <a:cubicBezTo>
                  <a:pt x="151" y="596"/>
                  <a:pt x="152" y="597"/>
                  <a:pt x="154" y="598"/>
                </a:cubicBezTo>
                <a:cubicBezTo>
                  <a:pt x="156" y="598"/>
                  <a:pt x="157" y="599"/>
                  <a:pt x="159" y="600"/>
                </a:cubicBezTo>
                <a:cubicBezTo>
                  <a:pt x="160" y="602"/>
                  <a:pt x="162" y="602"/>
                  <a:pt x="165" y="602"/>
                </a:cubicBezTo>
                <a:cubicBezTo>
                  <a:pt x="168" y="602"/>
                  <a:pt x="170" y="603"/>
                  <a:pt x="172" y="603"/>
                </a:cubicBezTo>
                <a:cubicBezTo>
                  <a:pt x="173" y="604"/>
                  <a:pt x="175" y="604"/>
                  <a:pt x="180" y="604"/>
                </a:cubicBezTo>
                <a:cubicBezTo>
                  <a:pt x="184" y="604"/>
                  <a:pt x="187" y="604"/>
                  <a:pt x="188" y="604"/>
                </a:cubicBezTo>
                <a:cubicBezTo>
                  <a:pt x="189" y="604"/>
                  <a:pt x="192" y="604"/>
                  <a:pt x="197" y="605"/>
                </a:cubicBezTo>
                <a:cubicBezTo>
                  <a:pt x="202" y="606"/>
                  <a:pt x="205" y="606"/>
                  <a:pt x="206" y="605"/>
                </a:cubicBezTo>
                <a:lnTo>
                  <a:pt x="235" y="605"/>
                </a:lnTo>
                <a:lnTo>
                  <a:pt x="235" y="647"/>
                </a:lnTo>
                <a:lnTo>
                  <a:pt x="227" y="647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5" name=""/>
          <p:cNvSpPr/>
          <p:nvPr/>
        </p:nvSpPr>
        <p:spPr>
          <a:xfrm>
            <a:off x="3136680" y="1768680"/>
            <a:ext cx="128160" cy="151920"/>
          </a:xfrm>
          <a:custGeom>
            <a:avLst/>
            <a:gdLst/>
            <a:ahLst/>
            <a:rect l="0" t="0" r="r" b="b"/>
            <a:pathLst>
              <a:path w="356" h="422">
                <a:moveTo>
                  <a:pt x="0" y="211"/>
                </a:moveTo>
                <a:cubicBezTo>
                  <a:pt x="0" y="178"/>
                  <a:pt x="7" y="147"/>
                  <a:pt x="19" y="120"/>
                </a:cubicBezTo>
                <a:cubicBezTo>
                  <a:pt x="31" y="92"/>
                  <a:pt x="46" y="70"/>
                  <a:pt x="65" y="53"/>
                </a:cubicBezTo>
                <a:cubicBezTo>
                  <a:pt x="83" y="35"/>
                  <a:pt x="103" y="23"/>
                  <a:pt x="124" y="14"/>
                </a:cubicBezTo>
                <a:cubicBezTo>
                  <a:pt x="146" y="6"/>
                  <a:pt x="166" y="1"/>
                  <a:pt x="185" y="0"/>
                </a:cubicBezTo>
                <a:cubicBezTo>
                  <a:pt x="217" y="0"/>
                  <a:pt x="245" y="6"/>
                  <a:pt x="268" y="17"/>
                </a:cubicBezTo>
                <a:cubicBezTo>
                  <a:pt x="292" y="28"/>
                  <a:pt x="309" y="43"/>
                  <a:pt x="322" y="63"/>
                </a:cubicBezTo>
                <a:cubicBezTo>
                  <a:pt x="335" y="82"/>
                  <a:pt x="343" y="102"/>
                  <a:pt x="348" y="121"/>
                </a:cubicBezTo>
                <a:cubicBezTo>
                  <a:pt x="353" y="141"/>
                  <a:pt x="356" y="163"/>
                  <a:pt x="356" y="187"/>
                </a:cubicBezTo>
                <a:cubicBezTo>
                  <a:pt x="356" y="191"/>
                  <a:pt x="354" y="195"/>
                  <a:pt x="350" y="199"/>
                </a:cubicBezTo>
                <a:lnTo>
                  <a:pt x="90" y="199"/>
                </a:lnTo>
                <a:lnTo>
                  <a:pt x="90" y="213"/>
                </a:lnTo>
                <a:cubicBezTo>
                  <a:pt x="90" y="304"/>
                  <a:pt x="121" y="360"/>
                  <a:pt x="182" y="379"/>
                </a:cubicBezTo>
                <a:cubicBezTo>
                  <a:pt x="194" y="383"/>
                  <a:pt x="208" y="385"/>
                  <a:pt x="222" y="385"/>
                </a:cubicBezTo>
                <a:cubicBezTo>
                  <a:pt x="248" y="385"/>
                  <a:pt x="270" y="375"/>
                  <a:pt x="288" y="355"/>
                </a:cubicBezTo>
                <a:cubicBezTo>
                  <a:pt x="299" y="345"/>
                  <a:pt x="307" y="331"/>
                  <a:pt x="313" y="316"/>
                </a:cubicBezTo>
                <a:lnTo>
                  <a:pt x="323" y="294"/>
                </a:lnTo>
                <a:cubicBezTo>
                  <a:pt x="325" y="292"/>
                  <a:pt x="330" y="291"/>
                  <a:pt x="338" y="291"/>
                </a:cubicBezTo>
                <a:lnTo>
                  <a:pt x="341" y="291"/>
                </a:lnTo>
                <a:cubicBezTo>
                  <a:pt x="351" y="291"/>
                  <a:pt x="356" y="294"/>
                  <a:pt x="356" y="300"/>
                </a:cubicBezTo>
                <a:cubicBezTo>
                  <a:pt x="356" y="303"/>
                  <a:pt x="355" y="307"/>
                  <a:pt x="354" y="312"/>
                </a:cubicBezTo>
                <a:cubicBezTo>
                  <a:pt x="342" y="347"/>
                  <a:pt x="323" y="373"/>
                  <a:pt x="295" y="393"/>
                </a:cubicBezTo>
                <a:cubicBezTo>
                  <a:pt x="268" y="412"/>
                  <a:pt x="238" y="422"/>
                  <a:pt x="204" y="422"/>
                </a:cubicBezTo>
                <a:cubicBezTo>
                  <a:pt x="146" y="422"/>
                  <a:pt x="98" y="401"/>
                  <a:pt x="59" y="359"/>
                </a:cubicBezTo>
                <a:cubicBezTo>
                  <a:pt x="21" y="316"/>
                  <a:pt x="1" y="267"/>
                  <a:pt x="0" y="211"/>
                </a:cubicBezTo>
                <a:moveTo>
                  <a:pt x="280" y="159"/>
                </a:moveTo>
                <a:cubicBezTo>
                  <a:pt x="273" y="81"/>
                  <a:pt x="244" y="39"/>
                  <a:pt x="193" y="34"/>
                </a:cubicBezTo>
                <a:lnTo>
                  <a:pt x="191" y="34"/>
                </a:lnTo>
                <a:cubicBezTo>
                  <a:pt x="186" y="34"/>
                  <a:pt x="181" y="35"/>
                  <a:pt x="177" y="35"/>
                </a:cubicBezTo>
                <a:cubicBezTo>
                  <a:pt x="172" y="36"/>
                  <a:pt x="164" y="38"/>
                  <a:pt x="154" y="43"/>
                </a:cubicBezTo>
                <a:cubicBezTo>
                  <a:pt x="143" y="47"/>
                  <a:pt x="134" y="53"/>
                  <a:pt x="127" y="62"/>
                </a:cubicBezTo>
                <a:cubicBezTo>
                  <a:pt x="120" y="70"/>
                  <a:pt x="113" y="83"/>
                  <a:pt x="106" y="99"/>
                </a:cubicBezTo>
                <a:cubicBezTo>
                  <a:pt x="99" y="116"/>
                  <a:pt x="94" y="136"/>
                  <a:pt x="91" y="160"/>
                </a:cubicBezTo>
                <a:lnTo>
                  <a:pt x="91" y="166"/>
                </a:lnTo>
                <a:lnTo>
                  <a:pt x="280" y="166"/>
                </a:lnTo>
                <a:lnTo>
                  <a:pt x="280" y="159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6" name=""/>
          <p:cNvSpPr/>
          <p:nvPr/>
        </p:nvSpPr>
        <p:spPr>
          <a:xfrm>
            <a:off x="3362760" y="1774440"/>
            <a:ext cx="226440" cy="146160"/>
          </a:xfrm>
          <a:custGeom>
            <a:avLst/>
            <a:gdLst/>
            <a:ahLst/>
            <a:rect l="0" t="0" r="r" b="b"/>
            <a:pathLst>
              <a:path w="629" h="406">
                <a:moveTo>
                  <a:pt x="66" y="58"/>
                </a:moveTo>
                <a:cubicBezTo>
                  <a:pt x="62" y="52"/>
                  <a:pt x="58" y="48"/>
                  <a:pt x="53" y="47"/>
                </a:cubicBezTo>
                <a:cubicBezTo>
                  <a:pt x="48" y="45"/>
                  <a:pt x="37" y="44"/>
                  <a:pt x="20" y="42"/>
                </a:cubicBezTo>
                <a:lnTo>
                  <a:pt x="0" y="42"/>
                </a:lnTo>
                <a:lnTo>
                  <a:pt x="0" y="0"/>
                </a:lnTo>
                <a:lnTo>
                  <a:pt x="5" y="0"/>
                </a:lnTo>
                <a:lnTo>
                  <a:pt x="23" y="1"/>
                </a:lnTo>
                <a:cubicBezTo>
                  <a:pt x="34" y="1"/>
                  <a:pt x="47" y="1"/>
                  <a:pt x="60" y="2"/>
                </a:cubicBezTo>
                <a:cubicBezTo>
                  <a:pt x="74" y="2"/>
                  <a:pt x="84" y="3"/>
                  <a:pt x="90" y="3"/>
                </a:cubicBezTo>
                <a:cubicBezTo>
                  <a:pt x="145" y="3"/>
                  <a:pt x="177" y="2"/>
                  <a:pt x="186" y="0"/>
                </a:cubicBezTo>
                <a:lnTo>
                  <a:pt x="193" y="0"/>
                </a:lnTo>
                <a:lnTo>
                  <a:pt x="193" y="42"/>
                </a:lnTo>
                <a:lnTo>
                  <a:pt x="180" y="42"/>
                </a:lnTo>
                <a:cubicBezTo>
                  <a:pt x="157" y="43"/>
                  <a:pt x="146" y="49"/>
                  <a:pt x="146" y="58"/>
                </a:cubicBezTo>
                <a:cubicBezTo>
                  <a:pt x="146" y="58"/>
                  <a:pt x="159" y="98"/>
                  <a:pt x="186" y="177"/>
                </a:cubicBezTo>
                <a:lnTo>
                  <a:pt x="226" y="293"/>
                </a:lnTo>
                <a:lnTo>
                  <a:pt x="294" y="94"/>
                </a:lnTo>
                <a:lnTo>
                  <a:pt x="289" y="79"/>
                </a:lnTo>
                <a:cubicBezTo>
                  <a:pt x="283" y="61"/>
                  <a:pt x="277" y="51"/>
                  <a:pt x="273" y="48"/>
                </a:cubicBezTo>
                <a:cubicBezTo>
                  <a:pt x="268" y="45"/>
                  <a:pt x="257" y="43"/>
                  <a:pt x="238" y="42"/>
                </a:cubicBezTo>
                <a:lnTo>
                  <a:pt x="220" y="42"/>
                </a:lnTo>
                <a:lnTo>
                  <a:pt x="220" y="0"/>
                </a:lnTo>
                <a:lnTo>
                  <a:pt x="225" y="0"/>
                </a:lnTo>
                <a:cubicBezTo>
                  <a:pt x="229" y="2"/>
                  <a:pt x="255" y="3"/>
                  <a:pt x="302" y="3"/>
                </a:cubicBezTo>
                <a:cubicBezTo>
                  <a:pt x="358" y="3"/>
                  <a:pt x="390" y="2"/>
                  <a:pt x="401" y="0"/>
                </a:cubicBezTo>
                <a:lnTo>
                  <a:pt x="407" y="0"/>
                </a:lnTo>
                <a:lnTo>
                  <a:pt x="407" y="42"/>
                </a:lnTo>
                <a:lnTo>
                  <a:pt x="399" y="42"/>
                </a:lnTo>
                <a:cubicBezTo>
                  <a:pt x="368" y="42"/>
                  <a:pt x="354" y="47"/>
                  <a:pt x="354" y="57"/>
                </a:cubicBezTo>
                <a:cubicBezTo>
                  <a:pt x="354" y="59"/>
                  <a:pt x="358" y="72"/>
                  <a:pt x="367" y="98"/>
                </a:cubicBezTo>
                <a:cubicBezTo>
                  <a:pt x="375" y="124"/>
                  <a:pt x="385" y="152"/>
                  <a:pt x="396" y="182"/>
                </a:cubicBezTo>
                <a:cubicBezTo>
                  <a:pt x="406" y="211"/>
                  <a:pt x="416" y="239"/>
                  <a:pt x="425" y="265"/>
                </a:cubicBezTo>
                <a:lnTo>
                  <a:pt x="439" y="304"/>
                </a:lnTo>
                <a:lnTo>
                  <a:pt x="477" y="195"/>
                </a:lnTo>
                <a:cubicBezTo>
                  <a:pt x="502" y="120"/>
                  <a:pt x="515" y="81"/>
                  <a:pt x="515" y="77"/>
                </a:cubicBezTo>
                <a:cubicBezTo>
                  <a:pt x="515" y="67"/>
                  <a:pt x="511" y="59"/>
                  <a:pt x="501" y="53"/>
                </a:cubicBezTo>
                <a:cubicBezTo>
                  <a:pt x="492" y="47"/>
                  <a:pt x="482" y="43"/>
                  <a:pt x="470" y="42"/>
                </a:cubicBezTo>
                <a:lnTo>
                  <a:pt x="463" y="42"/>
                </a:lnTo>
                <a:lnTo>
                  <a:pt x="463" y="0"/>
                </a:lnTo>
                <a:lnTo>
                  <a:pt x="469" y="0"/>
                </a:lnTo>
                <a:cubicBezTo>
                  <a:pt x="477" y="2"/>
                  <a:pt x="506" y="3"/>
                  <a:pt x="557" y="3"/>
                </a:cubicBezTo>
                <a:cubicBezTo>
                  <a:pt x="598" y="3"/>
                  <a:pt x="621" y="2"/>
                  <a:pt x="624" y="0"/>
                </a:cubicBezTo>
                <a:lnTo>
                  <a:pt x="629" y="0"/>
                </a:lnTo>
                <a:lnTo>
                  <a:pt x="629" y="42"/>
                </a:lnTo>
                <a:lnTo>
                  <a:pt x="623" y="42"/>
                </a:lnTo>
                <a:cubicBezTo>
                  <a:pt x="623" y="42"/>
                  <a:pt x="621" y="42"/>
                  <a:pt x="618" y="42"/>
                </a:cubicBezTo>
                <a:cubicBezTo>
                  <a:pt x="615" y="42"/>
                  <a:pt x="612" y="42"/>
                  <a:pt x="610" y="43"/>
                </a:cubicBezTo>
                <a:cubicBezTo>
                  <a:pt x="581" y="47"/>
                  <a:pt x="562" y="63"/>
                  <a:pt x="552" y="89"/>
                </a:cubicBezTo>
                <a:lnTo>
                  <a:pt x="497" y="249"/>
                </a:lnTo>
                <a:cubicBezTo>
                  <a:pt x="489" y="271"/>
                  <a:pt x="479" y="299"/>
                  <a:pt x="468" y="331"/>
                </a:cubicBezTo>
                <a:cubicBezTo>
                  <a:pt x="456" y="367"/>
                  <a:pt x="449" y="389"/>
                  <a:pt x="446" y="395"/>
                </a:cubicBezTo>
                <a:cubicBezTo>
                  <a:pt x="442" y="402"/>
                  <a:pt x="438" y="406"/>
                  <a:pt x="431" y="406"/>
                </a:cubicBezTo>
                <a:lnTo>
                  <a:pt x="424" y="406"/>
                </a:lnTo>
                <a:cubicBezTo>
                  <a:pt x="412" y="406"/>
                  <a:pt x="405" y="404"/>
                  <a:pt x="402" y="400"/>
                </a:cubicBezTo>
                <a:cubicBezTo>
                  <a:pt x="402" y="399"/>
                  <a:pt x="386" y="357"/>
                  <a:pt x="357" y="274"/>
                </a:cubicBezTo>
                <a:lnTo>
                  <a:pt x="314" y="151"/>
                </a:lnTo>
                <a:cubicBezTo>
                  <a:pt x="313" y="154"/>
                  <a:pt x="284" y="237"/>
                  <a:pt x="227" y="400"/>
                </a:cubicBezTo>
                <a:cubicBezTo>
                  <a:pt x="224" y="404"/>
                  <a:pt x="217" y="406"/>
                  <a:pt x="206" y="406"/>
                </a:cubicBezTo>
                <a:lnTo>
                  <a:pt x="202" y="406"/>
                </a:lnTo>
                <a:cubicBezTo>
                  <a:pt x="194" y="406"/>
                  <a:pt x="188" y="404"/>
                  <a:pt x="185" y="399"/>
                </a:cubicBezTo>
                <a:lnTo>
                  <a:pt x="66" y="58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7" name=""/>
          <p:cNvSpPr/>
          <p:nvPr/>
        </p:nvSpPr>
        <p:spPr>
          <a:xfrm>
            <a:off x="3604320" y="1768680"/>
            <a:ext cx="146520" cy="151560"/>
          </a:xfrm>
          <a:custGeom>
            <a:avLst/>
            <a:gdLst/>
            <a:ahLst/>
            <a:rect l="0" t="0" r="r" b="b"/>
            <a:pathLst>
              <a:path w="407" h="421">
                <a:moveTo>
                  <a:pt x="0" y="215"/>
                </a:moveTo>
                <a:cubicBezTo>
                  <a:pt x="0" y="157"/>
                  <a:pt x="20" y="107"/>
                  <a:pt x="60" y="65"/>
                </a:cubicBezTo>
                <a:cubicBezTo>
                  <a:pt x="99" y="22"/>
                  <a:pt x="147" y="1"/>
                  <a:pt x="204" y="0"/>
                </a:cubicBezTo>
                <a:cubicBezTo>
                  <a:pt x="259" y="0"/>
                  <a:pt x="306" y="21"/>
                  <a:pt x="347" y="63"/>
                </a:cubicBezTo>
                <a:cubicBezTo>
                  <a:pt x="387" y="104"/>
                  <a:pt x="407" y="155"/>
                  <a:pt x="407" y="214"/>
                </a:cubicBezTo>
                <a:cubicBezTo>
                  <a:pt x="407" y="272"/>
                  <a:pt x="388" y="321"/>
                  <a:pt x="349" y="362"/>
                </a:cubicBezTo>
                <a:cubicBezTo>
                  <a:pt x="309" y="401"/>
                  <a:pt x="261" y="421"/>
                  <a:pt x="204" y="421"/>
                </a:cubicBezTo>
                <a:cubicBezTo>
                  <a:pt x="144" y="421"/>
                  <a:pt x="96" y="401"/>
                  <a:pt x="58" y="360"/>
                </a:cubicBezTo>
                <a:cubicBezTo>
                  <a:pt x="20" y="318"/>
                  <a:pt x="1" y="270"/>
                  <a:pt x="0" y="215"/>
                </a:cubicBezTo>
                <a:moveTo>
                  <a:pt x="204" y="385"/>
                </a:moveTo>
                <a:cubicBezTo>
                  <a:pt x="278" y="385"/>
                  <a:pt x="316" y="334"/>
                  <a:pt x="316" y="234"/>
                </a:cubicBezTo>
                <a:lnTo>
                  <a:pt x="316" y="205"/>
                </a:lnTo>
                <a:lnTo>
                  <a:pt x="316" y="182"/>
                </a:lnTo>
                <a:cubicBezTo>
                  <a:pt x="316" y="168"/>
                  <a:pt x="315" y="157"/>
                  <a:pt x="315" y="147"/>
                </a:cubicBezTo>
                <a:cubicBezTo>
                  <a:pt x="314" y="137"/>
                  <a:pt x="312" y="126"/>
                  <a:pt x="308" y="112"/>
                </a:cubicBezTo>
                <a:cubicBezTo>
                  <a:pt x="305" y="99"/>
                  <a:pt x="300" y="88"/>
                  <a:pt x="294" y="79"/>
                </a:cubicBezTo>
                <a:cubicBezTo>
                  <a:pt x="287" y="71"/>
                  <a:pt x="278" y="62"/>
                  <a:pt x="265" y="54"/>
                </a:cubicBezTo>
                <a:cubicBezTo>
                  <a:pt x="252" y="45"/>
                  <a:pt x="237" y="39"/>
                  <a:pt x="220" y="35"/>
                </a:cubicBezTo>
                <a:cubicBezTo>
                  <a:pt x="217" y="35"/>
                  <a:pt x="212" y="34"/>
                  <a:pt x="205" y="34"/>
                </a:cubicBezTo>
                <a:cubicBezTo>
                  <a:pt x="187" y="34"/>
                  <a:pt x="170" y="38"/>
                  <a:pt x="153" y="45"/>
                </a:cubicBezTo>
                <a:cubicBezTo>
                  <a:pt x="127" y="59"/>
                  <a:pt x="110" y="77"/>
                  <a:pt x="102" y="101"/>
                </a:cubicBezTo>
                <a:cubicBezTo>
                  <a:pt x="94" y="125"/>
                  <a:pt x="90" y="153"/>
                  <a:pt x="90" y="186"/>
                </a:cubicBezTo>
                <a:lnTo>
                  <a:pt x="90" y="204"/>
                </a:lnTo>
                <a:cubicBezTo>
                  <a:pt x="90" y="263"/>
                  <a:pt x="96" y="304"/>
                  <a:pt x="107" y="328"/>
                </a:cubicBezTo>
                <a:cubicBezTo>
                  <a:pt x="127" y="366"/>
                  <a:pt x="159" y="385"/>
                  <a:pt x="204" y="38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8" name=""/>
          <p:cNvSpPr/>
          <p:nvPr/>
        </p:nvSpPr>
        <p:spPr>
          <a:xfrm>
            <a:off x="3766680" y="1770840"/>
            <a:ext cx="114120" cy="146160"/>
          </a:xfrm>
          <a:custGeom>
            <a:avLst/>
            <a:gdLst/>
            <a:ahLst/>
            <a:rect l="0" t="0" r="r" b="b"/>
            <a:pathLst>
              <a:path w="317" h="406">
                <a:moveTo>
                  <a:pt x="15" y="364"/>
                </a:moveTo>
                <a:lnTo>
                  <a:pt x="28" y="364"/>
                </a:lnTo>
                <a:cubicBezTo>
                  <a:pt x="52" y="364"/>
                  <a:pt x="66" y="360"/>
                  <a:pt x="71" y="351"/>
                </a:cubicBezTo>
                <a:lnTo>
                  <a:pt x="71" y="344"/>
                </a:lnTo>
                <a:cubicBezTo>
                  <a:pt x="71" y="338"/>
                  <a:pt x="71" y="331"/>
                  <a:pt x="71" y="323"/>
                </a:cubicBezTo>
                <a:cubicBezTo>
                  <a:pt x="71" y="314"/>
                  <a:pt x="71" y="305"/>
                  <a:pt x="72" y="294"/>
                </a:cubicBezTo>
                <a:cubicBezTo>
                  <a:pt x="72" y="284"/>
                  <a:pt x="72" y="272"/>
                  <a:pt x="72" y="259"/>
                </a:cubicBezTo>
                <a:cubicBezTo>
                  <a:pt x="71" y="245"/>
                  <a:pt x="71" y="232"/>
                  <a:pt x="72" y="220"/>
                </a:cubicBezTo>
                <a:cubicBezTo>
                  <a:pt x="72" y="201"/>
                  <a:pt x="72" y="181"/>
                  <a:pt x="72" y="159"/>
                </a:cubicBezTo>
                <a:cubicBezTo>
                  <a:pt x="72" y="137"/>
                  <a:pt x="72" y="119"/>
                  <a:pt x="72" y="104"/>
                </a:cubicBezTo>
                <a:lnTo>
                  <a:pt x="71" y="83"/>
                </a:lnTo>
                <a:cubicBezTo>
                  <a:pt x="69" y="72"/>
                  <a:pt x="65" y="64"/>
                  <a:pt x="58" y="60"/>
                </a:cubicBezTo>
                <a:cubicBezTo>
                  <a:pt x="51" y="57"/>
                  <a:pt x="38" y="54"/>
                  <a:pt x="17" y="52"/>
                </a:cubicBezTo>
                <a:lnTo>
                  <a:pt x="0" y="52"/>
                </a:lnTo>
                <a:lnTo>
                  <a:pt x="0" y="31"/>
                </a:lnTo>
                <a:cubicBezTo>
                  <a:pt x="0" y="17"/>
                  <a:pt x="1" y="10"/>
                  <a:pt x="2" y="10"/>
                </a:cubicBezTo>
                <a:lnTo>
                  <a:pt x="11" y="9"/>
                </a:lnTo>
                <a:cubicBezTo>
                  <a:pt x="17" y="8"/>
                  <a:pt x="26" y="8"/>
                  <a:pt x="37" y="7"/>
                </a:cubicBezTo>
                <a:cubicBezTo>
                  <a:pt x="48" y="7"/>
                  <a:pt x="59" y="6"/>
                  <a:pt x="70" y="5"/>
                </a:cubicBezTo>
                <a:cubicBezTo>
                  <a:pt x="80" y="5"/>
                  <a:pt x="91" y="4"/>
                  <a:pt x="103" y="4"/>
                </a:cubicBezTo>
                <a:cubicBezTo>
                  <a:pt x="115" y="3"/>
                  <a:pt x="124" y="2"/>
                  <a:pt x="130" y="1"/>
                </a:cubicBezTo>
                <a:cubicBezTo>
                  <a:pt x="136" y="0"/>
                  <a:pt x="139" y="-1"/>
                  <a:pt x="140" y="0"/>
                </a:cubicBezTo>
                <a:lnTo>
                  <a:pt x="142" y="0"/>
                </a:lnTo>
                <a:lnTo>
                  <a:pt x="142" y="63"/>
                </a:lnTo>
                <a:cubicBezTo>
                  <a:pt x="166" y="22"/>
                  <a:pt x="196" y="1"/>
                  <a:pt x="231" y="1"/>
                </a:cubicBezTo>
                <a:lnTo>
                  <a:pt x="237" y="1"/>
                </a:lnTo>
                <a:cubicBezTo>
                  <a:pt x="264" y="1"/>
                  <a:pt x="285" y="7"/>
                  <a:pt x="297" y="21"/>
                </a:cubicBezTo>
                <a:cubicBezTo>
                  <a:pt x="310" y="34"/>
                  <a:pt x="317" y="48"/>
                  <a:pt x="317" y="63"/>
                </a:cubicBezTo>
                <a:cubicBezTo>
                  <a:pt x="317" y="76"/>
                  <a:pt x="313" y="87"/>
                  <a:pt x="305" y="96"/>
                </a:cubicBezTo>
                <a:cubicBezTo>
                  <a:pt x="297" y="105"/>
                  <a:pt x="285" y="110"/>
                  <a:pt x="270" y="110"/>
                </a:cubicBezTo>
                <a:cubicBezTo>
                  <a:pt x="255" y="110"/>
                  <a:pt x="243" y="105"/>
                  <a:pt x="236" y="95"/>
                </a:cubicBezTo>
                <a:cubicBezTo>
                  <a:pt x="229" y="85"/>
                  <a:pt x="225" y="75"/>
                  <a:pt x="224" y="64"/>
                </a:cubicBezTo>
                <a:cubicBezTo>
                  <a:pt x="224" y="59"/>
                  <a:pt x="225" y="54"/>
                  <a:pt x="226" y="49"/>
                </a:cubicBezTo>
                <a:cubicBezTo>
                  <a:pt x="227" y="45"/>
                  <a:pt x="229" y="41"/>
                  <a:pt x="231" y="38"/>
                </a:cubicBezTo>
                <a:cubicBezTo>
                  <a:pt x="232" y="35"/>
                  <a:pt x="233" y="34"/>
                  <a:pt x="233" y="34"/>
                </a:cubicBezTo>
                <a:cubicBezTo>
                  <a:pt x="232" y="33"/>
                  <a:pt x="225" y="34"/>
                  <a:pt x="212" y="37"/>
                </a:cubicBezTo>
                <a:cubicBezTo>
                  <a:pt x="202" y="42"/>
                  <a:pt x="195" y="47"/>
                  <a:pt x="190" y="51"/>
                </a:cubicBezTo>
                <a:cubicBezTo>
                  <a:pt x="161" y="79"/>
                  <a:pt x="147" y="133"/>
                  <a:pt x="147" y="216"/>
                </a:cubicBezTo>
                <a:lnTo>
                  <a:pt x="147" y="265"/>
                </a:lnTo>
                <a:cubicBezTo>
                  <a:pt x="147" y="273"/>
                  <a:pt x="147" y="281"/>
                  <a:pt x="147" y="290"/>
                </a:cubicBezTo>
                <a:cubicBezTo>
                  <a:pt x="147" y="298"/>
                  <a:pt x="147" y="306"/>
                  <a:pt x="147" y="314"/>
                </a:cubicBezTo>
                <a:cubicBezTo>
                  <a:pt x="147" y="321"/>
                  <a:pt x="147" y="327"/>
                  <a:pt x="148" y="332"/>
                </a:cubicBezTo>
                <a:cubicBezTo>
                  <a:pt x="149" y="337"/>
                  <a:pt x="149" y="341"/>
                  <a:pt x="148" y="346"/>
                </a:cubicBezTo>
                <a:lnTo>
                  <a:pt x="148" y="350"/>
                </a:lnTo>
                <a:cubicBezTo>
                  <a:pt x="149" y="351"/>
                  <a:pt x="150" y="353"/>
                  <a:pt x="151" y="354"/>
                </a:cubicBezTo>
                <a:cubicBezTo>
                  <a:pt x="152" y="355"/>
                  <a:pt x="153" y="356"/>
                  <a:pt x="155" y="357"/>
                </a:cubicBezTo>
                <a:cubicBezTo>
                  <a:pt x="157" y="357"/>
                  <a:pt x="159" y="358"/>
                  <a:pt x="160" y="359"/>
                </a:cubicBezTo>
                <a:cubicBezTo>
                  <a:pt x="161" y="361"/>
                  <a:pt x="163" y="361"/>
                  <a:pt x="166" y="361"/>
                </a:cubicBezTo>
                <a:cubicBezTo>
                  <a:pt x="169" y="361"/>
                  <a:pt x="172" y="362"/>
                  <a:pt x="173" y="362"/>
                </a:cubicBezTo>
                <a:cubicBezTo>
                  <a:pt x="174" y="363"/>
                  <a:pt x="177" y="363"/>
                  <a:pt x="181" y="363"/>
                </a:cubicBezTo>
                <a:cubicBezTo>
                  <a:pt x="185" y="363"/>
                  <a:pt x="188" y="363"/>
                  <a:pt x="189" y="363"/>
                </a:cubicBezTo>
                <a:cubicBezTo>
                  <a:pt x="190" y="363"/>
                  <a:pt x="194" y="363"/>
                  <a:pt x="198" y="364"/>
                </a:cubicBezTo>
                <a:cubicBezTo>
                  <a:pt x="203" y="365"/>
                  <a:pt x="206" y="365"/>
                  <a:pt x="208" y="364"/>
                </a:cubicBezTo>
                <a:lnTo>
                  <a:pt x="236" y="364"/>
                </a:lnTo>
                <a:lnTo>
                  <a:pt x="236" y="406"/>
                </a:lnTo>
                <a:lnTo>
                  <a:pt x="228" y="406"/>
                </a:lnTo>
                <a:cubicBezTo>
                  <a:pt x="217" y="404"/>
                  <a:pt x="178" y="403"/>
                  <a:pt x="111" y="403"/>
                </a:cubicBezTo>
                <a:cubicBezTo>
                  <a:pt x="47" y="403"/>
                  <a:pt x="13" y="404"/>
                  <a:pt x="8" y="406"/>
                </a:cubicBezTo>
                <a:lnTo>
                  <a:pt x="0" y="406"/>
                </a:lnTo>
                <a:lnTo>
                  <a:pt x="0" y="364"/>
                </a:lnTo>
                <a:lnTo>
                  <a:pt x="15" y="364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9" name=""/>
          <p:cNvSpPr/>
          <p:nvPr/>
        </p:nvSpPr>
        <p:spPr>
          <a:xfrm>
            <a:off x="3896280" y="1687320"/>
            <a:ext cx="162360" cy="229680"/>
          </a:xfrm>
          <a:custGeom>
            <a:avLst/>
            <a:gdLst/>
            <a:ahLst/>
            <a:rect l="0" t="0" r="r" b="b"/>
            <a:pathLst>
              <a:path w="451" h="638">
                <a:moveTo>
                  <a:pt x="14" y="596"/>
                </a:moveTo>
                <a:lnTo>
                  <a:pt x="27" y="596"/>
                </a:lnTo>
                <a:cubicBezTo>
                  <a:pt x="51" y="596"/>
                  <a:pt x="65" y="592"/>
                  <a:pt x="70" y="583"/>
                </a:cubicBezTo>
                <a:lnTo>
                  <a:pt x="70" y="576"/>
                </a:lnTo>
                <a:cubicBezTo>
                  <a:pt x="70" y="570"/>
                  <a:pt x="70" y="563"/>
                  <a:pt x="70" y="555"/>
                </a:cubicBezTo>
                <a:cubicBezTo>
                  <a:pt x="70" y="546"/>
                  <a:pt x="70" y="536"/>
                  <a:pt x="70" y="524"/>
                </a:cubicBezTo>
                <a:cubicBezTo>
                  <a:pt x="70" y="513"/>
                  <a:pt x="71" y="500"/>
                  <a:pt x="71" y="485"/>
                </a:cubicBezTo>
                <a:cubicBezTo>
                  <a:pt x="72" y="470"/>
                  <a:pt x="72" y="455"/>
                  <a:pt x="71" y="439"/>
                </a:cubicBezTo>
                <a:cubicBezTo>
                  <a:pt x="71" y="423"/>
                  <a:pt x="71" y="406"/>
                  <a:pt x="71" y="389"/>
                </a:cubicBezTo>
                <a:cubicBezTo>
                  <a:pt x="72" y="371"/>
                  <a:pt x="72" y="354"/>
                  <a:pt x="71" y="336"/>
                </a:cubicBezTo>
                <a:cubicBezTo>
                  <a:pt x="71" y="314"/>
                  <a:pt x="71" y="290"/>
                  <a:pt x="71" y="265"/>
                </a:cubicBezTo>
                <a:cubicBezTo>
                  <a:pt x="71" y="240"/>
                  <a:pt x="71" y="217"/>
                  <a:pt x="71" y="196"/>
                </a:cubicBezTo>
                <a:cubicBezTo>
                  <a:pt x="71" y="175"/>
                  <a:pt x="71" y="157"/>
                  <a:pt x="71" y="141"/>
                </a:cubicBezTo>
                <a:cubicBezTo>
                  <a:pt x="71" y="125"/>
                  <a:pt x="71" y="112"/>
                  <a:pt x="70" y="101"/>
                </a:cubicBezTo>
                <a:cubicBezTo>
                  <a:pt x="70" y="90"/>
                  <a:pt x="70" y="85"/>
                  <a:pt x="70" y="85"/>
                </a:cubicBezTo>
                <a:cubicBezTo>
                  <a:pt x="69" y="73"/>
                  <a:pt x="64" y="65"/>
                  <a:pt x="58" y="61"/>
                </a:cubicBezTo>
                <a:cubicBezTo>
                  <a:pt x="51" y="58"/>
                  <a:pt x="37" y="55"/>
                  <a:pt x="16" y="53"/>
                </a:cubicBezTo>
                <a:lnTo>
                  <a:pt x="0" y="53"/>
                </a:lnTo>
                <a:lnTo>
                  <a:pt x="0" y="32"/>
                </a:lnTo>
                <a:cubicBezTo>
                  <a:pt x="0" y="18"/>
                  <a:pt x="0" y="11"/>
                  <a:pt x="2" y="11"/>
                </a:cubicBezTo>
                <a:lnTo>
                  <a:pt x="11" y="10"/>
                </a:lnTo>
                <a:cubicBezTo>
                  <a:pt x="17" y="9"/>
                  <a:pt x="26" y="9"/>
                  <a:pt x="37" y="8"/>
                </a:cubicBezTo>
                <a:cubicBezTo>
                  <a:pt x="49" y="7"/>
                  <a:pt x="60" y="7"/>
                  <a:pt x="71" y="6"/>
                </a:cubicBezTo>
                <a:cubicBezTo>
                  <a:pt x="82" y="6"/>
                  <a:pt x="93" y="5"/>
                  <a:pt x="105" y="4"/>
                </a:cubicBezTo>
                <a:cubicBezTo>
                  <a:pt x="117" y="4"/>
                  <a:pt x="127" y="3"/>
                  <a:pt x="133" y="2"/>
                </a:cubicBezTo>
                <a:cubicBezTo>
                  <a:pt x="139" y="0"/>
                  <a:pt x="142" y="0"/>
                  <a:pt x="143" y="1"/>
                </a:cubicBezTo>
                <a:lnTo>
                  <a:pt x="146" y="1"/>
                </a:lnTo>
                <a:lnTo>
                  <a:pt x="146" y="214"/>
                </a:lnTo>
                <a:lnTo>
                  <a:pt x="146" y="425"/>
                </a:lnTo>
                <a:lnTo>
                  <a:pt x="202" y="375"/>
                </a:lnTo>
                <a:cubicBezTo>
                  <a:pt x="239" y="342"/>
                  <a:pt x="259" y="324"/>
                  <a:pt x="261" y="320"/>
                </a:cubicBezTo>
                <a:cubicBezTo>
                  <a:pt x="265" y="314"/>
                  <a:pt x="267" y="309"/>
                  <a:pt x="267" y="304"/>
                </a:cubicBezTo>
                <a:cubicBezTo>
                  <a:pt x="267" y="293"/>
                  <a:pt x="260" y="286"/>
                  <a:pt x="247" y="285"/>
                </a:cubicBezTo>
                <a:lnTo>
                  <a:pt x="243" y="285"/>
                </a:lnTo>
                <a:lnTo>
                  <a:pt x="243" y="243"/>
                </a:lnTo>
                <a:lnTo>
                  <a:pt x="251" y="243"/>
                </a:lnTo>
                <a:cubicBezTo>
                  <a:pt x="260" y="245"/>
                  <a:pt x="297" y="246"/>
                  <a:pt x="360" y="246"/>
                </a:cubicBezTo>
                <a:cubicBezTo>
                  <a:pt x="399" y="246"/>
                  <a:pt x="421" y="245"/>
                  <a:pt x="426" y="243"/>
                </a:cubicBezTo>
                <a:lnTo>
                  <a:pt x="431" y="243"/>
                </a:lnTo>
                <a:lnTo>
                  <a:pt x="431" y="285"/>
                </a:lnTo>
                <a:lnTo>
                  <a:pt x="419" y="285"/>
                </a:lnTo>
                <a:cubicBezTo>
                  <a:pt x="377" y="288"/>
                  <a:pt x="341" y="302"/>
                  <a:pt x="313" y="325"/>
                </a:cubicBezTo>
                <a:cubicBezTo>
                  <a:pt x="267" y="364"/>
                  <a:pt x="245" y="384"/>
                  <a:pt x="245" y="387"/>
                </a:cubicBezTo>
                <a:cubicBezTo>
                  <a:pt x="245" y="388"/>
                  <a:pt x="264" y="416"/>
                  <a:pt x="302" y="472"/>
                </a:cubicBezTo>
                <a:cubicBezTo>
                  <a:pt x="341" y="528"/>
                  <a:pt x="363" y="560"/>
                  <a:pt x="368" y="566"/>
                </a:cubicBezTo>
                <a:cubicBezTo>
                  <a:pt x="376" y="577"/>
                  <a:pt x="386" y="585"/>
                  <a:pt x="396" y="590"/>
                </a:cubicBezTo>
                <a:cubicBezTo>
                  <a:pt x="406" y="594"/>
                  <a:pt x="421" y="596"/>
                  <a:pt x="441" y="596"/>
                </a:cubicBezTo>
                <a:lnTo>
                  <a:pt x="451" y="596"/>
                </a:lnTo>
                <a:lnTo>
                  <a:pt x="451" y="638"/>
                </a:lnTo>
                <a:lnTo>
                  <a:pt x="446" y="638"/>
                </a:lnTo>
                <a:cubicBezTo>
                  <a:pt x="440" y="636"/>
                  <a:pt x="413" y="635"/>
                  <a:pt x="366" y="635"/>
                </a:cubicBezTo>
                <a:cubicBezTo>
                  <a:pt x="307" y="635"/>
                  <a:pt x="273" y="636"/>
                  <a:pt x="264" y="638"/>
                </a:cubicBezTo>
                <a:lnTo>
                  <a:pt x="257" y="638"/>
                </a:lnTo>
                <a:lnTo>
                  <a:pt x="257" y="596"/>
                </a:lnTo>
                <a:lnTo>
                  <a:pt x="263" y="596"/>
                </a:lnTo>
                <a:cubicBezTo>
                  <a:pt x="278" y="595"/>
                  <a:pt x="285" y="589"/>
                  <a:pt x="285" y="579"/>
                </a:cubicBezTo>
                <a:cubicBezTo>
                  <a:pt x="285" y="574"/>
                  <a:pt x="284" y="570"/>
                  <a:pt x="281" y="566"/>
                </a:cubicBezTo>
                <a:cubicBezTo>
                  <a:pt x="280" y="563"/>
                  <a:pt x="264" y="540"/>
                  <a:pt x="236" y="498"/>
                </a:cubicBezTo>
                <a:cubicBezTo>
                  <a:pt x="207" y="456"/>
                  <a:pt x="191" y="435"/>
                  <a:pt x="191" y="435"/>
                </a:cubicBezTo>
                <a:lnTo>
                  <a:pt x="143" y="477"/>
                </a:lnTo>
                <a:lnTo>
                  <a:pt x="143" y="528"/>
                </a:lnTo>
                <a:lnTo>
                  <a:pt x="143" y="561"/>
                </a:lnTo>
                <a:cubicBezTo>
                  <a:pt x="143" y="573"/>
                  <a:pt x="143" y="580"/>
                  <a:pt x="145" y="584"/>
                </a:cubicBezTo>
                <a:cubicBezTo>
                  <a:pt x="146" y="588"/>
                  <a:pt x="149" y="591"/>
                  <a:pt x="155" y="593"/>
                </a:cubicBezTo>
                <a:cubicBezTo>
                  <a:pt x="168" y="595"/>
                  <a:pt x="183" y="596"/>
                  <a:pt x="200" y="596"/>
                </a:cubicBezTo>
                <a:lnTo>
                  <a:pt x="215" y="596"/>
                </a:lnTo>
                <a:lnTo>
                  <a:pt x="215" y="638"/>
                </a:lnTo>
                <a:lnTo>
                  <a:pt x="208" y="638"/>
                </a:lnTo>
                <a:cubicBezTo>
                  <a:pt x="198" y="636"/>
                  <a:pt x="165" y="635"/>
                  <a:pt x="107" y="635"/>
                </a:cubicBezTo>
                <a:cubicBezTo>
                  <a:pt x="50" y="635"/>
                  <a:pt x="16" y="636"/>
                  <a:pt x="7" y="638"/>
                </a:cubicBezTo>
                <a:lnTo>
                  <a:pt x="0" y="638"/>
                </a:lnTo>
                <a:lnTo>
                  <a:pt x="0" y="596"/>
                </a:lnTo>
                <a:lnTo>
                  <a:pt x="14" y="596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0" name=""/>
          <p:cNvSpPr/>
          <p:nvPr/>
        </p:nvSpPr>
        <p:spPr>
          <a:xfrm>
            <a:off x="4073040" y="1768680"/>
            <a:ext cx="128160" cy="151920"/>
          </a:xfrm>
          <a:custGeom>
            <a:avLst/>
            <a:gdLst/>
            <a:ahLst/>
            <a:rect l="0" t="0" r="r" b="b"/>
            <a:pathLst>
              <a:path w="356" h="422">
                <a:moveTo>
                  <a:pt x="0" y="211"/>
                </a:moveTo>
                <a:cubicBezTo>
                  <a:pt x="0" y="178"/>
                  <a:pt x="6" y="147"/>
                  <a:pt x="19" y="120"/>
                </a:cubicBezTo>
                <a:cubicBezTo>
                  <a:pt x="31" y="92"/>
                  <a:pt x="46" y="70"/>
                  <a:pt x="65" y="53"/>
                </a:cubicBezTo>
                <a:cubicBezTo>
                  <a:pt x="83" y="35"/>
                  <a:pt x="103" y="23"/>
                  <a:pt x="124" y="14"/>
                </a:cubicBezTo>
                <a:cubicBezTo>
                  <a:pt x="146" y="6"/>
                  <a:pt x="166" y="1"/>
                  <a:pt x="185" y="0"/>
                </a:cubicBezTo>
                <a:cubicBezTo>
                  <a:pt x="218" y="0"/>
                  <a:pt x="246" y="6"/>
                  <a:pt x="269" y="17"/>
                </a:cubicBezTo>
                <a:cubicBezTo>
                  <a:pt x="292" y="28"/>
                  <a:pt x="310" y="43"/>
                  <a:pt x="322" y="63"/>
                </a:cubicBezTo>
                <a:cubicBezTo>
                  <a:pt x="335" y="82"/>
                  <a:pt x="343" y="102"/>
                  <a:pt x="348" y="121"/>
                </a:cubicBezTo>
                <a:cubicBezTo>
                  <a:pt x="353" y="141"/>
                  <a:pt x="356" y="163"/>
                  <a:pt x="356" y="187"/>
                </a:cubicBezTo>
                <a:cubicBezTo>
                  <a:pt x="356" y="191"/>
                  <a:pt x="354" y="195"/>
                  <a:pt x="350" y="199"/>
                </a:cubicBezTo>
                <a:lnTo>
                  <a:pt x="90" y="199"/>
                </a:lnTo>
                <a:lnTo>
                  <a:pt x="90" y="213"/>
                </a:lnTo>
                <a:cubicBezTo>
                  <a:pt x="90" y="304"/>
                  <a:pt x="121" y="360"/>
                  <a:pt x="182" y="379"/>
                </a:cubicBezTo>
                <a:cubicBezTo>
                  <a:pt x="195" y="383"/>
                  <a:pt x="209" y="385"/>
                  <a:pt x="223" y="385"/>
                </a:cubicBezTo>
                <a:cubicBezTo>
                  <a:pt x="249" y="385"/>
                  <a:pt x="271" y="375"/>
                  <a:pt x="289" y="355"/>
                </a:cubicBezTo>
                <a:cubicBezTo>
                  <a:pt x="300" y="345"/>
                  <a:pt x="308" y="331"/>
                  <a:pt x="314" y="316"/>
                </a:cubicBezTo>
                <a:lnTo>
                  <a:pt x="323" y="294"/>
                </a:lnTo>
                <a:cubicBezTo>
                  <a:pt x="325" y="292"/>
                  <a:pt x="330" y="291"/>
                  <a:pt x="338" y="291"/>
                </a:cubicBezTo>
                <a:lnTo>
                  <a:pt x="341" y="291"/>
                </a:lnTo>
                <a:cubicBezTo>
                  <a:pt x="351" y="291"/>
                  <a:pt x="356" y="294"/>
                  <a:pt x="356" y="300"/>
                </a:cubicBezTo>
                <a:cubicBezTo>
                  <a:pt x="356" y="303"/>
                  <a:pt x="355" y="307"/>
                  <a:pt x="353" y="312"/>
                </a:cubicBezTo>
                <a:cubicBezTo>
                  <a:pt x="342" y="347"/>
                  <a:pt x="323" y="373"/>
                  <a:pt x="296" y="393"/>
                </a:cubicBezTo>
                <a:cubicBezTo>
                  <a:pt x="269" y="412"/>
                  <a:pt x="239" y="422"/>
                  <a:pt x="205" y="422"/>
                </a:cubicBezTo>
                <a:cubicBezTo>
                  <a:pt x="146" y="422"/>
                  <a:pt x="98" y="401"/>
                  <a:pt x="59" y="359"/>
                </a:cubicBezTo>
                <a:cubicBezTo>
                  <a:pt x="20" y="316"/>
                  <a:pt x="1" y="267"/>
                  <a:pt x="0" y="211"/>
                </a:cubicBezTo>
                <a:moveTo>
                  <a:pt x="281" y="159"/>
                </a:moveTo>
                <a:cubicBezTo>
                  <a:pt x="274" y="81"/>
                  <a:pt x="245" y="39"/>
                  <a:pt x="194" y="34"/>
                </a:cubicBezTo>
                <a:lnTo>
                  <a:pt x="191" y="34"/>
                </a:lnTo>
                <a:cubicBezTo>
                  <a:pt x="186" y="34"/>
                  <a:pt x="181" y="35"/>
                  <a:pt x="176" y="35"/>
                </a:cubicBezTo>
                <a:cubicBezTo>
                  <a:pt x="171" y="36"/>
                  <a:pt x="164" y="38"/>
                  <a:pt x="153" y="43"/>
                </a:cubicBezTo>
                <a:cubicBezTo>
                  <a:pt x="143" y="47"/>
                  <a:pt x="134" y="53"/>
                  <a:pt x="127" y="62"/>
                </a:cubicBezTo>
                <a:cubicBezTo>
                  <a:pt x="120" y="70"/>
                  <a:pt x="112" y="83"/>
                  <a:pt x="106" y="99"/>
                </a:cubicBezTo>
                <a:cubicBezTo>
                  <a:pt x="99" y="116"/>
                  <a:pt x="94" y="136"/>
                  <a:pt x="91" y="160"/>
                </a:cubicBezTo>
                <a:lnTo>
                  <a:pt x="91" y="166"/>
                </a:lnTo>
                <a:lnTo>
                  <a:pt x="281" y="166"/>
                </a:lnTo>
                <a:lnTo>
                  <a:pt x="281" y="159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1" name=""/>
          <p:cNvSpPr/>
          <p:nvPr/>
        </p:nvSpPr>
        <p:spPr>
          <a:xfrm>
            <a:off x="4217040" y="1770840"/>
            <a:ext cx="114120" cy="146160"/>
          </a:xfrm>
          <a:custGeom>
            <a:avLst/>
            <a:gdLst/>
            <a:ahLst/>
            <a:rect l="0" t="0" r="r" b="b"/>
            <a:pathLst>
              <a:path w="317" h="406">
                <a:moveTo>
                  <a:pt x="15" y="364"/>
                </a:moveTo>
                <a:lnTo>
                  <a:pt x="28" y="364"/>
                </a:lnTo>
                <a:cubicBezTo>
                  <a:pt x="52" y="364"/>
                  <a:pt x="66" y="360"/>
                  <a:pt x="71" y="351"/>
                </a:cubicBezTo>
                <a:lnTo>
                  <a:pt x="71" y="344"/>
                </a:lnTo>
                <a:cubicBezTo>
                  <a:pt x="71" y="338"/>
                  <a:pt x="71" y="331"/>
                  <a:pt x="71" y="323"/>
                </a:cubicBezTo>
                <a:cubicBezTo>
                  <a:pt x="71" y="314"/>
                  <a:pt x="71" y="305"/>
                  <a:pt x="72" y="294"/>
                </a:cubicBezTo>
                <a:cubicBezTo>
                  <a:pt x="72" y="284"/>
                  <a:pt x="72" y="272"/>
                  <a:pt x="72" y="259"/>
                </a:cubicBezTo>
                <a:cubicBezTo>
                  <a:pt x="71" y="245"/>
                  <a:pt x="71" y="232"/>
                  <a:pt x="72" y="220"/>
                </a:cubicBezTo>
                <a:cubicBezTo>
                  <a:pt x="72" y="201"/>
                  <a:pt x="72" y="181"/>
                  <a:pt x="72" y="159"/>
                </a:cubicBezTo>
                <a:cubicBezTo>
                  <a:pt x="72" y="137"/>
                  <a:pt x="72" y="119"/>
                  <a:pt x="72" y="104"/>
                </a:cubicBezTo>
                <a:lnTo>
                  <a:pt x="71" y="83"/>
                </a:lnTo>
                <a:cubicBezTo>
                  <a:pt x="69" y="72"/>
                  <a:pt x="65" y="64"/>
                  <a:pt x="58" y="60"/>
                </a:cubicBezTo>
                <a:cubicBezTo>
                  <a:pt x="51" y="57"/>
                  <a:pt x="37" y="54"/>
                  <a:pt x="17" y="52"/>
                </a:cubicBezTo>
                <a:lnTo>
                  <a:pt x="0" y="52"/>
                </a:lnTo>
                <a:lnTo>
                  <a:pt x="0" y="31"/>
                </a:lnTo>
                <a:cubicBezTo>
                  <a:pt x="0" y="17"/>
                  <a:pt x="1" y="10"/>
                  <a:pt x="2" y="10"/>
                </a:cubicBezTo>
                <a:lnTo>
                  <a:pt x="11" y="9"/>
                </a:lnTo>
                <a:cubicBezTo>
                  <a:pt x="17" y="8"/>
                  <a:pt x="26" y="8"/>
                  <a:pt x="37" y="7"/>
                </a:cubicBezTo>
                <a:cubicBezTo>
                  <a:pt x="48" y="7"/>
                  <a:pt x="59" y="6"/>
                  <a:pt x="70" y="5"/>
                </a:cubicBezTo>
                <a:cubicBezTo>
                  <a:pt x="80" y="5"/>
                  <a:pt x="90" y="4"/>
                  <a:pt x="103" y="4"/>
                </a:cubicBezTo>
                <a:cubicBezTo>
                  <a:pt x="115" y="3"/>
                  <a:pt x="123" y="2"/>
                  <a:pt x="130" y="1"/>
                </a:cubicBezTo>
                <a:cubicBezTo>
                  <a:pt x="136" y="0"/>
                  <a:pt x="139" y="-1"/>
                  <a:pt x="140" y="0"/>
                </a:cubicBezTo>
                <a:lnTo>
                  <a:pt x="142" y="0"/>
                </a:lnTo>
                <a:lnTo>
                  <a:pt x="142" y="63"/>
                </a:lnTo>
                <a:cubicBezTo>
                  <a:pt x="166" y="22"/>
                  <a:pt x="196" y="1"/>
                  <a:pt x="231" y="1"/>
                </a:cubicBezTo>
                <a:lnTo>
                  <a:pt x="237" y="1"/>
                </a:lnTo>
                <a:cubicBezTo>
                  <a:pt x="264" y="1"/>
                  <a:pt x="285" y="7"/>
                  <a:pt x="297" y="21"/>
                </a:cubicBezTo>
                <a:cubicBezTo>
                  <a:pt x="310" y="34"/>
                  <a:pt x="317" y="48"/>
                  <a:pt x="317" y="63"/>
                </a:cubicBezTo>
                <a:cubicBezTo>
                  <a:pt x="317" y="76"/>
                  <a:pt x="313" y="87"/>
                  <a:pt x="305" y="96"/>
                </a:cubicBezTo>
                <a:cubicBezTo>
                  <a:pt x="297" y="105"/>
                  <a:pt x="285" y="110"/>
                  <a:pt x="270" y="110"/>
                </a:cubicBezTo>
                <a:cubicBezTo>
                  <a:pt x="255" y="110"/>
                  <a:pt x="243" y="105"/>
                  <a:pt x="236" y="95"/>
                </a:cubicBezTo>
                <a:cubicBezTo>
                  <a:pt x="229" y="85"/>
                  <a:pt x="225" y="75"/>
                  <a:pt x="224" y="64"/>
                </a:cubicBezTo>
                <a:cubicBezTo>
                  <a:pt x="224" y="59"/>
                  <a:pt x="225" y="54"/>
                  <a:pt x="226" y="49"/>
                </a:cubicBezTo>
                <a:cubicBezTo>
                  <a:pt x="227" y="45"/>
                  <a:pt x="229" y="41"/>
                  <a:pt x="230" y="38"/>
                </a:cubicBezTo>
                <a:cubicBezTo>
                  <a:pt x="232" y="35"/>
                  <a:pt x="233" y="34"/>
                  <a:pt x="233" y="34"/>
                </a:cubicBezTo>
                <a:cubicBezTo>
                  <a:pt x="232" y="33"/>
                  <a:pt x="225" y="34"/>
                  <a:pt x="212" y="37"/>
                </a:cubicBezTo>
                <a:cubicBezTo>
                  <a:pt x="202" y="42"/>
                  <a:pt x="195" y="47"/>
                  <a:pt x="190" y="51"/>
                </a:cubicBezTo>
                <a:cubicBezTo>
                  <a:pt x="161" y="79"/>
                  <a:pt x="147" y="133"/>
                  <a:pt x="147" y="216"/>
                </a:cubicBezTo>
                <a:lnTo>
                  <a:pt x="147" y="265"/>
                </a:lnTo>
                <a:cubicBezTo>
                  <a:pt x="147" y="273"/>
                  <a:pt x="147" y="281"/>
                  <a:pt x="147" y="290"/>
                </a:cubicBezTo>
                <a:cubicBezTo>
                  <a:pt x="147" y="298"/>
                  <a:pt x="147" y="306"/>
                  <a:pt x="147" y="314"/>
                </a:cubicBezTo>
                <a:cubicBezTo>
                  <a:pt x="147" y="321"/>
                  <a:pt x="147" y="327"/>
                  <a:pt x="148" y="332"/>
                </a:cubicBezTo>
                <a:cubicBezTo>
                  <a:pt x="148" y="337"/>
                  <a:pt x="148" y="341"/>
                  <a:pt x="148" y="346"/>
                </a:cubicBezTo>
                <a:lnTo>
                  <a:pt x="148" y="350"/>
                </a:lnTo>
                <a:cubicBezTo>
                  <a:pt x="148" y="351"/>
                  <a:pt x="149" y="353"/>
                  <a:pt x="151" y="354"/>
                </a:cubicBezTo>
                <a:cubicBezTo>
                  <a:pt x="152" y="355"/>
                  <a:pt x="153" y="356"/>
                  <a:pt x="155" y="357"/>
                </a:cubicBezTo>
                <a:cubicBezTo>
                  <a:pt x="157" y="357"/>
                  <a:pt x="159" y="358"/>
                  <a:pt x="160" y="359"/>
                </a:cubicBezTo>
                <a:cubicBezTo>
                  <a:pt x="161" y="361"/>
                  <a:pt x="163" y="361"/>
                  <a:pt x="166" y="361"/>
                </a:cubicBezTo>
                <a:cubicBezTo>
                  <a:pt x="169" y="361"/>
                  <a:pt x="171" y="362"/>
                  <a:pt x="173" y="362"/>
                </a:cubicBezTo>
                <a:cubicBezTo>
                  <a:pt x="174" y="363"/>
                  <a:pt x="177" y="363"/>
                  <a:pt x="181" y="363"/>
                </a:cubicBezTo>
                <a:cubicBezTo>
                  <a:pt x="185" y="363"/>
                  <a:pt x="188" y="363"/>
                  <a:pt x="189" y="363"/>
                </a:cubicBezTo>
                <a:cubicBezTo>
                  <a:pt x="190" y="363"/>
                  <a:pt x="193" y="363"/>
                  <a:pt x="198" y="364"/>
                </a:cubicBezTo>
                <a:cubicBezTo>
                  <a:pt x="203" y="365"/>
                  <a:pt x="206" y="365"/>
                  <a:pt x="207" y="364"/>
                </a:cubicBezTo>
                <a:lnTo>
                  <a:pt x="236" y="364"/>
                </a:lnTo>
                <a:lnTo>
                  <a:pt x="236" y="406"/>
                </a:lnTo>
                <a:lnTo>
                  <a:pt x="228" y="406"/>
                </a:lnTo>
                <a:cubicBezTo>
                  <a:pt x="217" y="404"/>
                  <a:pt x="178" y="403"/>
                  <a:pt x="111" y="403"/>
                </a:cubicBezTo>
                <a:cubicBezTo>
                  <a:pt x="47" y="403"/>
                  <a:pt x="13" y="404"/>
                  <a:pt x="7" y="406"/>
                </a:cubicBezTo>
                <a:lnTo>
                  <a:pt x="0" y="406"/>
                </a:lnTo>
                <a:lnTo>
                  <a:pt x="0" y="364"/>
                </a:lnTo>
                <a:lnTo>
                  <a:pt x="15" y="364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2" name=""/>
          <p:cNvSpPr/>
          <p:nvPr/>
        </p:nvSpPr>
        <p:spPr>
          <a:xfrm>
            <a:off x="4350960" y="1768680"/>
            <a:ext cx="108000" cy="151920"/>
          </a:xfrm>
          <a:custGeom>
            <a:avLst/>
            <a:gdLst/>
            <a:ahLst/>
            <a:rect l="0" t="0" r="r" b="b"/>
            <a:pathLst>
              <a:path w="300" h="422">
                <a:moveTo>
                  <a:pt x="240" y="121"/>
                </a:moveTo>
                <a:cubicBezTo>
                  <a:pt x="240" y="97"/>
                  <a:pt x="232" y="76"/>
                  <a:pt x="215" y="58"/>
                </a:cubicBezTo>
                <a:cubicBezTo>
                  <a:pt x="199" y="40"/>
                  <a:pt x="175" y="32"/>
                  <a:pt x="144" y="32"/>
                </a:cubicBezTo>
                <a:cubicBezTo>
                  <a:pt x="122" y="32"/>
                  <a:pt x="103" y="35"/>
                  <a:pt x="87" y="43"/>
                </a:cubicBezTo>
                <a:cubicBezTo>
                  <a:pt x="68" y="55"/>
                  <a:pt x="59" y="71"/>
                  <a:pt x="59" y="91"/>
                </a:cubicBezTo>
                <a:cubicBezTo>
                  <a:pt x="59" y="94"/>
                  <a:pt x="59" y="98"/>
                  <a:pt x="59" y="103"/>
                </a:cubicBezTo>
                <a:cubicBezTo>
                  <a:pt x="60" y="108"/>
                  <a:pt x="65" y="115"/>
                  <a:pt x="74" y="125"/>
                </a:cubicBezTo>
                <a:cubicBezTo>
                  <a:pt x="83" y="135"/>
                  <a:pt x="96" y="142"/>
                  <a:pt x="113" y="148"/>
                </a:cubicBezTo>
                <a:cubicBezTo>
                  <a:pt x="124" y="151"/>
                  <a:pt x="138" y="154"/>
                  <a:pt x="154" y="156"/>
                </a:cubicBezTo>
                <a:cubicBezTo>
                  <a:pt x="170" y="159"/>
                  <a:pt x="183" y="161"/>
                  <a:pt x="194" y="164"/>
                </a:cubicBezTo>
                <a:cubicBezTo>
                  <a:pt x="205" y="168"/>
                  <a:pt x="215" y="172"/>
                  <a:pt x="223" y="176"/>
                </a:cubicBezTo>
                <a:cubicBezTo>
                  <a:pt x="234" y="181"/>
                  <a:pt x="244" y="187"/>
                  <a:pt x="254" y="195"/>
                </a:cubicBezTo>
                <a:cubicBezTo>
                  <a:pt x="263" y="202"/>
                  <a:pt x="273" y="215"/>
                  <a:pt x="284" y="232"/>
                </a:cubicBezTo>
                <a:cubicBezTo>
                  <a:pt x="294" y="250"/>
                  <a:pt x="299" y="269"/>
                  <a:pt x="300" y="289"/>
                </a:cubicBezTo>
                <a:cubicBezTo>
                  <a:pt x="300" y="327"/>
                  <a:pt x="288" y="359"/>
                  <a:pt x="264" y="384"/>
                </a:cubicBezTo>
                <a:cubicBezTo>
                  <a:pt x="240" y="408"/>
                  <a:pt x="203" y="421"/>
                  <a:pt x="151" y="421"/>
                </a:cubicBezTo>
                <a:lnTo>
                  <a:pt x="144" y="421"/>
                </a:lnTo>
                <a:cubicBezTo>
                  <a:pt x="112" y="421"/>
                  <a:pt x="82" y="410"/>
                  <a:pt x="56" y="388"/>
                </a:cubicBezTo>
                <a:lnTo>
                  <a:pt x="48" y="395"/>
                </a:lnTo>
                <a:lnTo>
                  <a:pt x="40" y="403"/>
                </a:lnTo>
                <a:cubicBezTo>
                  <a:pt x="36" y="407"/>
                  <a:pt x="33" y="410"/>
                  <a:pt x="29" y="413"/>
                </a:cubicBezTo>
                <a:lnTo>
                  <a:pt x="19" y="422"/>
                </a:lnTo>
                <a:lnTo>
                  <a:pt x="11" y="422"/>
                </a:lnTo>
                <a:lnTo>
                  <a:pt x="8" y="422"/>
                </a:lnTo>
                <a:cubicBezTo>
                  <a:pt x="6" y="422"/>
                  <a:pt x="3" y="420"/>
                  <a:pt x="0" y="417"/>
                </a:cubicBezTo>
                <a:lnTo>
                  <a:pt x="0" y="344"/>
                </a:lnTo>
                <a:lnTo>
                  <a:pt x="0" y="290"/>
                </a:lnTo>
                <a:cubicBezTo>
                  <a:pt x="0" y="277"/>
                  <a:pt x="0" y="270"/>
                  <a:pt x="1" y="267"/>
                </a:cubicBezTo>
                <a:cubicBezTo>
                  <a:pt x="3" y="265"/>
                  <a:pt x="6" y="263"/>
                  <a:pt x="11" y="263"/>
                </a:cubicBezTo>
                <a:lnTo>
                  <a:pt x="19" y="263"/>
                </a:lnTo>
                <a:cubicBezTo>
                  <a:pt x="26" y="263"/>
                  <a:pt x="31" y="264"/>
                  <a:pt x="33" y="266"/>
                </a:cubicBezTo>
                <a:cubicBezTo>
                  <a:pt x="36" y="269"/>
                  <a:pt x="37" y="272"/>
                  <a:pt x="38" y="277"/>
                </a:cubicBezTo>
                <a:cubicBezTo>
                  <a:pt x="39" y="282"/>
                  <a:pt x="41" y="290"/>
                  <a:pt x="45" y="302"/>
                </a:cubicBezTo>
                <a:cubicBezTo>
                  <a:pt x="48" y="314"/>
                  <a:pt x="54" y="327"/>
                  <a:pt x="62" y="342"/>
                </a:cubicBezTo>
                <a:cubicBezTo>
                  <a:pt x="83" y="373"/>
                  <a:pt x="113" y="388"/>
                  <a:pt x="151" y="388"/>
                </a:cubicBezTo>
                <a:cubicBezTo>
                  <a:pt x="210" y="388"/>
                  <a:pt x="240" y="365"/>
                  <a:pt x="240" y="316"/>
                </a:cubicBezTo>
                <a:cubicBezTo>
                  <a:pt x="240" y="298"/>
                  <a:pt x="234" y="284"/>
                  <a:pt x="223" y="273"/>
                </a:cubicBezTo>
                <a:cubicBezTo>
                  <a:pt x="211" y="258"/>
                  <a:pt x="186" y="247"/>
                  <a:pt x="147" y="240"/>
                </a:cubicBezTo>
                <a:cubicBezTo>
                  <a:pt x="109" y="232"/>
                  <a:pt x="83" y="225"/>
                  <a:pt x="71" y="219"/>
                </a:cubicBezTo>
                <a:cubicBezTo>
                  <a:pt x="49" y="208"/>
                  <a:pt x="32" y="194"/>
                  <a:pt x="19" y="176"/>
                </a:cubicBezTo>
                <a:cubicBezTo>
                  <a:pt x="6" y="159"/>
                  <a:pt x="0" y="140"/>
                  <a:pt x="0" y="120"/>
                </a:cubicBezTo>
                <a:cubicBezTo>
                  <a:pt x="0" y="96"/>
                  <a:pt x="5" y="76"/>
                  <a:pt x="15" y="59"/>
                </a:cubicBezTo>
                <a:cubicBezTo>
                  <a:pt x="26" y="43"/>
                  <a:pt x="39" y="30"/>
                  <a:pt x="55" y="22"/>
                </a:cubicBezTo>
                <a:cubicBezTo>
                  <a:pt x="70" y="14"/>
                  <a:pt x="86" y="9"/>
                  <a:pt x="100" y="6"/>
                </a:cubicBezTo>
                <a:cubicBezTo>
                  <a:pt x="115" y="3"/>
                  <a:pt x="129" y="1"/>
                  <a:pt x="141" y="1"/>
                </a:cubicBezTo>
                <a:lnTo>
                  <a:pt x="151" y="1"/>
                </a:lnTo>
                <a:cubicBezTo>
                  <a:pt x="175" y="1"/>
                  <a:pt x="197" y="6"/>
                  <a:pt x="215" y="15"/>
                </a:cubicBezTo>
                <a:lnTo>
                  <a:pt x="229" y="22"/>
                </a:lnTo>
                <a:lnTo>
                  <a:pt x="237" y="16"/>
                </a:lnTo>
                <a:cubicBezTo>
                  <a:pt x="243" y="10"/>
                  <a:pt x="250" y="5"/>
                  <a:pt x="257" y="0"/>
                </a:cubicBezTo>
                <a:lnTo>
                  <a:pt x="265" y="0"/>
                </a:lnTo>
                <a:lnTo>
                  <a:pt x="268" y="0"/>
                </a:lnTo>
                <a:cubicBezTo>
                  <a:pt x="270" y="0"/>
                  <a:pt x="273" y="2"/>
                  <a:pt x="277" y="6"/>
                </a:cubicBezTo>
                <a:lnTo>
                  <a:pt x="277" y="127"/>
                </a:lnTo>
                <a:lnTo>
                  <a:pt x="271" y="132"/>
                </a:lnTo>
                <a:lnTo>
                  <a:pt x="245" y="132"/>
                </a:lnTo>
                <a:cubicBezTo>
                  <a:pt x="242" y="129"/>
                  <a:pt x="240" y="125"/>
                  <a:pt x="240" y="12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3" name=""/>
          <p:cNvSpPr/>
          <p:nvPr/>
        </p:nvSpPr>
        <p:spPr>
          <a:xfrm>
            <a:off x="4580280" y="1795680"/>
            <a:ext cx="220320" cy="77400"/>
          </a:xfrm>
          <a:custGeom>
            <a:avLst/>
            <a:gdLst/>
            <a:ahLst/>
            <a:rect l="0" t="0" r="r" b="b"/>
            <a:pathLst>
              <a:path w="612" h="215">
                <a:moveTo>
                  <a:pt x="0" y="18"/>
                </a:moveTo>
                <a:cubicBezTo>
                  <a:pt x="0" y="10"/>
                  <a:pt x="4" y="4"/>
                  <a:pt x="13" y="0"/>
                </a:cubicBezTo>
                <a:lnTo>
                  <a:pt x="598" y="0"/>
                </a:lnTo>
                <a:cubicBezTo>
                  <a:pt x="607" y="5"/>
                  <a:pt x="612" y="11"/>
                  <a:pt x="612" y="18"/>
                </a:cubicBezTo>
                <a:cubicBezTo>
                  <a:pt x="612" y="25"/>
                  <a:pt x="607" y="31"/>
                  <a:pt x="599" y="35"/>
                </a:cubicBezTo>
                <a:lnTo>
                  <a:pt x="306" y="36"/>
                </a:lnTo>
                <a:lnTo>
                  <a:pt x="14" y="36"/>
                </a:lnTo>
                <a:cubicBezTo>
                  <a:pt x="5" y="33"/>
                  <a:pt x="0" y="27"/>
                  <a:pt x="0" y="18"/>
                </a:cubicBezTo>
                <a:moveTo>
                  <a:pt x="0" y="197"/>
                </a:moveTo>
                <a:cubicBezTo>
                  <a:pt x="0" y="188"/>
                  <a:pt x="5" y="182"/>
                  <a:pt x="14" y="179"/>
                </a:cubicBezTo>
                <a:lnTo>
                  <a:pt x="599" y="179"/>
                </a:lnTo>
                <a:cubicBezTo>
                  <a:pt x="607" y="185"/>
                  <a:pt x="612" y="191"/>
                  <a:pt x="612" y="197"/>
                </a:cubicBezTo>
                <a:cubicBezTo>
                  <a:pt x="612" y="205"/>
                  <a:pt x="607" y="211"/>
                  <a:pt x="598" y="215"/>
                </a:cubicBezTo>
                <a:lnTo>
                  <a:pt x="13" y="215"/>
                </a:lnTo>
                <a:cubicBezTo>
                  <a:pt x="4" y="211"/>
                  <a:pt x="0" y="205"/>
                  <a:pt x="0" y="19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4" name=""/>
          <p:cNvSpPr/>
          <p:nvPr/>
        </p:nvSpPr>
        <p:spPr>
          <a:xfrm>
            <a:off x="4991760" y="1468080"/>
            <a:ext cx="233280" cy="232920"/>
          </a:xfrm>
          <a:custGeom>
            <a:avLst/>
            <a:gdLst/>
            <a:ahLst/>
            <a:rect l="0" t="0" r="r" b="b"/>
            <a:pathLst>
              <a:path w="648" h="647">
                <a:moveTo>
                  <a:pt x="96" y="56"/>
                </a:moveTo>
                <a:cubicBezTo>
                  <a:pt x="91" y="52"/>
                  <a:pt x="88" y="49"/>
                  <a:pt x="86" y="48"/>
                </a:cubicBezTo>
                <a:cubicBezTo>
                  <a:pt x="83" y="46"/>
                  <a:pt x="78" y="45"/>
                  <a:pt x="71" y="45"/>
                </a:cubicBezTo>
                <a:cubicBezTo>
                  <a:pt x="64" y="44"/>
                  <a:pt x="50" y="43"/>
                  <a:pt x="31" y="42"/>
                </a:cubicBezTo>
                <a:lnTo>
                  <a:pt x="0" y="42"/>
                </a:lnTo>
                <a:lnTo>
                  <a:pt x="0" y="0"/>
                </a:lnTo>
                <a:lnTo>
                  <a:pt x="162" y="0"/>
                </a:lnTo>
                <a:lnTo>
                  <a:pt x="193" y="0"/>
                </a:lnTo>
                <a:lnTo>
                  <a:pt x="252" y="0"/>
                </a:lnTo>
                <a:cubicBezTo>
                  <a:pt x="298" y="0"/>
                  <a:pt x="334" y="2"/>
                  <a:pt x="359" y="5"/>
                </a:cubicBezTo>
                <a:cubicBezTo>
                  <a:pt x="384" y="9"/>
                  <a:pt x="409" y="18"/>
                  <a:pt x="435" y="32"/>
                </a:cubicBezTo>
                <a:cubicBezTo>
                  <a:pt x="493" y="61"/>
                  <a:pt x="526" y="101"/>
                  <a:pt x="535" y="153"/>
                </a:cubicBezTo>
                <a:cubicBezTo>
                  <a:pt x="536" y="156"/>
                  <a:pt x="536" y="161"/>
                  <a:pt x="536" y="168"/>
                </a:cubicBezTo>
                <a:cubicBezTo>
                  <a:pt x="536" y="188"/>
                  <a:pt x="531" y="207"/>
                  <a:pt x="521" y="225"/>
                </a:cubicBezTo>
                <a:cubicBezTo>
                  <a:pt x="511" y="242"/>
                  <a:pt x="500" y="257"/>
                  <a:pt x="486" y="268"/>
                </a:cubicBezTo>
                <a:cubicBezTo>
                  <a:pt x="473" y="279"/>
                  <a:pt x="459" y="288"/>
                  <a:pt x="445" y="296"/>
                </a:cubicBezTo>
                <a:cubicBezTo>
                  <a:pt x="431" y="304"/>
                  <a:pt x="419" y="310"/>
                  <a:pt x="409" y="313"/>
                </a:cubicBezTo>
                <a:lnTo>
                  <a:pt x="395" y="317"/>
                </a:lnTo>
                <a:cubicBezTo>
                  <a:pt x="396" y="319"/>
                  <a:pt x="400" y="321"/>
                  <a:pt x="405" y="323"/>
                </a:cubicBezTo>
                <a:cubicBezTo>
                  <a:pt x="423" y="333"/>
                  <a:pt x="438" y="343"/>
                  <a:pt x="450" y="354"/>
                </a:cubicBezTo>
                <a:cubicBezTo>
                  <a:pt x="461" y="365"/>
                  <a:pt x="470" y="378"/>
                  <a:pt x="476" y="394"/>
                </a:cubicBezTo>
                <a:cubicBezTo>
                  <a:pt x="482" y="410"/>
                  <a:pt x="487" y="423"/>
                  <a:pt x="489" y="434"/>
                </a:cubicBezTo>
                <a:cubicBezTo>
                  <a:pt x="491" y="444"/>
                  <a:pt x="494" y="461"/>
                  <a:pt x="497" y="485"/>
                </a:cubicBezTo>
                <a:cubicBezTo>
                  <a:pt x="500" y="509"/>
                  <a:pt x="503" y="528"/>
                  <a:pt x="506" y="541"/>
                </a:cubicBezTo>
                <a:cubicBezTo>
                  <a:pt x="513" y="570"/>
                  <a:pt x="520" y="590"/>
                  <a:pt x="528" y="599"/>
                </a:cubicBezTo>
                <a:cubicBezTo>
                  <a:pt x="537" y="608"/>
                  <a:pt x="549" y="613"/>
                  <a:pt x="563" y="613"/>
                </a:cubicBezTo>
                <a:lnTo>
                  <a:pt x="568" y="613"/>
                </a:lnTo>
                <a:cubicBezTo>
                  <a:pt x="577" y="613"/>
                  <a:pt x="586" y="608"/>
                  <a:pt x="595" y="598"/>
                </a:cubicBezTo>
                <a:cubicBezTo>
                  <a:pt x="603" y="588"/>
                  <a:pt x="609" y="571"/>
                  <a:pt x="611" y="547"/>
                </a:cubicBezTo>
                <a:cubicBezTo>
                  <a:pt x="611" y="541"/>
                  <a:pt x="612" y="536"/>
                  <a:pt x="615" y="535"/>
                </a:cubicBezTo>
                <a:cubicBezTo>
                  <a:pt x="617" y="533"/>
                  <a:pt x="622" y="532"/>
                  <a:pt x="629" y="531"/>
                </a:cubicBezTo>
                <a:cubicBezTo>
                  <a:pt x="637" y="530"/>
                  <a:pt x="642" y="531"/>
                  <a:pt x="644" y="533"/>
                </a:cubicBezTo>
                <a:cubicBezTo>
                  <a:pt x="646" y="535"/>
                  <a:pt x="648" y="539"/>
                  <a:pt x="648" y="545"/>
                </a:cubicBezTo>
                <a:cubicBezTo>
                  <a:pt x="648" y="564"/>
                  <a:pt x="643" y="583"/>
                  <a:pt x="633" y="602"/>
                </a:cubicBezTo>
                <a:cubicBezTo>
                  <a:pt x="623" y="622"/>
                  <a:pt x="610" y="635"/>
                  <a:pt x="593" y="642"/>
                </a:cubicBezTo>
                <a:cubicBezTo>
                  <a:pt x="583" y="646"/>
                  <a:pt x="570" y="647"/>
                  <a:pt x="554" y="647"/>
                </a:cubicBezTo>
                <a:cubicBezTo>
                  <a:pt x="463" y="644"/>
                  <a:pt x="410" y="610"/>
                  <a:pt x="396" y="545"/>
                </a:cubicBezTo>
                <a:cubicBezTo>
                  <a:pt x="395" y="538"/>
                  <a:pt x="395" y="516"/>
                  <a:pt x="395" y="478"/>
                </a:cubicBezTo>
                <a:cubicBezTo>
                  <a:pt x="395" y="440"/>
                  <a:pt x="392" y="414"/>
                  <a:pt x="388" y="402"/>
                </a:cubicBezTo>
                <a:cubicBezTo>
                  <a:pt x="377" y="366"/>
                  <a:pt x="353" y="344"/>
                  <a:pt x="318" y="334"/>
                </a:cubicBezTo>
                <a:lnTo>
                  <a:pt x="309" y="332"/>
                </a:lnTo>
                <a:lnTo>
                  <a:pt x="249" y="331"/>
                </a:lnTo>
                <a:lnTo>
                  <a:pt x="188" y="331"/>
                </a:lnTo>
                <a:lnTo>
                  <a:pt x="188" y="451"/>
                </a:lnTo>
                <a:lnTo>
                  <a:pt x="189" y="571"/>
                </a:lnTo>
                <a:cubicBezTo>
                  <a:pt x="193" y="577"/>
                  <a:pt x="198" y="581"/>
                  <a:pt x="205" y="582"/>
                </a:cubicBezTo>
                <a:cubicBezTo>
                  <a:pt x="211" y="584"/>
                  <a:pt x="227" y="584"/>
                  <a:pt x="252" y="585"/>
                </a:cubicBezTo>
                <a:lnTo>
                  <a:pt x="283" y="585"/>
                </a:lnTo>
                <a:lnTo>
                  <a:pt x="283" y="627"/>
                </a:lnTo>
                <a:lnTo>
                  <a:pt x="273" y="627"/>
                </a:lnTo>
                <a:cubicBezTo>
                  <a:pt x="260" y="625"/>
                  <a:pt x="216" y="624"/>
                  <a:pt x="142" y="624"/>
                </a:cubicBezTo>
                <a:cubicBezTo>
                  <a:pt x="68" y="624"/>
                  <a:pt x="24" y="625"/>
                  <a:pt x="10" y="627"/>
                </a:cubicBezTo>
                <a:lnTo>
                  <a:pt x="0" y="627"/>
                </a:lnTo>
                <a:lnTo>
                  <a:pt x="0" y="585"/>
                </a:lnTo>
                <a:lnTo>
                  <a:pt x="31" y="585"/>
                </a:lnTo>
                <a:cubicBezTo>
                  <a:pt x="57" y="584"/>
                  <a:pt x="73" y="584"/>
                  <a:pt x="78" y="582"/>
                </a:cubicBezTo>
                <a:cubicBezTo>
                  <a:pt x="84" y="581"/>
                  <a:pt x="90" y="577"/>
                  <a:pt x="96" y="571"/>
                </a:cubicBezTo>
                <a:lnTo>
                  <a:pt x="96" y="56"/>
                </a:lnTo>
                <a:moveTo>
                  <a:pt x="427" y="170"/>
                </a:moveTo>
                <a:lnTo>
                  <a:pt x="427" y="160"/>
                </a:lnTo>
                <a:cubicBezTo>
                  <a:pt x="427" y="149"/>
                  <a:pt x="426" y="140"/>
                  <a:pt x="426" y="133"/>
                </a:cubicBezTo>
                <a:cubicBezTo>
                  <a:pt x="425" y="126"/>
                  <a:pt x="422" y="115"/>
                  <a:pt x="418" y="104"/>
                </a:cubicBezTo>
                <a:cubicBezTo>
                  <a:pt x="413" y="92"/>
                  <a:pt x="407" y="82"/>
                  <a:pt x="400" y="75"/>
                </a:cubicBezTo>
                <a:cubicBezTo>
                  <a:pt x="393" y="68"/>
                  <a:pt x="382" y="61"/>
                  <a:pt x="365" y="55"/>
                </a:cubicBezTo>
                <a:cubicBezTo>
                  <a:pt x="349" y="49"/>
                  <a:pt x="330" y="45"/>
                  <a:pt x="308" y="43"/>
                </a:cubicBezTo>
                <a:cubicBezTo>
                  <a:pt x="307" y="43"/>
                  <a:pt x="300" y="43"/>
                  <a:pt x="288" y="43"/>
                </a:cubicBezTo>
                <a:cubicBezTo>
                  <a:pt x="276" y="43"/>
                  <a:pt x="265" y="43"/>
                  <a:pt x="255" y="42"/>
                </a:cubicBezTo>
                <a:lnTo>
                  <a:pt x="236" y="42"/>
                </a:lnTo>
                <a:cubicBezTo>
                  <a:pt x="208" y="42"/>
                  <a:pt x="193" y="45"/>
                  <a:pt x="191" y="50"/>
                </a:cubicBezTo>
                <a:cubicBezTo>
                  <a:pt x="189" y="53"/>
                  <a:pt x="188" y="94"/>
                  <a:pt x="188" y="176"/>
                </a:cubicBezTo>
                <a:lnTo>
                  <a:pt x="188" y="297"/>
                </a:lnTo>
                <a:lnTo>
                  <a:pt x="241" y="297"/>
                </a:lnTo>
                <a:cubicBezTo>
                  <a:pt x="303" y="297"/>
                  <a:pt x="348" y="292"/>
                  <a:pt x="374" y="281"/>
                </a:cubicBezTo>
                <a:cubicBezTo>
                  <a:pt x="401" y="270"/>
                  <a:pt x="418" y="246"/>
                  <a:pt x="425" y="209"/>
                </a:cubicBezTo>
                <a:cubicBezTo>
                  <a:pt x="426" y="202"/>
                  <a:pt x="427" y="189"/>
                  <a:pt x="427" y="17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5" name=""/>
          <p:cNvSpPr/>
          <p:nvPr/>
        </p:nvSpPr>
        <p:spPr>
          <a:xfrm>
            <a:off x="5236560" y="1457280"/>
            <a:ext cx="226440" cy="236520"/>
          </a:xfrm>
          <a:custGeom>
            <a:avLst/>
            <a:gdLst/>
            <a:ahLst/>
            <a:rect l="0" t="0" r="r" b="b"/>
            <a:pathLst>
              <a:path w="629" h="657">
                <a:moveTo>
                  <a:pt x="204" y="657"/>
                </a:moveTo>
                <a:cubicBezTo>
                  <a:pt x="195" y="655"/>
                  <a:pt x="160" y="654"/>
                  <a:pt x="99" y="654"/>
                </a:cubicBezTo>
                <a:cubicBezTo>
                  <a:pt x="43" y="654"/>
                  <a:pt x="12" y="655"/>
                  <a:pt x="6" y="657"/>
                </a:cubicBezTo>
                <a:lnTo>
                  <a:pt x="0" y="657"/>
                </a:lnTo>
                <a:lnTo>
                  <a:pt x="0" y="615"/>
                </a:lnTo>
                <a:lnTo>
                  <a:pt x="13" y="615"/>
                </a:lnTo>
                <a:cubicBezTo>
                  <a:pt x="57" y="613"/>
                  <a:pt x="86" y="600"/>
                  <a:pt x="98" y="577"/>
                </a:cubicBezTo>
                <a:cubicBezTo>
                  <a:pt x="98" y="575"/>
                  <a:pt x="115" y="527"/>
                  <a:pt x="146" y="433"/>
                </a:cubicBezTo>
                <a:cubicBezTo>
                  <a:pt x="178" y="338"/>
                  <a:pt x="210" y="244"/>
                  <a:pt x="242" y="149"/>
                </a:cubicBezTo>
                <a:cubicBezTo>
                  <a:pt x="273" y="55"/>
                  <a:pt x="289" y="8"/>
                  <a:pt x="291" y="7"/>
                </a:cubicBezTo>
                <a:cubicBezTo>
                  <a:pt x="292" y="2"/>
                  <a:pt x="298" y="0"/>
                  <a:pt x="307" y="0"/>
                </a:cubicBezTo>
                <a:lnTo>
                  <a:pt x="316" y="0"/>
                </a:lnTo>
                <a:cubicBezTo>
                  <a:pt x="328" y="0"/>
                  <a:pt x="336" y="2"/>
                  <a:pt x="338" y="6"/>
                </a:cubicBezTo>
                <a:cubicBezTo>
                  <a:pt x="339" y="7"/>
                  <a:pt x="372" y="105"/>
                  <a:pt x="437" y="300"/>
                </a:cubicBezTo>
                <a:lnTo>
                  <a:pt x="537" y="596"/>
                </a:lnTo>
                <a:cubicBezTo>
                  <a:pt x="541" y="604"/>
                  <a:pt x="547" y="609"/>
                  <a:pt x="555" y="610"/>
                </a:cubicBezTo>
                <a:cubicBezTo>
                  <a:pt x="562" y="612"/>
                  <a:pt x="578" y="614"/>
                  <a:pt x="601" y="615"/>
                </a:cubicBezTo>
                <a:lnTo>
                  <a:pt x="629" y="615"/>
                </a:lnTo>
                <a:lnTo>
                  <a:pt x="629" y="657"/>
                </a:lnTo>
                <a:lnTo>
                  <a:pt x="621" y="657"/>
                </a:lnTo>
                <a:cubicBezTo>
                  <a:pt x="615" y="655"/>
                  <a:pt x="576" y="654"/>
                  <a:pt x="504" y="654"/>
                </a:cubicBezTo>
                <a:cubicBezTo>
                  <a:pt x="429" y="654"/>
                  <a:pt x="385" y="655"/>
                  <a:pt x="372" y="657"/>
                </a:cubicBezTo>
                <a:lnTo>
                  <a:pt x="363" y="657"/>
                </a:lnTo>
                <a:lnTo>
                  <a:pt x="363" y="615"/>
                </a:lnTo>
                <a:lnTo>
                  <a:pt x="375" y="615"/>
                </a:lnTo>
                <a:cubicBezTo>
                  <a:pt x="418" y="615"/>
                  <a:pt x="439" y="610"/>
                  <a:pt x="439" y="599"/>
                </a:cubicBezTo>
                <a:cubicBezTo>
                  <a:pt x="439" y="597"/>
                  <a:pt x="432" y="575"/>
                  <a:pt x="417" y="531"/>
                </a:cubicBezTo>
                <a:lnTo>
                  <a:pt x="395" y="466"/>
                </a:lnTo>
                <a:lnTo>
                  <a:pt x="180" y="466"/>
                </a:lnTo>
                <a:lnTo>
                  <a:pt x="162" y="520"/>
                </a:lnTo>
                <a:cubicBezTo>
                  <a:pt x="150" y="556"/>
                  <a:pt x="144" y="576"/>
                  <a:pt x="144" y="579"/>
                </a:cubicBezTo>
                <a:cubicBezTo>
                  <a:pt x="144" y="587"/>
                  <a:pt x="150" y="595"/>
                  <a:pt x="162" y="603"/>
                </a:cubicBezTo>
                <a:cubicBezTo>
                  <a:pt x="174" y="611"/>
                  <a:pt x="190" y="615"/>
                  <a:pt x="208" y="615"/>
                </a:cubicBezTo>
                <a:lnTo>
                  <a:pt x="213" y="615"/>
                </a:lnTo>
                <a:lnTo>
                  <a:pt x="213" y="657"/>
                </a:lnTo>
                <a:lnTo>
                  <a:pt x="204" y="657"/>
                </a:lnTo>
                <a:moveTo>
                  <a:pt x="381" y="423"/>
                </a:moveTo>
                <a:lnTo>
                  <a:pt x="288" y="145"/>
                </a:lnTo>
                <a:lnTo>
                  <a:pt x="194" y="422"/>
                </a:lnTo>
                <a:cubicBezTo>
                  <a:pt x="194" y="423"/>
                  <a:pt x="226" y="423"/>
                  <a:pt x="288" y="423"/>
                </a:cubicBezTo>
                <a:lnTo>
                  <a:pt x="381" y="423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6" name=""/>
          <p:cNvSpPr/>
          <p:nvPr/>
        </p:nvSpPr>
        <p:spPr>
          <a:xfrm>
            <a:off x="5483160" y="1468080"/>
            <a:ext cx="283680" cy="225720"/>
          </a:xfrm>
          <a:custGeom>
            <a:avLst/>
            <a:gdLst/>
            <a:ahLst/>
            <a:rect l="0" t="0" r="r" b="b"/>
            <a:pathLst>
              <a:path w="788" h="627">
                <a:moveTo>
                  <a:pt x="94" y="56"/>
                </a:moveTo>
                <a:cubicBezTo>
                  <a:pt x="90" y="52"/>
                  <a:pt x="87" y="49"/>
                  <a:pt x="84" y="48"/>
                </a:cubicBezTo>
                <a:cubicBezTo>
                  <a:pt x="82" y="46"/>
                  <a:pt x="77" y="45"/>
                  <a:pt x="69" y="45"/>
                </a:cubicBezTo>
                <a:cubicBezTo>
                  <a:pt x="62" y="44"/>
                  <a:pt x="49" y="43"/>
                  <a:pt x="30" y="42"/>
                </a:cubicBezTo>
                <a:lnTo>
                  <a:pt x="0" y="42"/>
                </a:lnTo>
                <a:lnTo>
                  <a:pt x="0" y="0"/>
                </a:lnTo>
                <a:lnTo>
                  <a:pt x="98" y="0"/>
                </a:lnTo>
                <a:cubicBezTo>
                  <a:pt x="151" y="0"/>
                  <a:pt x="180" y="0"/>
                  <a:pt x="187" y="1"/>
                </a:cubicBezTo>
                <a:cubicBezTo>
                  <a:pt x="194" y="1"/>
                  <a:pt x="199" y="4"/>
                  <a:pt x="203" y="7"/>
                </a:cubicBezTo>
                <a:cubicBezTo>
                  <a:pt x="203" y="8"/>
                  <a:pt x="235" y="93"/>
                  <a:pt x="299" y="261"/>
                </a:cubicBezTo>
                <a:lnTo>
                  <a:pt x="394" y="513"/>
                </a:lnTo>
                <a:lnTo>
                  <a:pt x="490" y="261"/>
                </a:lnTo>
                <a:cubicBezTo>
                  <a:pt x="553" y="93"/>
                  <a:pt x="586" y="8"/>
                  <a:pt x="587" y="7"/>
                </a:cubicBezTo>
                <a:cubicBezTo>
                  <a:pt x="589" y="4"/>
                  <a:pt x="593" y="1"/>
                  <a:pt x="601" y="1"/>
                </a:cubicBezTo>
                <a:cubicBezTo>
                  <a:pt x="608" y="0"/>
                  <a:pt x="638" y="0"/>
                  <a:pt x="690" y="0"/>
                </a:cubicBezTo>
                <a:lnTo>
                  <a:pt x="788" y="0"/>
                </a:lnTo>
                <a:lnTo>
                  <a:pt x="788" y="42"/>
                </a:lnTo>
                <a:lnTo>
                  <a:pt x="757" y="42"/>
                </a:lnTo>
                <a:cubicBezTo>
                  <a:pt x="733" y="43"/>
                  <a:pt x="717" y="44"/>
                  <a:pt x="711" y="45"/>
                </a:cubicBezTo>
                <a:cubicBezTo>
                  <a:pt x="704" y="46"/>
                  <a:pt x="698" y="50"/>
                  <a:pt x="694" y="56"/>
                </a:cubicBezTo>
                <a:lnTo>
                  <a:pt x="694" y="570"/>
                </a:lnTo>
                <a:cubicBezTo>
                  <a:pt x="698" y="576"/>
                  <a:pt x="703" y="580"/>
                  <a:pt x="710" y="581"/>
                </a:cubicBezTo>
                <a:cubicBezTo>
                  <a:pt x="716" y="583"/>
                  <a:pt x="732" y="583"/>
                  <a:pt x="757" y="584"/>
                </a:cubicBezTo>
                <a:lnTo>
                  <a:pt x="788" y="584"/>
                </a:lnTo>
                <a:lnTo>
                  <a:pt x="788" y="627"/>
                </a:lnTo>
                <a:lnTo>
                  <a:pt x="778" y="627"/>
                </a:lnTo>
                <a:cubicBezTo>
                  <a:pt x="765" y="625"/>
                  <a:pt x="722" y="624"/>
                  <a:pt x="649" y="624"/>
                </a:cubicBezTo>
                <a:cubicBezTo>
                  <a:pt x="569" y="624"/>
                  <a:pt x="526" y="625"/>
                  <a:pt x="521" y="627"/>
                </a:cubicBezTo>
                <a:lnTo>
                  <a:pt x="511" y="627"/>
                </a:lnTo>
                <a:lnTo>
                  <a:pt x="511" y="584"/>
                </a:lnTo>
                <a:lnTo>
                  <a:pt x="541" y="584"/>
                </a:lnTo>
                <a:cubicBezTo>
                  <a:pt x="567" y="583"/>
                  <a:pt x="582" y="583"/>
                  <a:pt x="588" y="581"/>
                </a:cubicBezTo>
                <a:cubicBezTo>
                  <a:pt x="593" y="580"/>
                  <a:pt x="599" y="576"/>
                  <a:pt x="605" y="570"/>
                </a:cubicBezTo>
                <a:lnTo>
                  <a:pt x="605" y="308"/>
                </a:lnTo>
                <a:cubicBezTo>
                  <a:pt x="605" y="261"/>
                  <a:pt x="605" y="226"/>
                  <a:pt x="605" y="203"/>
                </a:cubicBezTo>
                <a:cubicBezTo>
                  <a:pt x="605" y="181"/>
                  <a:pt x="605" y="155"/>
                  <a:pt x="605" y="126"/>
                </a:cubicBezTo>
                <a:cubicBezTo>
                  <a:pt x="605" y="96"/>
                  <a:pt x="605" y="76"/>
                  <a:pt x="605" y="64"/>
                </a:cubicBezTo>
                <a:lnTo>
                  <a:pt x="604" y="47"/>
                </a:lnTo>
                <a:cubicBezTo>
                  <a:pt x="462" y="424"/>
                  <a:pt x="389" y="616"/>
                  <a:pt x="387" y="621"/>
                </a:cubicBezTo>
                <a:cubicBezTo>
                  <a:pt x="384" y="624"/>
                  <a:pt x="378" y="626"/>
                  <a:pt x="369" y="626"/>
                </a:cubicBezTo>
                <a:cubicBezTo>
                  <a:pt x="359" y="626"/>
                  <a:pt x="353" y="624"/>
                  <a:pt x="350" y="621"/>
                </a:cubicBezTo>
                <a:cubicBezTo>
                  <a:pt x="350" y="620"/>
                  <a:pt x="313" y="524"/>
                  <a:pt x="242" y="336"/>
                </a:cubicBezTo>
                <a:lnTo>
                  <a:pt x="136" y="54"/>
                </a:lnTo>
                <a:lnTo>
                  <a:pt x="136" y="71"/>
                </a:lnTo>
                <a:cubicBezTo>
                  <a:pt x="135" y="82"/>
                  <a:pt x="135" y="101"/>
                  <a:pt x="135" y="128"/>
                </a:cubicBezTo>
                <a:cubicBezTo>
                  <a:pt x="135" y="156"/>
                  <a:pt x="135" y="180"/>
                  <a:pt x="135" y="202"/>
                </a:cubicBezTo>
                <a:cubicBezTo>
                  <a:pt x="135" y="223"/>
                  <a:pt x="135" y="256"/>
                  <a:pt x="135" y="300"/>
                </a:cubicBezTo>
                <a:lnTo>
                  <a:pt x="136" y="547"/>
                </a:lnTo>
                <a:cubicBezTo>
                  <a:pt x="142" y="569"/>
                  <a:pt x="168" y="582"/>
                  <a:pt x="214" y="584"/>
                </a:cubicBezTo>
                <a:lnTo>
                  <a:pt x="229" y="584"/>
                </a:lnTo>
                <a:lnTo>
                  <a:pt x="229" y="627"/>
                </a:lnTo>
                <a:lnTo>
                  <a:pt x="221" y="627"/>
                </a:lnTo>
                <a:cubicBezTo>
                  <a:pt x="212" y="625"/>
                  <a:pt x="177" y="624"/>
                  <a:pt x="115" y="624"/>
                </a:cubicBezTo>
                <a:cubicBezTo>
                  <a:pt x="52" y="624"/>
                  <a:pt x="16" y="625"/>
                  <a:pt x="7" y="627"/>
                </a:cubicBezTo>
                <a:lnTo>
                  <a:pt x="0" y="627"/>
                </a:lnTo>
                <a:lnTo>
                  <a:pt x="0" y="584"/>
                </a:lnTo>
                <a:lnTo>
                  <a:pt x="15" y="584"/>
                </a:lnTo>
                <a:cubicBezTo>
                  <a:pt x="35" y="583"/>
                  <a:pt x="51" y="580"/>
                  <a:pt x="63" y="575"/>
                </a:cubicBezTo>
                <a:cubicBezTo>
                  <a:pt x="75" y="570"/>
                  <a:pt x="83" y="566"/>
                  <a:pt x="85" y="563"/>
                </a:cubicBezTo>
                <a:cubicBezTo>
                  <a:pt x="87" y="560"/>
                  <a:pt x="91" y="555"/>
                  <a:pt x="94" y="547"/>
                </a:cubicBezTo>
                <a:lnTo>
                  <a:pt x="94" y="56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7" name=""/>
          <p:cNvSpPr/>
          <p:nvPr/>
        </p:nvSpPr>
        <p:spPr>
          <a:xfrm>
            <a:off x="5877360" y="1604520"/>
            <a:ext cx="201600" cy="13320"/>
          </a:xfrm>
          <a:custGeom>
            <a:avLst/>
            <a:gdLst/>
            <a:ahLst/>
            <a:rect l="0" t="0" r="r" b="b"/>
            <a:pathLst>
              <a:path w="560" h="37">
                <a:moveTo>
                  <a:pt x="0" y="31"/>
                </a:moveTo>
                <a:cubicBezTo>
                  <a:pt x="0" y="31"/>
                  <a:pt x="0" y="27"/>
                  <a:pt x="0" y="18"/>
                </a:cubicBezTo>
                <a:cubicBezTo>
                  <a:pt x="0" y="10"/>
                  <a:pt x="4" y="4"/>
                  <a:pt x="13" y="0"/>
                </a:cubicBezTo>
                <a:lnTo>
                  <a:pt x="547" y="0"/>
                </a:lnTo>
                <a:cubicBezTo>
                  <a:pt x="556" y="5"/>
                  <a:pt x="560" y="11"/>
                  <a:pt x="560" y="18"/>
                </a:cubicBezTo>
                <a:cubicBezTo>
                  <a:pt x="560" y="25"/>
                  <a:pt x="556" y="32"/>
                  <a:pt x="547" y="37"/>
                </a:cubicBezTo>
                <a:lnTo>
                  <a:pt x="13" y="37"/>
                </a:lnTo>
                <a:cubicBezTo>
                  <a:pt x="4" y="33"/>
                  <a:pt x="0" y="27"/>
                  <a:pt x="0" y="18"/>
                </a:cubicBezTo>
                <a:lnTo>
                  <a:pt x="0" y="31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8" name=""/>
          <p:cNvSpPr/>
          <p:nvPr/>
        </p:nvSpPr>
        <p:spPr>
          <a:xfrm>
            <a:off x="6198480" y="1460880"/>
            <a:ext cx="219960" cy="240120"/>
          </a:xfrm>
          <a:custGeom>
            <a:avLst/>
            <a:gdLst/>
            <a:ahLst/>
            <a:rect l="0" t="0" r="r" b="b"/>
            <a:pathLst>
              <a:path w="611" h="667">
                <a:moveTo>
                  <a:pt x="0" y="335"/>
                </a:moveTo>
                <a:cubicBezTo>
                  <a:pt x="0" y="285"/>
                  <a:pt x="9" y="237"/>
                  <a:pt x="27" y="193"/>
                </a:cubicBezTo>
                <a:cubicBezTo>
                  <a:pt x="45" y="150"/>
                  <a:pt x="69" y="114"/>
                  <a:pt x="99" y="87"/>
                </a:cubicBezTo>
                <a:cubicBezTo>
                  <a:pt x="128" y="59"/>
                  <a:pt x="160" y="38"/>
                  <a:pt x="197" y="23"/>
                </a:cubicBezTo>
                <a:cubicBezTo>
                  <a:pt x="232" y="7"/>
                  <a:pt x="268" y="0"/>
                  <a:pt x="305" y="0"/>
                </a:cubicBezTo>
                <a:cubicBezTo>
                  <a:pt x="386" y="0"/>
                  <a:pt x="458" y="32"/>
                  <a:pt x="519" y="95"/>
                </a:cubicBezTo>
                <a:cubicBezTo>
                  <a:pt x="580" y="159"/>
                  <a:pt x="611" y="238"/>
                  <a:pt x="611" y="335"/>
                </a:cubicBezTo>
                <a:cubicBezTo>
                  <a:pt x="611" y="384"/>
                  <a:pt x="602" y="430"/>
                  <a:pt x="585" y="472"/>
                </a:cubicBezTo>
                <a:cubicBezTo>
                  <a:pt x="567" y="514"/>
                  <a:pt x="544" y="550"/>
                  <a:pt x="515" y="578"/>
                </a:cubicBezTo>
                <a:cubicBezTo>
                  <a:pt x="486" y="607"/>
                  <a:pt x="454" y="629"/>
                  <a:pt x="417" y="644"/>
                </a:cubicBezTo>
                <a:cubicBezTo>
                  <a:pt x="380" y="658"/>
                  <a:pt x="343" y="666"/>
                  <a:pt x="305" y="667"/>
                </a:cubicBezTo>
                <a:cubicBezTo>
                  <a:pt x="267" y="669"/>
                  <a:pt x="230" y="661"/>
                  <a:pt x="194" y="644"/>
                </a:cubicBezTo>
                <a:cubicBezTo>
                  <a:pt x="157" y="628"/>
                  <a:pt x="124" y="606"/>
                  <a:pt x="95" y="579"/>
                </a:cubicBezTo>
                <a:cubicBezTo>
                  <a:pt x="66" y="552"/>
                  <a:pt x="43" y="517"/>
                  <a:pt x="26" y="474"/>
                </a:cubicBezTo>
                <a:cubicBezTo>
                  <a:pt x="10" y="431"/>
                  <a:pt x="1" y="384"/>
                  <a:pt x="0" y="335"/>
                </a:cubicBezTo>
                <a:moveTo>
                  <a:pt x="377" y="53"/>
                </a:moveTo>
                <a:cubicBezTo>
                  <a:pt x="352" y="42"/>
                  <a:pt x="328" y="36"/>
                  <a:pt x="305" y="36"/>
                </a:cubicBezTo>
                <a:cubicBezTo>
                  <a:pt x="288" y="36"/>
                  <a:pt x="270" y="40"/>
                  <a:pt x="253" y="46"/>
                </a:cubicBezTo>
                <a:cubicBezTo>
                  <a:pt x="235" y="53"/>
                  <a:pt x="216" y="64"/>
                  <a:pt x="196" y="78"/>
                </a:cubicBezTo>
                <a:cubicBezTo>
                  <a:pt x="176" y="92"/>
                  <a:pt x="158" y="113"/>
                  <a:pt x="143" y="143"/>
                </a:cubicBezTo>
                <a:cubicBezTo>
                  <a:pt x="129" y="172"/>
                  <a:pt x="119" y="206"/>
                  <a:pt x="112" y="244"/>
                </a:cubicBezTo>
                <a:cubicBezTo>
                  <a:pt x="109" y="261"/>
                  <a:pt x="108" y="288"/>
                  <a:pt x="108" y="323"/>
                </a:cubicBezTo>
                <a:cubicBezTo>
                  <a:pt x="108" y="451"/>
                  <a:pt x="139" y="541"/>
                  <a:pt x="203" y="591"/>
                </a:cubicBezTo>
                <a:cubicBezTo>
                  <a:pt x="234" y="616"/>
                  <a:pt x="267" y="629"/>
                  <a:pt x="302" y="629"/>
                </a:cubicBezTo>
                <a:lnTo>
                  <a:pt x="306" y="629"/>
                </a:lnTo>
                <a:lnTo>
                  <a:pt x="308" y="629"/>
                </a:lnTo>
                <a:cubicBezTo>
                  <a:pt x="358" y="629"/>
                  <a:pt x="403" y="605"/>
                  <a:pt x="442" y="556"/>
                </a:cubicBezTo>
                <a:cubicBezTo>
                  <a:pt x="482" y="502"/>
                  <a:pt x="502" y="424"/>
                  <a:pt x="502" y="323"/>
                </a:cubicBezTo>
                <a:cubicBezTo>
                  <a:pt x="502" y="288"/>
                  <a:pt x="501" y="261"/>
                  <a:pt x="498" y="244"/>
                </a:cubicBezTo>
                <a:cubicBezTo>
                  <a:pt x="485" y="150"/>
                  <a:pt x="445" y="87"/>
                  <a:pt x="377" y="5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9" name=""/>
          <p:cNvSpPr/>
          <p:nvPr/>
        </p:nvSpPr>
        <p:spPr>
          <a:xfrm>
            <a:off x="6454800" y="1460880"/>
            <a:ext cx="147240" cy="240120"/>
          </a:xfrm>
          <a:custGeom>
            <a:avLst/>
            <a:gdLst/>
            <a:ahLst/>
            <a:rect l="0" t="0" r="r" b="b"/>
            <a:pathLst>
              <a:path w="409" h="667">
                <a:moveTo>
                  <a:pt x="0" y="181"/>
                </a:moveTo>
                <a:cubicBezTo>
                  <a:pt x="0" y="131"/>
                  <a:pt x="18" y="88"/>
                  <a:pt x="52" y="53"/>
                </a:cubicBezTo>
                <a:cubicBezTo>
                  <a:pt x="87" y="18"/>
                  <a:pt x="127" y="1"/>
                  <a:pt x="172" y="1"/>
                </a:cubicBezTo>
                <a:lnTo>
                  <a:pt x="185" y="1"/>
                </a:lnTo>
                <a:cubicBezTo>
                  <a:pt x="238" y="1"/>
                  <a:pt x="284" y="20"/>
                  <a:pt x="322" y="58"/>
                </a:cubicBezTo>
                <a:lnTo>
                  <a:pt x="341" y="30"/>
                </a:lnTo>
                <a:cubicBezTo>
                  <a:pt x="344" y="26"/>
                  <a:pt x="347" y="21"/>
                  <a:pt x="350" y="16"/>
                </a:cubicBezTo>
                <a:cubicBezTo>
                  <a:pt x="354" y="11"/>
                  <a:pt x="357" y="7"/>
                  <a:pt x="360" y="4"/>
                </a:cubicBezTo>
                <a:lnTo>
                  <a:pt x="362" y="1"/>
                </a:lnTo>
                <a:cubicBezTo>
                  <a:pt x="363" y="1"/>
                  <a:pt x="364" y="1"/>
                  <a:pt x="366" y="1"/>
                </a:cubicBezTo>
                <a:cubicBezTo>
                  <a:pt x="368" y="1"/>
                  <a:pt x="370" y="0"/>
                  <a:pt x="372" y="0"/>
                </a:cubicBezTo>
                <a:lnTo>
                  <a:pt x="375" y="0"/>
                </a:lnTo>
                <a:cubicBezTo>
                  <a:pt x="377" y="0"/>
                  <a:pt x="380" y="2"/>
                  <a:pt x="384" y="5"/>
                </a:cubicBezTo>
                <a:lnTo>
                  <a:pt x="384" y="223"/>
                </a:lnTo>
                <a:lnTo>
                  <a:pt x="378" y="228"/>
                </a:lnTo>
                <a:lnTo>
                  <a:pt x="361" y="228"/>
                </a:lnTo>
                <a:cubicBezTo>
                  <a:pt x="355" y="228"/>
                  <a:pt x="351" y="227"/>
                  <a:pt x="350" y="225"/>
                </a:cubicBezTo>
                <a:cubicBezTo>
                  <a:pt x="348" y="223"/>
                  <a:pt x="347" y="217"/>
                  <a:pt x="345" y="207"/>
                </a:cubicBezTo>
                <a:cubicBezTo>
                  <a:pt x="335" y="130"/>
                  <a:pt x="304" y="79"/>
                  <a:pt x="252" y="54"/>
                </a:cubicBezTo>
                <a:cubicBezTo>
                  <a:pt x="230" y="44"/>
                  <a:pt x="206" y="39"/>
                  <a:pt x="183" y="39"/>
                </a:cubicBezTo>
                <a:cubicBezTo>
                  <a:pt x="150" y="39"/>
                  <a:pt x="124" y="50"/>
                  <a:pt x="104" y="72"/>
                </a:cubicBezTo>
                <a:cubicBezTo>
                  <a:pt x="84" y="94"/>
                  <a:pt x="73" y="120"/>
                  <a:pt x="73" y="149"/>
                </a:cubicBezTo>
                <a:cubicBezTo>
                  <a:pt x="73" y="170"/>
                  <a:pt x="79" y="189"/>
                  <a:pt x="89" y="206"/>
                </a:cubicBezTo>
                <a:cubicBezTo>
                  <a:pt x="99" y="223"/>
                  <a:pt x="114" y="237"/>
                  <a:pt x="133" y="247"/>
                </a:cubicBezTo>
                <a:cubicBezTo>
                  <a:pt x="139" y="250"/>
                  <a:pt x="165" y="257"/>
                  <a:pt x="212" y="268"/>
                </a:cubicBezTo>
                <a:cubicBezTo>
                  <a:pt x="259" y="281"/>
                  <a:pt x="285" y="288"/>
                  <a:pt x="290" y="291"/>
                </a:cubicBezTo>
                <a:cubicBezTo>
                  <a:pt x="325" y="304"/>
                  <a:pt x="353" y="327"/>
                  <a:pt x="375" y="359"/>
                </a:cubicBezTo>
                <a:cubicBezTo>
                  <a:pt x="397" y="392"/>
                  <a:pt x="409" y="429"/>
                  <a:pt x="409" y="472"/>
                </a:cubicBezTo>
                <a:cubicBezTo>
                  <a:pt x="409" y="522"/>
                  <a:pt x="393" y="566"/>
                  <a:pt x="361" y="606"/>
                </a:cubicBezTo>
                <a:cubicBezTo>
                  <a:pt x="330" y="646"/>
                  <a:pt x="285" y="666"/>
                  <a:pt x="227" y="667"/>
                </a:cubicBezTo>
                <a:cubicBezTo>
                  <a:pt x="191" y="667"/>
                  <a:pt x="161" y="661"/>
                  <a:pt x="134" y="651"/>
                </a:cubicBezTo>
                <a:cubicBezTo>
                  <a:pt x="107" y="641"/>
                  <a:pt x="88" y="631"/>
                  <a:pt x="78" y="622"/>
                </a:cubicBezTo>
                <a:lnTo>
                  <a:pt x="62" y="610"/>
                </a:lnTo>
                <a:cubicBezTo>
                  <a:pt x="59" y="613"/>
                  <a:pt x="54" y="619"/>
                  <a:pt x="48" y="628"/>
                </a:cubicBezTo>
                <a:cubicBezTo>
                  <a:pt x="41" y="637"/>
                  <a:pt x="35" y="646"/>
                  <a:pt x="29" y="654"/>
                </a:cubicBezTo>
                <a:cubicBezTo>
                  <a:pt x="24" y="662"/>
                  <a:pt x="21" y="666"/>
                  <a:pt x="21" y="667"/>
                </a:cubicBezTo>
                <a:cubicBezTo>
                  <a:pt x="20" y="667"/>
                  <a:pt x="17" y="667"/>
                  <a:pt x="12" y="667"/>
                </a:cubicBezTo>
                <a:lnTo>
                  <a:pt x="8" y="667"/>
                </a:lnTo>
                <a:cubicBezTo>
                  <a:pt x="7" y="667"/>
                  <a:pt x="4" y="666"/>
                  <a:pt x="0" y="662"/>
                </a:cubicBezTo>
                <a:lnTo>
                  <a:pt x="0" y="555"/>
                </a:lnTo>
                <a:cubicBezTo>
                  <a:pt x="0" y="482"/>
                  <a:pt x="0" y="445"/>
                  <a:pt x="1" y="444"/>
                </a:cubicBezTo>
                <a:cubicBezTo>
                  <a:pt x="2" y="441"/>
                  <a:pt x="8" y="439"/>
                  <a:pt x="19" y="439"/>
                </a:cubicBezTo>
                <a:lnTo>
                  <a:pt x="31" y="439"/>
                </a:lnTo>
                <a:cubicBezTo>
                  <a:pt x="35" y="443"/>
                  <a:pt x="37" y="447"/>
                  <a:pt x="37" y="451"/>
                </a:cubicBezTo>
                <a:cubicBezTo>
                  <a:pt x="37" y="471"/>
                  <a:pt x="40" y="490"/>
                  <a:pt x="46" y="509"/>
                </a:cubicBezTo>
                <a:cubicBezTo>
                  <a:pt x="52" y="528"/>
                  <a:pt x="62" y="546"/>
                  <a:pt x="77" y="565"/>
                </a:cubicBezTo>
                <a:cubicBezTo>
                  <a:pt x="92" y="583"/>
                  <a:pt x="112" y="598"/>
                  <a:pt x="138" y="609"/>
                </a:cubicBezTo>
                <a:cubicBezTo>
                  <a:pt x="163" y="620"/>
                  <a:pt x="194" y="625"/>
                  <a:pt x="230" y="625"/>
                </a:cubicBezTo>
                <a:cubicBezTo>
                  <a:pt x="259" y="625"/>
                  <a:pt x="284" y="614"/>
                  <a:pt x="305" y="590"/>
                </a:cubicBezTo>
                <a:cubicBezTo>
                  <a:pt x="325" y="567"/>
                  <a:pt x="336" y="539"/>
                  <a:pt x="336" y="505"/>
                </a:cubicBezTo>
                <a:cubicBezTo>
                  <a:pt x="336" y="479"/>
                  <a:pt x="329" y="455"/>
                  <a:pt x="316" y="434"/>
                </a:cubicBezTo>
                <a:cubicBezTo>
                  <a:pt x="302" y="412"/>
                  <a:pt x="284" y="398"/>
                  <a:pt x="262" y="390"/>
                </a:cubicBezTo>
                <a:cubicBezTo>
                  <a:pt x="228" y="381"/>
                  <a:pt x="205" y="375"/>
                  <a:pt x="194" y="372"/>
                </a:cubicBezTo>
                <a:cubicBezTo>
                  <a:pt x="191" y="372"/>
                  <a:pt x="182" y="370"/>
                  <a:pt x="169" y="367"/>
                </a:cubicBezTo>
                <a:cubicBezTo>
                  <a:pt x="155" y="364"/>
                  <a:pt x="145" y="361"/>
                  <a:pt x="139" y="359"/>
                </a:cubicBezTo>
                <a:cubicBezTo>
                  <a:pt x="132" y="357"/>
                  <a:pt x="122" y="354"/>
                  <a:pt x="109" y="349"/>
                </a:cubicBezTo>
                <a:cubicBezTo>
                  <a:pt x="96" y="344"/>
                  <a:pt x="86" y="339"/>
                  <a:pt x="79" y="333"/>
                </a:cubicBezTo>
                <a:cubicBezTo>
                  <a:pt x="72" y="327"/>
                  <a:pt x="63" y="319"/>
                  <a:pt x="52" y="311"/>
                </a:cubicBezTo>
                <a:cubicBezTo>
                  <a:pt x="42" y="302"/>
                  <a:pt x="34" y="291"/>
                  <a:pt x="28" y="279"/>
                </a:cubicBezTo>
                <a:cubicBezTo>
                  <a:pt x="9" y="248"/>
                  <a:pt x="0" y="216"/>
                  <a:pt x="0" y="18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0" name=""/>
          <p:cNvSpPr/>
          <p:nvPr/>
        </p:nvSpPr>
        <p:spPr>
          <a:xfrm>
            <a:off x="6721200" y="1501200"/>
            <a:ext cx="220320" cy="219600"/>
          </a:xfrm>
          <a:custGeom>
            <a:avLst/>
            <a:gdLst/>
            <a:ahLst/>
            <a:rect l="0" t="0" r="r" b="b"/>
            <a:pathLst>
              <a:path w="612" h="610">
                <a:moveTo>
                  <a:pt x="0" y="317"/>
                </a:moveTo>
                <a:cubicBezTo>
                  <a:pt x="0" y="317"/>
                  <a:pt x="0" y="313"/>
                  <a:pt x="0" y="305"/>
                </a:cubicBezTo>
                <a:cubicBezTo>
                  <a:pt x="0" y="297"/>
                  <a:pt x="4" y="291"/>
                  <a:pt x="13" y="287"/>
                </a:cubicBezTo>
                <a:lnTo>
                  <a:pt x="287" y="287"/>
                </a:lnTo>
                <a:lnTo>
                  <a:pt x="287" y="149"/>
                </a:lnTo>
                <a:lnTo>
                  <a:pt x="288" y="12"/>
                </a:lnTo>
                <a:cubicBezTo>
                  <a:pt x="294" y="4"/>
                  <a:pt x="300" y="0"/>
                  <a:pt x="306" y="0"/>
                </a:cubicBezTo>
                <a:cubicBezTo>
                  <a:pt x="313" y="0"/>
                  <a:pt x="320" y="4"/>
                  <a:pt x="324" y="13"/>
                </a:cubicBezTo>
                <a:lnTo>
                  <a:pt x="324" y="287"/>
                </a:lnTo>
                <a:lnTo>
                  <a:pt x="598" y="287"/>
                </a:lnTo>
                <a:cubicBezTo>
                  <a:pt x="607" y="292"/>
                  <a:pt x="612" y="298"/>
                  <a:pt x="612" y="305"/>
                </a:cubicBezTo>
                <a:cubicBezTo>
                  <a:pt x="612" y="312"/>
                  <a:pt x="607" y="318"/>
                  <a:pt x="598" y="323"/>
                </a:cubicBezTo>
                <a:lnTo>
                  <a:pt x="324" y="323"/>
                </a:lnTo>
                <a:lnTo>
                  <a:pt x="324" y="598"/>
                </a:lnTo>
                <a:cubicBezTo>
                  <a:pt x="319" y="606"/>
                  <a:pt x="313" y="610"/>
                  <a:pt x="307" y="610"/>
                </a:cubicBezTo>
                <a:lnTo>
                  <a:pt x="306" y="610"/>
                </a:lnTo>
                <a:lnTo>
                  <a:pt x="304" y="610"/>
                </a:lnTo>
                <a:cubicBezTo>
                  <a:pt x="296" y="610"/>
                  <a:pt x="291" y="606"/>
                  <a:pt x="287" y="598"/>
                </a:cubicBezTo>
                <a:lnTo>
                  <a:pt x="287" y="323"/>
                </a:lnTo>
                <a:lnTo>
                  <a:pt x="13" y="323"/>
                </a:lnTo>
                <a:cubicBezTo>
                  <a:pt x="4" y="319"/>
                  <a:pt x="0" y="313"/>
                  <a:pt x="0" y="305"/>
                </a:cubicBezTo>
                <a:lnTo>
                  <a:pt x="0" y="317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1" name=""/>
          <p:cNvSpPr/>
          <p:nvPr/>
        </p:nvSpPr>
        <p:spPr>
          <a:xfrm>
            <a:off x="7050960" y="1468080"/>
            <a:ext cx="225360" cy="225720"/>
          </a:xfrm>
          <a:custGeom>
            <a:avLst/>
            <a:gdLst/>
            <a:ahLst/>
            <a:rect l="0" t="0" r="r" b="b"/>
            <a:pathLst>
              <a:path w="626" h="627">
                <a:moveTo>
                  <a:pt x="96" y="56"/>
                </a:moveTo>
                <a:cubicBezTo>
                  <a:pt x="91" y="52"/>
                  <a:pt x="88" y="49"/>
                  <a:pt x="86" y="48"/>
                </a:cubicBezTo>
                <a:cubicBezTo>
                  <a:pt x="83" y="46"/>
                  <a:pt x="78" y="45"/>
                  <a:pt x="71" y="45"/>
                </a:cubicBezTo>
                <a:cubicBezTo>
                  <a:pt x="63" y="44"/>
                  <a:pt x="50" y="43"/>
                  <a:pt x="31" y="42"/>
                </a:cubicBezTo>
                <a:lnTo>
                  <a:pt x="0" y="42"/>
                </a:lnTo>
                <a:lnTo>
                  <a:pt x="0" y="0"/>
                </a:lnTo>
                <a:lnTo>
                  <a:pt x="186" y="0"/>
                </a:lnTo>
                <a:cubicBezTo>
                  <a:pt x="290" y="0"/>
                  <a:pt x="349" y="1"/>
                  <a:pt x="361" y="1"/>
                </a:cubicBezTo>
                <a:cubicBezTo>
                  <a:pt x="373" y="1"/>
                  <a:pt x="386" y="3"/>
                  <a:pt x="399" y="6"/>
                </a:cubicBezTo>
                <a:cubicBezTo>
                  <a:pt x="426" y="12"/>
                  <a:pt x="452" y="23"/>
                  <a:pt x="477" y="38"/>
                </a:cubicBezTo>
                <a:cubicBezTo>
                  <a:pt x="503" y="54"/>
                  <a:pt x="527" y="75"/>
                  <a:pt x="551" y="101"/>
                </a:cubicBezTo>
                <a:cubicBezTo>
                  <a:pt x="574" y="126"/>
                  <a:pt x="592" y="158"/>
                  <a:pt x="605" y="195"/>
                </a:cubicBezTo>
                <a:cubicBezTo>
                  <a:pt x="618" y="233"/>
                  <a:pt x="625" y="273"/>
                  <a:pt x="626" y="318"/>
                </a:cubicBezTo>
                <a:cubicBezTo>
                  <a:pt x="626" y="395"/>
                  <a:pt x="603" y="462"/>
                  <a:pt x="558" y="520"/>
                </a:cubicBezTo>
                <a:cubicBezTo>
                  <a:pt x="513" y="577"/>
                  <a:pt x="454" y="612"/>
                  <a:pt x="382" y="624"/>
                </a:cubicBezTo>
                <a:cubicBezTo>
                  <a:pt x="374" y="626"/>
                  <a:pt x="309" y="627"/>
                  <a:pt x="186" y="627"/>
                </a:cubicBezTo>
                <a:lnTo>
                  <a:pt x="0" y="627"/>
                </a:lnTo>
                <a:lnTo>
                  <a:pt x="0" y="584"/>
                </a:lnTo>
                <a:lnTo>
                  <a:pt x="31" y="584"/>
                </a:lnTo>
                <a:cubicBezTo>
                  <a:pt x="56" y="583"/>
                  <a:pt x="73" y="583"/>
                  <a:pt x="78" y="581"/>
                </a:cubicBezTo>
                <a:cubicBezTo>
                  <a:pt x="84" y="580"/>
                  <a:pt x="90" y="576"/>
                  <a:pt x="96" y="570"/>
                </a:cubicBezTo>
                <a:lnTo>
                  <a:pt x="96" y="56"/>
                </a:lnTo>
                <a:moveTo>
                  <a:pt x="520" y="316"/>
                </a:moveTo>
                <a:cubicBezTo>
                  <a:pt x="520" y="255"/>
                  <a:pt x="514" y="205"/>
                  <a:pt x="500" y="167"/>
                </a:cubicBezTo>
                <a:cubicBezTo>
                  <a:pt x="487" y="129"/>
                  <a:pt x="463" y="98"/>
                  <a:pt x="429" y="74"/>
                </a:cubicBezTo>
                <a:cubicBezTo>
                  <a:pt x="396" y="53"/>
                  <a:pt x="353" y="42"/>
                  <a:pt x="302" y="42"/>
                </a:cubicBezTo>
                <a:lnTo>
                  <a:pt x="272" y="42"/>
                </a:lnTo>
                <a:lnTo>
                  <a:pt x="246" y="42"/>
                </a:lnTo>
                <a:cubicBezTo>
                  <a:pt x="212" y="42"/>
                  <a:pt x="194" y="45"/>
                  <a:pt x="191" y="50"/>
                </a:cubicBezTo>
                <a:cubicBezTo>
                  <a:pt x="189" y="53"/>
                  <a:pt x="188" y="140"/>
                  <a:pt x="188" y="311"/>
                </a:cubicBezTo>
                <a:cubicBezTo>
                  <a:pt x="188" y="483"/>
                  <a:pt x="189" y="570"/>
                  <a:pt x="189" y="572"/>
                </a:cubicBezTo>
                <a:cubicBezTo>
                  <a:pt x="190" y="578"/>
                  <a:pt x="195" y="582"/>
                  <a:pt x="204" y="582"/>
                </a:cubicBezTo>
                <a:cubicBezTo>
                  <a:pt x="213" y="583"/>
                  <a:pt x="241" y="583"/>
                  <a:pt x="287" y="584"/>
                </a:cubicBezTo>
                <a:lnTo>
                  <a:pt x="298" y="584"/>
                </a:lnTo>
                <a:cubicBezTo>
                  <a:pt x="362" y="584"/>
                  <a:pt x="413" y="569"/>
                  <a:pt x="449" y="539"/>
                </a:cubicBezTo>
                <a:cubicBezTo>
                  <a:pt x="477" y="516"/>
                  <a:pt x="496" y="487"/>
                  <a:pt x="506" y="451"/>
                </a:cubicBezTo>
                <a:cubicBezTo>
                  <a:pt x="515" y="416"/>
                  <a:pt x="520" y="371"/>
                  <a:pt x="520" y="31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2" name=""/>
          <p:cNvSpPr/>
          <p:nvPr/>
        </p:nvSpPr>
        <p:spPr>
          <a:xfrm>
            <a:off x="7303680" y="1468080"/>
            <a:ext cx="205920" cy="225720"/>
          </a:xfrm>
          <a:custGeom>
            <a:avLst/>
            <a:gdLst/>
            <a:ahLst/>
            <a:rect l="0" t="0" r="r" b="b"/>
            <a:pathLst>
              <a:path w="572" h="627">
                <a:moveTo>
                  <a:pt x="94" y="56"/>
                </a:moveTo>
                <a:cubicBezTo>
                  <a:pt x="90" y="52"/>
                  <a:pt x="87" y="49"/>
                  <a:pt x="84" y="48"/>
                </a:cubicBezTo>
                <a:cubicBezTo>
                  <a:pt x="82" y="46"/>
                  <a:pt x="77" y="45"/>
                  <a:pt x="70" y="45"/>
                </a:cubicBezTo>
                <a:cubicBezTo>
                  <a:pt x="62" y="44"/>
                  <a:pt x="49" y="43"/>
                  <a:pt x="30" y="42"/>
                </a:cubicBezTo>
                <a:lnTo>
                  <a:pt x="0" y="42"/>
                </a:lnTo>
                <a:lnTo>
                  <a:pt x="0" y="0"/>
                </a:lnTo>
                <a:lnTo>
                  <a:pt x="184" y="0"/>
                </a:lnTo>
                <a:lnTo>
                  <a:pt x="219" y="0"/>
                </a:lnTo>
                <a:lnTo>
                  <a:pt x="292" y="0"/>
                </a:lnTo>
                <a:cubicBezTo>
                  <a:pt x="339" y="0"/>
                  <a:pt x="373" y="1"/>
                  <a:pt x="395" y="4"/>
                </a:cubicBezTo>
                <a:cubicBezTo>
                  <a:pt x="417" y="8"/>
                  <a:pt x="439" y="16"/>
                  <a:pt x="461" y="29"/>
                </a:cubicBezTo>
                <a:cubicBezTo>
                  <a:pt x="487" y="44"/>
                  <a:pt x="508" y="63"/>
                  <a:pt x="524" y="85"/>
                </a:cubicBezTo>
                <a:cubicBezTo>
                  <a:pt x="539" y="108"/>
                  <a:pt x="546" y="132"/>
                  <a:pt x="546" y="157"/>
                </a:cubicBezTo>
                <a:cubicBezTo>
                  <a:pt x="546" y="188"/>
                  <a:pt x="534" y="216"/>
                  <a:pt x="509" y="242"/>
                </a:cubicBezTo>
                <a:cubicBezTo>
                  <a:pt x="484" y="268"/>
                  <a:pt x="451" y="286"/>
                  <a:pt x="411" y="296"/>
                </a:cubicBezTo>
                <a:lnTo>
                  <a:pt x="402" y="299"/>
                </a:lnTo>
                <a:cubicBezTo>
                  <a:pt x="446" y="304"/>
                  <a:pt x="486" y="321"/>
                  <a:pt x="520" y="349"/>
                </a:cubicBezTo>
                <a:cubicBezTo>
                  <a:pt x="555" y="377"/>
                  <a:pt x="572" y="413"/>
                  <a:pt x="572" y="455"/>
                </a:cubicBezTo>
                <a:cubicBezTo>
                  <a:pt x="572" y="496"/>
                  <a:pt x="557" y="533"/>
                  <a:pt x="524" y="565"/>
                </a:cubicBezTo>
                <a:cubicBezTo>
                  <a:pt x="493" y="597"/>
                  <a:pt x="453" y="616"/>
                  <a:pt x="404" y="624"/>
                </a:cubicBezTo>
                <a:cubicBezTo>
                  <a:pt x="396" y="626"/>
                  <a:pt x="327" y="627"/>
                  <a:pt x="196" y="627"/>
                </a:cubicBezTo>
                <a:lnTo>
                  <a:pt x="0" y="627"/>
                </a:lnTo>
                <a:lnTo>
                  <a:pt x="0" y="584"/>
                </a:lnTo>
                <a:lnTo>
                  <a:pt x="30" y="584"/>
                </a:lnTo>
                <a:cubicBezTo>
                  <a:pt x="56" y="583"/>
                  <a:pt x="71" y="583"/>
                  <a:pt x="77" y="581"/>
                </a:cubicBezTo>
                <a:cubicBezTo>
                  <a:pt x="82" y="580"/>
                  <a:pt x="88" y="576"/>
                  <a:pt x="94" y="570"/>
                </a:cubicBezTo>
                <a:lnTo>
                  <a:pt x="94" y="56"/>
                </a:lnTo>
                <a:moveTo>
                  <a:pt x="443" y="156"/>
                </a:moveTo>
                <a:cubicBezTo>
                  <a:pt x="443" y="127"/>
                  <a:pt x="435" y="102"/>
                  <a:pt x="419" y="82"/>
                </a:cubicBezTo>
                <a:cubicBezTo>
                  <a:pt x="403" y="61"/>
                  <a:pt x="382" y="48"/>
                  <a:pt x="356" y="43"/>
                </a:cubicBezTo>
                <a:cubicBezTo>
                  <a:pt x="355" y="43"/>
                  <a:pt x="351" y="43"/>
                  <a:pt x="344" y="43"/>
                </a:cubicBezTo>
                <a:cubicBezTo>
                  <a:pt x="336" y="43"/>
                  <a:pt x="327" y="43"/>
                  <a:pt x="314" y="43"/>
                </a:cubicBezTo>
                <a:cubicBezTo>
                  <a:pt x="302" y="43"/>
                  <a:pt x="291" y="43"/>
                  <a:pt x="280" y="42"/>
                </a:cubicBezTo>
                <a:cubicBezTo>
                  <a:pt x="239" y="42"/>
                  <a:pt x="214" y="42"/>
                  <a:pt x="204" y="43"/>
                </a:cubicBezTo>
                <a:cubicBezTo>
                  <a:pt x="195" y="44"/>
                  <a:pt x="189" y="46"/>
                  <a:pt x="187" y="50"/>
                </a:cubicBezTo>
                <a:cubicBezTo>
                  <a:pt x="185" y="53"/>
                  <a:pt x="184" y="92"/>
                  <a:pt x="184" y="169"/>
                </a:cubicBezTo>
                <a:lnTo>
                  <a:pt x="184" y="283"/>
                </a:lnTo>
                <a:lnTo>
                  <a:pt x="260" y="283"/>
                </a:lnTo>
                <a:lnTo>
                  <a:pt x="337" y="282"/>
                </a:lnTo>
                <a:lnTo>
                  <a:pt x="347" y="281"/>
                </a:lnTo>
                <a:cubicBezTo>
                  <a:pt x="349" y="280"/>
                  <a:pt x="352" y="279"/>
                  <a:pt x="357" y="278"/>
                </a:cubicBezTo>
                <a:cubicBezTo>
                  <a:pt x="361" y="277"/>
                  <a:pt x="369" y="273"/>
                  <a:pt x="380" y="266"/>
                </a:cubicBezTo>
                <a:cubicBezTo>
                  <a:pt x="391" y="259"/>
                  <a:pt x="400" y="252"/>
                  <a:pt x="409" y="244"/>
                </a:cubicBezTo>
                <a:cubicBezTo>
                  <a:pt x="417" y="236"/>
                  <a:pt x="425" y="224"/>
                  <a:pt x="432" y="208"/>
                </a:cubicBezTo>
                <a:cubicBezTo>
                  <a:pt x="439" y="192"/>
                  <a:pt x="442" y="175"/>
                  <a:pt x="443" y="156"/>
                </a:cubicBezTo>
                <a:moveTo>
                  <a:pt x="467" y="454"/>
                </a:moveTo>
                <a:cubicBezTo>
                  <a:pt x="467" y="423"/>
                  <a:pt x="458" y="394"/>
                  <a:pt x="441" y="368"/>
                </a:cubicBezTo>
                <a:cubicBezTo>
                  <a:pt x="424" y="341"/>
                  <a:pt x="400" y="325"/>
                  <a:pt x="369" y="318"/>
                </a:cubicBezTo>
                <a:lnTo>
                  <a:pt x="276" y="317"/>
                </a:lnTo>
                <a:lnTo>
                  <a:pt x="184" y="317"/>
                </a:lnTo>
                <a:lnTo>
                  <a:pt x="184" y="443"/>
                </a:lnTo>
                <a:lnTo>
                  <a:pt x="184" y="520"/>
                </a:lnTo>
                <a:cubicBezTo>
                  <a:pt x="184" y="556"/>
                  <a:pt x="186" y="576"/>
                  <a:pt x="189" y="579"/>
                </a:cubicBezTo>
                <a:cubicBezTo>
                  <a:pt x="192" y="582"/>
                  <a:pt x="223" y="583"/>
                  <a:pt x="281" y="583"/>
                </a:cubicBezTo>
                <a:lnTo>
                  <a:pt x="325" y="583"/>
                </a:lnTo>
                <a:cubicBezTo>
                  <a:pt x="351" y="583"/>
                  <a:pt x="369" y="581"/>
                  <a:pt x="380" y="578"/>
                </a:cubicBezTo>
                <a:cubicBezTo>
                  <a:pt x="407" y="569"/>
                  <a:pt x="428" y="553"/>
                  <a:pt x="443" y="531"/>
                </a:cubicBezTo>
                <a:cubicBezTo>
                  <a:pt x="458" y="508"/>
                  <a:pt x="466" y="483"/>
                  <a:pt x="467" y="45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3" name=""/>
          <p:cNvSpPr/>
          <p:nvPr/>
        </p:nvSpPr>
        <p:spPr>
          <a:xfrm>
            <a:off x="7629120" y="1501200"/>
            <a:ext cx="220320" cy="219600"/>
          </a:xfrm>
          <a:custGeom>
            <a:avLst/>
            <a:gdLst/>
            <a:ahLst/>
            <a:rect l="0" t="0" r="r" b="b"/>
            <a:pathLst>
              <a:path w="612" h="610">
                <a:moveTo>
                  <a:pt x="0" y="317"/>
                </a:moveTo>
                <a:cubicBezTo>
                  <a:pt x="0" y="317"/>
                  <a:pt x="0" y="313"/>
                  <a:pt x="0" y="305"/>
                </a:cubicBezTo>
                <a:cubicBezTo>
                  <a:pt x="0" y="297"/>
                  <a:pt x="4" y="291"/>
                  <a:pt x="13" y="287"/>
                </a:cubicBezTo>
                <a:lnTo>
                  <a:pt x="287" y="287"/>
                </a:lnTo>
                <a:lnTo>
                  <a:pt x="287" y="149"/>
                </a:lnTo>
                <a:lnTo>
                  <a:pt x="288" y="12"/>
                </a:lnTo>
                <a:cubicBezTo>
                  <a:pt x="294" y="4"/>
                  <a:pt x="300" y="0"/>
                  <a:pt x="306" y="0"/>
                </a:cubicBezTo>
                <a:cubicBezTo>
                  <a:pt x="313" y="0"/>
                  <a:pt x="320" y="4"/>
                  <a:pt x="324" y="13"/>
                </a:cubicBezTo>
                <a:lnTo>
                  <a:pt x="324" y="287"/>
                </a:lnTo>
                <a:lnTo>
                  <a:pt x="598" y="287"/>
                </a:lnTo>
                <a:cubicBezTo>
                  <a:pt x="607" y="292"/>
                  <a:pt x="612" y="298"/>
                  <a:pt x="612" y="305"/>
                </a:cubicBezTo>
                <a:cubicBezTo>
                  <a:pt x="612" y="312"/>
                  <a:pt x="607" y="318"/>
                  <a:pt x="598" y="323"/>
                </a:cubicBezTo>
                <a:lnTo>
                  <a:pt x="324" y="323"/>
                </a:lnTo>
                <a:lnTo>
                  <a:pt x="324" y="598"/>
                </a:lnTo>
                <a:cubicBezTo>
                  <a:pt x="319" y="606"/>
                  <a:pt x="313" y="610"/>
                  <a:pt x="307" y="610"/>
                </a:cubicBezTo>
                <a:lnTo>
                  <a:pt x="306" y="610"/>
                </a:lnTo>
                <a:lnTo>
                  <a:pt x="304" y="610"/>
                </a:lnTo>
                <a:cubicBezTo>
                  <a:pt x="296" y="610"/>
                  <a:pt x="291" y="606"/>
                  <a:pt x="287" y="598"/>
                </a:cubicBezTo>
                <a:lnTo>
                  <a:pt x="287" y="323"/>
                </a:lnTo>
                <a:lnTo>
                  <a:pt x="13" y="323"/>
                </a:lnTo>
                <a:cubicBezTo>
                  <a:pt x="4" y="319"/>
                  <a:pt x="0" y="313"/>
                  <a:pt x="0" y="305"/>
                </a:cubicBezTo>
                <a:lnTo>
                  <a:pt x="0" y="317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4" name=""/>
          <p:cNvSpPr/>
          <p:nvPr/>
        </p:nvSpPr>
        <p:spPr>
          <a:xfrm>
            <a:off x="7958880" y="1468080"/>
            <a:ext cx="233280" cy="232920"/>
          </a:xfrm>
          <a:custGeom>
            <a:avLst/>
            <a:gdLst/>
            <a:ahLst/>
            <a:rect l="0" t="0" r="r" b="b"/>
            <a:pathLst>
              <a:path w="648" h="647">
                <a:moveTo>
                  <a:pt x="95" y="56"/>
                </a:moveTo>
                <a:cubicBezTo>
                  <a:pt x="90" y="52"/>
                  <a:pt x="87" y="49"/>
                  <a:pt x="85" y="48"/>
                </a:cubicBezTo>
                <a:cubicBezTo>
                  <a:pt x="82" y="46"/>
                  <a:pt x="77" y="45"/>
                  <a:pt x="70" y="45"/>
                </a:cubicBezTo>
                <a:cubicBezTo>
                  <a:pt x="63" y="44"/>
                  <a:pt x="49" y="43"/>
                  <a:pt x="31" y="42"/>
                </a:cubicBezTo>
                <a:lnTo>
                  <a:pt x="0" y="42"/>
                </a:lnTo>
                <a:lnTo>
                  <a:pt x="0" y="0"/>
                </a:lnTo>
                <a:lnTo>
                  <a:pt x="161" y="0"/>
                </a:lnTo>
                <a:lnTo>
                  <a:pt x="193" y="0"/>
                </a:lnTo>
                <a:lnTo>
                  <a:pt x="252" y="0"/>
                </a:lnTo>
                <a:cubicBezTo>
                  <a:pt x="298" y="0"/>
                  <a:pt x="334" y="2"/>
                  <a:pt x="359" y="5"/>
                </a:cubicBezTo>
                <a:cubicBezTo>
                  <a:pt x="384" y="9"/>
                  <a:pt x="409" y="18"/>
                  <a:pt x="435" y="32"/>
                </a:cubicBezTo>
                <a:cubicBezTo>
                  <a:pt x="493" y="61"/>
                  <a:pt x="526" y="101"/>
                  <a:pt x="535" y="153"/>
                </a:cubicBezTo>
                <a:cubicBezTo>
                  <a:pt x="536" y="156"/>
                  <a:pt x="536" y="161"/>
                  <a:pt x="536" y="168"/>
                </a:cubicBezTo>
                <a:cubicBezTo>
                  <a:pt x="536" y="188"/>
                  <a:pt x="531" y="207"/>
                  <a:pt x="521" y="225"/>
                </a:cubicBezTo>
                <a:cubicBezTo>
                  <a:pt x="511" y="242"/>
                  <a:pt x="500" y="257"/>
                  <a:pt x="486" y="268"/>
                </a:cubicBezTo>
                <a:cubicBezTo>
                  <a:pt x="473" y="279"/>
                  <a:pt x="459" y="288"/>
                  <a:pt x="445" y="296"/>
                </a:cubicBezTo>
                <a:cubicBezTo>
                  <a:pt x="431" y="304"/>
                  <a:pt x="419" y="310"/>
                  <a:pt x="409" y="313"/>
                </a:cubicBezTo>
                <a:lnTo>
                  <a:pt x="395" y="317"/>
                </a:lnTo>
                <a:cubicBezTo>
                  <a:pt x="397" y="319"/>
                  <a:pt x="400" y="321"/>
                  <a:pt x="405" y="323"/>
                </a:cubicBezTo>
                <a:cubicBezTo>
                  <a:pt x="423" y="333"/>
                  <a:pt x="438" y="343"/>
                  <a:pt x="450" y="354"/>
                </a:cubicBezTo>
                <a:cubicBezTo>
                  <a:pt x="461" y="365"/>
                  <a:pt x="470" y="378"/>
                  <a:pt x="476" y="394"/>
                </a:cubicBezTo>
                <a:cubicBezTo>
                  <a:pt x="482" y="410"/>
                  <a:pt x="487" y="423"/>
                  <a:pt x="489" y="434"/>
                </a:cubicBezTo>
                <a:cubicBezTo>
                  <a:pt x="492" y="444"/>
                  <a:pt x="494" y="461"/>
                  <a:pt x="497" y="485"/>
                </a:cubicBezTo>
                <a:cubicBezTo>
                  <a:pt x="500" y="509"/>
                  <a:pt x="504" y="528"/>
                  <a:pt x="507" y="541"/>
                </a:cubicBezTo>
                <a:cubicBezTo>
                  <a:pt x="513" y="570"/>
                  <a:pt x="520" y="590"/>
                  <a:pt x="529" y="599"/>
                </a:cubicBezTo>
                <a:cubicBezTo>
                  <a:pt x="537" y="608"/>
                  <a:pt x="549" y="613"/>
                  <a:pt x="563" y="613"/>
                </a:cubicBezTo>
                <a:lnTo>
                  <a:pt x="568" y="613"/>
                </a:lnTo>
                <a:cubicBezTo>
                  <a:pt x="577" y="613"/>
                  <a:pt x="586" y="608"/>
                  <a:pt x="595" y="598"/>
                </a:cubicBezTo>
                <a:cubicBezTo>
                  <a:pt x="603" y="588"/>
                  <a:pt x="609" y="571"/>
                  <a:pt x="611" y="547"/>
                </a:cubicBezTo>
                <a:cubicBezTo>
                  <a:pt x="611" y="541"/>
                  <a:pt x="612" y="536"/>
                  <a:pt x="615" y="535"/>
                </a:cubicBezTo>
                <a:cubicBezTo>
                  <a:pt x="617" y="533"/>
                  <a:pt x="622" y="532"/>
                  <a:pt x="629" y="531"/>
                </a:cubicBezTo>
                <a:cubicBezTo>
                  <a:pt x="637" y="530"/>
                  <a:pt x="642" y="531"/>
                  <a:pt x="644" y="533"/>
                </a:cubicBezTo>
                <a:cubicBezTo>
                  <a:pt x="647" y="535"/>
                  <a:pt x="648" y="539"/>
                  <a:pt x="648" y="545"/>
                </a:cubicBezTo>
                <a:cubicBezTo>
                  <a:pt x="648" y="564"/>
                  <a:pt x="643" y="583"/>
                  <a:pt x="633" y="602"/>
                </a:cubicBezTo>
                <a:cubicBezTo>
                  <a:pt x="623" y="622"/>
                  <a:pt x="610" y="635"/>
                  <a:pt x="593" y="642"/>
                </a:cubicBezTo>
                <a:cubicBezTo>
                  <a:pt x="583" y="646"/>
                  <a:pt x="570" y="647"/>
                  <a:pt x="554" y="647"/>
                </a:cubicBezTo>
                <a:cubicBezTo>
                  <a:pt x="463" y="644"/>
                  <a:pt x="411" y="610"/>
                  <a:pt x="397" y="545"/>
                </a:cubicBezTo>
                <a:cubicBezTo>
                  <a:pt x="395" y="538"/>
                  <a:pt x="395" y="516"/>
                  <a:pt x="395" y="478"/>
                </a:cubicBezTo>
                <a:cubicBezTo>
                  <a:pt x="395" y="440"/>
                  <a:pt x="393" y="414"/>
                  <a:pt x="388" y="402"/>
                </a:cubicBezTo>
                <a:cubicBezTo>
                  <a:pt x="377" y="366"/>
                  <a:pt x="353" y="344"/>
                  <a:pt x="319" y="334"/>
                </a:cubicBezTo>
                <a:lnTo>
                  <a:pt x="309" y="332"/>
                </a:lnTo>
                <a:lnTo>
                  <a:pt x="249" y="331"/>
                </a:lnTo>
                <a:lnTo>
                  <a:pt x="188" y="331"/>
                </a:lnTo>
                <a:lnTo>
                  <a:pt x="188" y="451"/>
                </a:lnTo>
                <a:lnTo>
                  <a:pt x="189" y="571"/>
                </a:lnTo>
                <a:cubicBezTo>
                  <a:pt x="193" y="577"/>
                  <a:pt x="198" y="581"/>
                  <a:pt x="205" y="582"/>
                </a:cubicBezTo>
                <a:cubicBezTo>
                  <a:pt x="212" y="584"/>
                  <a:pt x="227" y="584"/>
                  <a:pt x="253" y="585"/>
                </a:cubicBezTo>
                <a:lnTo>
                  <a:pt x="283" y="585"/>
                </a:lnTo>
                <a:lnTo>
                  <a:pt x="283" y="627"/>
                </a:lnTo>
                <a:lnTo>
                  <a:pt x="273" y="627"/>
                </a:lnTo>
                <a:cubicBezTo>
                  <a:pt x="260" y="625"/>
                  <a:pt x="216" y="624"/>
                  <a:pt x="142" y="624"/>
                </a:cubicBezTo>
                <a:cubicBezTo>
                  <a:pt x="67" y="624"/>
                  <a:pt x="23" y="625"/>
                  <a:pt x="10" y="627"/>
                </a:cubicBezTo>
                <a:lnTo>
                  <a:pt x="0" y="627"/>
                </a:lnTo>
                <a:lnTo>
                  <a:pt x="0" y="585"/>
                </a:lnTo>
                <a:lnTo>
                  <a:pt x="31" y="585"/>
                </a:lnTo>
                <a:cubicBezTo>
                  <a:pt x="56" y="584"/>
                  <a:pt x="72" y="584"/>
                  <a:pt x="77" y="582"/>
                </a:cubicBezTo>
                <a:cubicBezTo>
                  <a:pt x="83" y="581"/>
                  <a:pt x="89" y="577"/>
                  <a:pt x="95" y="571"/>
                </a:cubicBezTo>
                <a:lnTo>
                  <a:pt x="95" y="56"/>
                </a:lnTo>
                <a:moveTo>
                  <a:pt x="427" y="170"/>
                </a:moveTo>
                <a:lnTo>
                  <a:pt x="427" y="160"/>
                </a:lnTo>
                <a:cubicBezTo>
                  <a:pt x="427" y="149"/>
                  <a:pt x="426" y="140"/>
                  <a:pt x="426" y="133"/>
                </a:cubicBezTo>
                <a:cubicBezTo>
                  <a:pt x="425" y="126"/>
                  <a:pt x="423" y="115"/>
                  <a:pt x="418" y="104"/>
                </a:cubicBezTo>
                <a:cubicBezTo>
                  <a:pt x="413" y="92"/>
                  <a:pt x="407" y="82"/>
                  <a:pt x="400" y="75"/>
                </a:cubicBezTo>
                <a:cubicBezTo>
                  <a:pt x="393" y="68"/>
                  <a:pt x="382" y="61"/>
                  <a:pt x="365" y="55"/>
                </a:cubicBezTo>
                <a:cubicBezTo>
                  <a:pt x="349" y="49"/>
                  <a:pt x="330" y="45"/>
                  <a:pt x="308" y="43"/>
                </a:cubicBezTo>
                <a:cubicBezTo>
                  <a:pt x="307" y="43"/>
                  <a:pt x="301" y="43"/>
                  <a:pt x="288" y="43"/>
                </a:cubicBezTo>
                <a:cubicBezTo>
                  <a:pt x="276" y="43"/>
                  <a:pt x="265" y="43"/>
                  <a:pt x="255" y="42"/>
                </a:cubicBezTo>
                <a:lnTo>
                  <a:pt x="236" y="42"/>
                </a:lnTo>
                <a:cubicBezTo>
                  <a:pt x="209" y="42"/>
                  <a:pt x="194" y="45"/>
                  <a:pt x="191" y="50"/>
                </a:cubicBezTo>
                <a:cubicBezTo>
                  <a:pt x="189" y="53"/>
                  <a:pt x="188" y="94"/>
                  <a:pt x="188" y="176"/>
                </a:cubicBezTo>
                <a:lnTo>
                  <a:pt x="188" y="297"/>
                </a:lnTo>
                <a:lnTo>
                  <a:pt x="242" y="297"/>
                </a:lnTo>
                <a:cubicBezTo>
                  <a:pt x="303" y="297"/>
                  <a:pt x="348" y="292"/>
                  <a:pt x="375" y="281"/>
                </a:cubicBezTo>
                <a:cubicBezTo>
                  <a:pt x="401" y="270"/>
                  <a:pt x="418" y="246"/>
                  <a:pt x="425" y="209"/>
                </a:cubicBezTo>
                <a:cubicBezTo>
                  <a:pt x="426" y="202"/>
                  <a:pt x="427" y="189"/>
                  <a:pt x="427" y="17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5" name=""/>
          <p:cNvSpPr/>
          <p:nvPr/>
        </p:nvSpPr>
        <p:spPr>
          <a:xfrm>
            <a:off x="8202240" y="1545480"/>
            <a:ext cx="128160" cy="151920"/>
          </a:xfrm>
          <a:custGeom>
            <a:avLst/>
            <a:gdLst/>
            <a:ahLst/>
            <a:rect l="0" t="0" r="r" b="b"/>
            <a:pathLst>
              <a:path w="356" h="422">
                <a:moveTo>
                  <a:pt x="0" y="212"/>
                </a:moveTo>
                <a:cubicBezTo>
                  <a:pt x="0" y="179"/>
                  <a:pt x="6" y="148"/>
                  <a:pt x="19" y="121"/>
                </a:cubicBezTo>
                <a:cubicBezTo>
                  <a:pt x="31" y="92"/>
                  <a:pt x="46" y="70"/>
                  <a:pt x="65" y="53"/>
                </a:cubicBezTo>
                <a:cubicBezTo>
                  <a:pt x="84" y="36"/>
                  <a:pt x="104" y="23"/>
                  <a:pt x="125" y="14"/>
                </a:cubicBezTo>
                <a:cubicBezTo>
                  <a:pt x="146" y="6"/>
                  <a:pt x="167" y="1"/>
                  <a:pt x="185" y="0"/>
                </a:cubicBezTo>
                <a:cubicBezTo>
                  <a:pt x="218" y="0"/>
                  <a:pt x="246" y="6"/>
                  <a:pt x="269" y="17"/>
                </a:cubicBezTo>
                <a:cubicBezTo>
                  <a:pt x="292" y="28"/>
                  <a:pt x="310" y="43"/>
                  <a:pt x="322" y="63"/>
                </a:cubicBezTo>
                <a:cubicBezTo>
                  <a:pt x="334" y="82"/>
                  <a:pt x="343" y="102"/>
                  <a:pt x="348" y="122"/>
                </a:cubicBezTo>
                <a:cubicBezTo>
                  <a:pt x="353" y="142"/>
                  <a:pt x="355" y="164"/>
                  <a:pt x="356" y="188"/>
                </a:cubicBezTo>
                <a:cubicBezTo>
                  <a:pt x="356" y="192"/>
                  <a:pt x="354" y="196"/>
                  <a:pt x="350" y="200"/>
                </a:cubicBezTo>
                <a:lnTo>
                  <a:pt x="91" y="200"/>
                </a:lnTo>
                <a:lnTo>
                  <a:pt x="91" y="214"/>
                </a:lnTo>
                <a:cubicBezTo>
                  <a:pt x="91" y="305"/>
                  <a:pt x="122" y="360"/>
                  <a:pt x="183" y="379"/>
                </a:cubicBezTo>
                <a:cubicBezTo>
                  <a:pt x="195" y="383"/>
                  <a:pt x="208" y="385"/>
                  <a:pt x="223" y="385"/>
                </a:cubicBezTo>
                <a:cubicBezTo>
                  <a:pt x="249" y="385"/>
                  <a:pt x="271" y="375"/>
                  <a:pt x="289" y="355"/>
                </a:cubicBezTo>
                <a:cubicBezTo>
                  <a:pt x="300" y="345"/>
                  <a:pt x="308" y="332"/>
                  <a:pt x="314" y="317"/>
                </a:cubicBezTo>
                <a:lnTo>
                  <a:pt x="323" y="295"/>
                </a:lnTo>
                <a:cubicBezTo>
                  <a:pt x="325" y="293"/>
                  <a:pt x="330" y="292"/>
                  <a:pt x="338" y="292"/>
                </a:cubicBezTo>
                <a:lnTo>
                  <a:pt x="340" y="292"/>
                </a:lnTo>
                <a:cubicBezTo>
                  <a:pt x="351" y="292"/>
                  <a:pt x="356" y="295"/>
                  <a:pt x="356" y="301"/>
                </a:cubicBezTo>
                <a:cubicBezTo>
                  <a:pt x="356" y="304"/>
                  <a:pt x="355" y="308"/>
                  <a:pt x="353" y="313"/>
                </a:cubicBezTo>
                <a:cubicBezTo>
                  <a:pt x="342" y="347"/>
                  <a:pt x="322" y="373"/>
                  <a:pt x="296" y="393"/>
                </a:cubicBezTo>
                <a:cubicBezTo>
                  <a:pt x="269" y="413"/>
                  <a:pt x="238" y="422"/>
                  <a:pt x="205" y="422"/>
                </a:cubicBezTo>
                <a:cubicBezTo>
                  <a:pt x="147" y="422"/>
                  <a:pt x="98" y="401"/>
                  <a:pt x="60" y="359"/>
                </a:cubicBezTo>
                <a:cubicBezTo>
                  <a:pt x="20" y="317"/>
                  <a:pt x="1" y="268"/>
                  <a:pt x="0" y="212"/>
                </a:cubicBezTo>
                <a:moveTo>
                  <a:pt x="281" y="160"/>
                </a:moveTo>
                <a:cubicBezTo>
                  <a:pt x="274" y="81"/>
                  <a:pt x="245" y="39"/>
                  <a:pt x="194" y="34"/>
                </a:cubicBezTo>
                <a:lnTo>
                  <a:pt x="192" y="34"/>
                </a:lnTo>
                <a:cubicBezTo>
                  <a:pt x="187" y="34"/>
                  <a:pt x="182" y="35"/>
                  <a:pt x="177" y="35"/>
                </a:cubicBezTo>
                <a:cubicBezTo>
                  <a:pt x="172" y="36"/>
                  <a:pt x="165" y="38"/>
                  <a:pt x="154" y="43"/>
                </a:cubicBezTo>
                <a:cubicBezTo>
                  <a:pt x="144" y="47"/>
                  <a:pt x="135" y="53"/>
                  <a:pt x="128" y="62"/>
                </a:cubicBezTo>
                <a:cubicBezTo>
                  <a:pt x="120" y="70"/>
                  <a:pt x="113" y="83"/>
                  <a:pt x="107" y="99"/>
                </a:cubicBezTo>
                <a:cubicBezTo>
                  <a:pt x="100" y="116"/>
                  <a:pt x="95" y="137"/>
                  <a:pt x="92" y="161"/>
                </a:cubicBezTo>
                <a:lnTo>
                  <a:pt x="92" y="167"/>
                </a:lnTo>
                <a:lnTo>
                  <a:pt x="281" y="167"/>
                </a:lnTo>
                <a:lnTo>
                  <a:pt x="281" y="16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6" name=""/>
          <p:cNvSpPr/>
          <p:nvPr/>
        </p:nvSpPr>
        <p:spPr>
          <a:xfrm>
            <a:off x="8350920" y="1464120"/>
            <a:ext cx="165600" cy="233280"/>
          </a:xfrm>
          <a:custGeom>
            <a:avLst/>
            <a:gdLst/>
            <a:ahLst/>
            <a:rect l="0" t="0" r="r" b="b"/>
            <a:pathLst>
              <a:path w="460" h="648">
                <a:moveTo>
                  <a:pt x="313" y="184"/>
                </a:moveTo>
                <a:cubicBezTo>
                  <a:pt x="313" y="175"/>
                  <a:pt x="313" y="162"/>
                  <a:pt x="313" y="148"/>
                </a:cubicBezTo>
                <a:cubicBezTo>
                  <a:pt x="313" y="133"/>
                  <a:pt x="314" y="122"/>
                  <a:pt x="314" y="116"/>
                </a:cubicBezTo>
                <a:cubicBezTo>
                  <a:pt x="314" y="89"/>
                  <a:pt x="311" y="72"/>
                  <a:pt x="305" y="65"/>
                </a:cubicBezTo>
                <a:cubicBezTo>
                  <a:pt x="299" y="58"/>
                  <a:pt x="284" y="54"/>
                  <a:pt x="258" y="53"/>
                </a:cubicBezTo>
                <a:lnTo>
                  <a:pt x="242" y="53"/>
                </a:lnTo>
                <a:lnTo>
                  <a:pt x="242" y="32"/>
                </a:lnTo>
                <a:cubicBezTo>
                  <a:pt x="242" y="18"/>
                  <a:pt x="243" y="11"/>
                  <a:pt x="244" y="11"/>
                </a:cubicBezTo>
                <a:lnTo>
                  <a:pt x="253" y="10"/>
                </a:lnTo>
                <a:cubicBezTo>
                  <a:pt x="259" y="9"/>
                  <a:pt x="268" y="9"/>
                  <a:pt x="280" y="8"/>
                </a:cubicBezTo>
                <a:cubicBezTo>
                  <a:pt x="291" y="8"/>
                  <a:pt x="302" y="7"/>
                  <a:pt x="313" y="6"/>
                </a:cubicBezTo>
                <a:cubicBezTo>
                  <a:pt x="324" y="6"/>
                  <a:pt x="335" y="5"/>
                  <a:pt x="347" y="4"/>
                </a:cubicBezTo>
                <a:cubicBezTo>
                  <a:pt x="360" y="4"/>
                  <a:pt x="369" y="3"/>
                  <a:pt x="375" y="2"/>
                </a:cubicBezTo>
                <a:cubicBezTo>
                  <a:pt x="381" y="0"/>
                  <a:pt x="384" y="0"/>
                  <a:pt x="385" y="1"/>
                </a:cubicBezTo>
                <a:lnTo>
                  <a:pt x="388" y="1"/>
                </a:lnTo>
                <a:lnTo>
                  <a:pt x="388" y="281"/>
                </a:lnTo>
                <a:cubicBezTo>
                  <a:pt x="388" y="468"/>
                  <a:pt x="388" y="562"/>
                  <a:pt x="389" y="564"/>
                </a:cubicBezTo>
                <a:cubicBezTo>
                  <a:pt x="391" y="576"/>
                  <a:pt x="395" y="584"/>
                  <a:pt x="402" y="588"/>
                </a:cubicBezTo>
                <a:cubicBezTo>
                  <a:pt x="408" y="591"/>
                  <a:pt x="422" y="594"/>
                  <a:pt x="444" y="596"/>
                </a:cubicBezTo>
                <a:lnTo>
                  <a:pt x="460" y="596"/>
                </a:lnTo>
                <a:lnTo>
                  <a:pt x="460" y="638"/>
                </a:lnTo>
                <a:cubicBezTo>
                  <a:pt x="459" y="638"/>
                  <a:pt x="435" y="640"/>
                  <a:pt x="390" y="643"/>
                </a:cubicBezTo>
                <a:cubicBezTo>
                  <a:pt x="344" y="646"/>
                  <a:pt x="320" y="648"/>
                  <a:pt x="317" y="648"/>
                </a:cubicBezTo>
                <a:lnTo>
                  <a:pt x="311" y="648"/>
                </a:lnTo>
                <a:lnTo>
                  <a:pt x="311" y="598"/>
                </a:lnTo>
                <a:lnTo>
                  <a:pt x="303" y="604"/>
                </a:lnTo>
                <a:cubicBezTo>
                  <a:pt x="268" y="634"/>
                  <a:pt x="228" y="648"/>
                  <a:pt x="184" y="648"/>
                </a:cubicBezTo>
                <a:cubicBezTo>
                  <a:pt x="137" y="648"/>
                  <a:pt x="95" y="630"/>
                  <a:pt x="57" y="592"/>
                </a:cubicBezTo>
                <a:cubicBezTo>
                  <a:pt x="19" y="555"/>
                  <a:pt x="0" y="505"/>
                  <a:pt x="0" y="441"/>
                </a:cubicBezTo>
                <a:cubicBezTo>
                  <a:pt x="0" y="380"/>
                  <a:pt x="19" y="330"/>
                  <a:pt x="58" y="292"/>
                </a:cubicBezTo>
                <a:cubicBezTo>
                  <a:pt x="96" y="253"/>
                  <a:pt x="141" y="234"/>
                  <a:pt x="192" y="233"/>
                </a:cubicBezTo>
                <a:cubicBezTo>
                  <a:pt x="238" y="233"/>
                  <a:pt x="279" y="248"/>
                  <a:pt x="313" y="278"/>
                </a:cubicBezTo>
                <a:lnTo>
                  <a:pt x="313" y="184"/>
                </a:lnTo>
                <a:moveTo>
                  <a:pt x="311" y="325"/>
                </a:moveTo>
                <a:cubicBezTo>
                  <a:pt x="283" y="286"/>
                  <a:pt x="249" y="267"/>
                  <a:pt x="207" y="267"/>
                </a:cubicBezTo>
                <a:cubicBezTo>
                  <a:pt x="177" y="267"/>
                  <a:pt x="151" y="278"/>
                  <a:pt x="127" y="300"/>
                </a:cubicBezTo>
                <a:cubicBezTo>
                  <a:pt x="111" y="317"/>
                  <a:pt x="100" y="337"/>
                  <a:pt x="96" y="359"/>
                </a:cubicBezTo>
                <a:cubicBezTo>
                  <a:pt x="92" y="381"/>
                  <a:pt x="89" y="409"/>
                  <a:pt x="89" y="445"/>
                </a:cubicBezTo>
                <a:cubicBezTo>
                  <a:pt x="89" y="479"/>
                  <a:pt x="91" y="507"/>
                  <a:pt x="95" y="528"/>
                </a:cubicBezTo>
                <a:cubicBezTo>
                  <a:pt x="99" y="550"/>
                  <a:pt x="110" y="568"/>
                  <a:pt x="127" y="584"/>
                </a:cubicBezTo>
                <a:cubicBezTo>
                  <a:pt x="146" y="604"/>
                  <a:pt x="170" y="614"/>
                  <a:pt x="199" y="614"/>
                </a:cubicBezTo>
                <a:cubicBezTo>
                  <a:pt x="242" y="614"/>
                  <a:pt x="280" y="591"/>
                  <a:pt x="311" y="544"/>
                </a:cubicBezTo>
                <a:lnTo>
                  <a:pt x="311" y="325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7" name=""/>
          <p:cNvSpPr/>
          <p:nvPr/>
        </p:nvSpPr>
        <p:spPr>
          <a:xfrm>
            <a:off x="8531640" y="1472760"/>
            <a:ext cx="75960" cy="221040"/>
          </a:xfrm>
          <a:custGeom>
            <a:avLst/>
            <a:gdLst/>
            <a:ahLst/>
            <a:rect l="0" t="0" r="r" b="b"/>
            <a:pathLst>
              <a:path w="211" h="614">
                <a:moveTo>
                  <a:pt x="40" y="55"/>
                </a:moveTo>
                <a:cubicBezTo>
                  <a:pt x="40" y="38"/>
                  <a:pt x="45" y="24"/>
                  <a:pt x="56" y="14"/>
                </a:cubicBezTo>
                <a:cubicBezTo>
                  <a:pt x="67" y="5"/>
                  <a:pt x="81" y="0"/>
                  <a:pt x="97" y="0"/>
                </a:cubicBezTo>
                <a:cubicBezTo>
                  <a:pt x="111" y="1"/>
                  <a:pt x="123" y="6"/>
                  <a:pt x="133" y="15"/>
                </a:cubicBezTo>
                <a:cubicBezTo>
                  <a:pt x="145" y="24"/>
                  <a:pt x="150" y="38"/>
                  <a:pt x="150" y="55"/>
                </a:cubicBezTo>
                <a:cubicBezTo>
                  <a:pt x="150" y="73"/>
                  <a:pt x="145" y="87"/>
                  <a:pt x="133" y="96"/>
                </a:cubicBezTo>
                <a:cubicBezTo>
                  <a:pt x="123" y="105"/>
                  <a:pt x="110" y="110"/>
                  <a:pt x="95" y="110"/>
                </a:cubicBezTo>
                <a:cubicBezTo>
                  <a:pt x="80" y="110"/>
                  <a:pt x="67" y="105"/>
                  <a:pt x="56" y="96"/>
                </a:cubicBezTo>
                <a:cubicBezTo>
                  <a:pt x="46" y="87"/>
                  <a:pt x="40" y="73"/>
                  <a:pt x="40" y="55"/>
                </a:cubicBezTo>
                <a:moveTo>
                  <a:pt x="204" y="614"/>
                </a:moveTo>
                <a:cubicBezTo>
                  <a:pt x="195" y="612"/>
                  <a:pt x="163" y="611"/>
                  <a:pt x="108" y="611"/>
                </a:cubicBezTo>
                <a:cubicBezTo>
                  <a:pt x="101" y="611"/>
                  <a:pt x="90" y="611"/>
                  <a:pt x="74" y="611"/>
                </a:cubicBezTo>
                <a:cubicBezTo>
                  <a:pt x="58" y="611"/>
                  <a:pt x="43" y="612"/>
                  <a:pt x="28" y="613"/>
                </a:cubicBezTo>
                <a:lnTo>
                  <a:pt x="8" y="614"/>
                </a:lnTo>
                <a:lnTo>
                  <a:pt x="0" y="614"/>
                </a:lnTo>
                <a:lnTo>
                  <a:pt x="0" y="572"/>
                </a:lnTo>
                <a:lnTo>
                  <a:pt x="15" y="572"/>
                </a:lnTo>
                <a:cubicBezTo>
                  <a:pt x="32" y="572"/>
                  <a:pt x="47" y="571"/>
                  <a:pt x="60" y="569"/>
                </a:cubicBezTo>
                <a:cubicBezTo>
                  <a:pt x="66" y="567"/>
                  <a:pt x="69" y="564"/>
                  <a:pt x="70" y="559"/>
                </a:cubicBezTo>
                <a:cubicBezTo>
                  <a:pt x="71" y="555"/>
                  <a:pt x="72" y="542"/>
                  <a:pt x="72" y="521"/>
                </a:cubicBezTo>
                <a:lnTo>
                  <a:pt x="72" y="425"/>
                </a:lnTo>
                <a:lnTo>
                  <a:pt x="72" y="345"/>
                </a:lnTo>
                <a:cubicBezTo>
                  <a:pt x="72" y="313"/>
                  <a:pt x="71" y="293"/>
                  <a:pt x="70" y="284"/>
                </a:cubicBezTo>
                <a:cubicBezTo>
                  <a:pt x="69" y="275"/>
                  <a:pt x="65" y="270"/>
                  <a:pt x="57" y="267"/>
                </a:cubicBezTo>
                <a:cubicBezTo>
                  <a:pt x="49" y="262"/>
                  <a:pt x="34" y="260"/>
                  <a:pt x="14" y="260"/>
                </a:cubicBezTo>
                <a:lnTo>
                  <a:pt x="4" y="260"/>
                </a:lnTo>
                <a:lnTo>
                  <a:pt x="4" y="239"/>
                </a:lnTo>
                <a:cubicBezTo>
                  <a:pt x="4" y="225"/>
                  <a:pt x="5" y="218"/>
                  <a:pt x="6" y="218"/>
                </a:cubicBezTo>
                <a:lnTo>
                  <a:pt x="15" y="217"/>
                </a:lnTo>
                <a:cubicBezTo>
                  <a:pt x="21" y="216"/>
                  <a:pt x="30" y="216"/>
                  <a:pt x="41" y="215"/>
                </a:cubicBezTo>
                <a:cubicBezTo>
                  <a:pt x="52" y="215"/>
                  <a:pt x="63" y="214"/>
                  <a:pt x="74" y="213"/>
                </a:cubicBezTo>
                <a:cubicBezTo>
                  <a:pt x="84" y="213"/>
                  <a:pt x="95" y="212"/>
                  <a:pt x="107" y="212"/>
                </a:cubicBezTo>
                <a:cubicBezTo>
                  <a:pt x="118" y="211"/>
                  <a:pt x="127" y="210"/>
                  <a:pt x="133" y="209"/>
                </a:cubicBezTo>
                <a:cubicBezTo>
                  <a:pt x="140" y="208"/>
                  <a:pt x="144" y="207"/>
                  <a:pt x="144" y="208"/>
                </a:cubicBezTo>
                <a:lnTo>
                  <a:pt x="147" y="208"/>
                </a:lnTo>
                <a:lnTo>
                  <a:pt x="147" y="557"/>
                </a:lnTo>
                <a:cubicBezTo>
                  <a:pt x="150" y="564"/>
                  <a:pt x="154" y="567"/>
                  <a:pt x="158" y="568"/>
                </a:cubicBezTo>
                <a:cubicBezTo>
                  <a:pt x="162" y="570"/>
                  <a:pt x="173" y="571"/>
                  <a:pt x="190" y="572"/>
                </a:cubicBezTo>
                <a:lnTo>
                  <a:pt x="211" y="572"/>
                </a:lnTo>
                <a:lnTo>
                  <a:pt x="211" y="614"/>
                </a:lnTo>
                <a:lnTo>
                  <a:pt x="204" y="614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8" name=""/>
          <p:cNvSpPr/>
          <p:nvPr/>
        </p:nvSpPr>
        <p:spPr>
          <a:xfrm>
            <a:off x="8625960" y="1545480"/>
            <a:ext cx="108000" cy="151920"/>
          </a:xfrm>
          <a:custGeom>
            <a:avLst/>
            <a:gdLst/>
            <a:ahLst/>
            <a:rect l="0" t="0" r="r" b="b"/>
            <a:pathLst>
              <a:path w="300" h="422">
                <a:moveTo>
                  <a:pt x="241" y="122"/>
                </a:moveTo>
                <a:cubicBezTo>
                  <a:pt x="241" y="97"/>
                  <a:pt x="233" y="76"/>
                  <a:pt x="216" y="58"/>
                </a:cubicBezTo>
                <a:cubicBezTo>
                  <a:pt x="200" y="40"/>
                  <a:pt x="176" y="32"/>
                  <a:pt x="145" y="32"/>
                </a:cubicBezTo>
                <a:cubicBezTo>
                  <a:pt x="123" y="32"/>
                  <a:pt x="104" y="36"/>
                  <a:pt x="88" y="44"/>
                </a:cubicBezTo>
                <a:cubicBezTo>
                  <a:pt x="70" y="55"/>
                  <a:pt x="60" y="71"/>
                  <a:pt x="60" y="91"/>
                </a:cubicBezTo>
                <a:cubicBezTo>
                  <a:pt x="60" y="94"/>
                  <a:pt x="60" y="98"/>
                  <a:pt x="60" y="103"/>
                </a:cubicBezTo>
                <a:cubicBezTo>
                  <a:pt x="61" y="108"/>
                  <a:pt x="66" y="115"/>
                  <a:pt x="75" y="126"/>
                </a:cubicBezTo>
                <a:cubicBezTo>
                  <a:pt x="84" y="136"/>
                  <a:pt x="97" y="144"/>
                  <a:pt x="114" y="149"/>
                </a:cubicBezTo>
                <a:cubicBezTo>
                  <a:pt x="125" y="152"/>
                  <a:pt x="139" y="155"/>
                  <a:pt x="155" y="157"/>
                </a:cubicBezTo>
                <a:cubicBezTo>
                  <a:pt x="171" y="160"/>
                  <a:pt x="184" y="163"/>
                  <a:pt x="195" y="166"/>
                </a:cubicBezTo>
                <a:cubicBezTo>
                  <a:pt x="206" y="169"/>
                  <a:pt x="216" y="173"/>
                  <a:pt x="225" y="177"/>
                </a:cubicBezTo>
                <a:cubicBezTo>
                  <a:pt x="235" y="182"/>
                  <a:pt x="245" y="188"/>
                  <a:pt x="255" y="196"/>
                </a:cubicBezTo>
                <a:cubicBezTo>
                  <a:pt x="265" y="203"/>
                  <a:pt x="274" y="216"/>
                  <a:pt x="284" y="233"/>
                </a:cubicBezTo>
                <a:cubicBezTo>
                  <a:pt x="294" y="251"/>
                  <a:pt x="299" y="270"/>
                  <a:pt x="300" y="290"/>
                </a:cubicBezTo>
                <a:cubicBezTo>
                  <a:pt x="300" y="328"/>
                  <a:pt x="288" y="359"/>
                  <a:pt x="265" y="384"/>
                </a:cubicBezTo>
                <a:cubicBezTo>
                  <a:pt x="242" y="408"/>
                  <a:pt x="204" y="421"/>
                  <a:pt x="152" y="421"/>
                </a:cubicBezTo>
                <a:lnTo>
                  <a:pt x="145" y="421"/>
                </a:lnTo>
                <a:cubicBezTo>
                  <a:pt x="113" y="421"/>
                  <a:pt x="84" y="410"/>
                  <a:pt x="57" y="388"/>
                </a:cubicBezTo>
                <a:lnTo>
                  <a:pt x="49" y="395"/>
                </a:lnTo>
                <a:lnTo>
                  <a:pt x="41" y="403"/>
                </a:lnTo>
                <a:cubicBezTo>
                  <a:pt x="37" y="407"/>
                  <a:pt x="34" y="410"/>
                  <a:pt x="30" y="413"/>
                </a:cubicBezTo>
                <a:lnTo>
                  <a:pt x="19" y="422"/>
                </a:lnTo>
                <a:lnTo>
                  <a:pt x="12" y="422"/>
                </a:lnTo>
                <a:lnTo>
                  <a:pt x="8" y="422"/>
                </a:lnTo>
                <a:cubicBezTo>
                  <a:pt x="6" y="422"/>
                  <a:pt x="3" y="421"/>
                  <a:pt x="0" y="417"/>
                </a:cubicBezTo>
                <a:lnTo>
                  <a:pt x="0" y="344"/>
                </a:lnTo>
                <a:lnTo>
                  <a:pt x="0" y="291"/>
                </a:lnTo>
                <a:cubicBezTo>
                  <a:pt x="0" y="278"/>
                  <a:pt x="0" y="271"/>
                  <a:pt x="2" y="268"/>
                </a:cubicBezTo>
                <a:cubicBezTo>
                  <a:pt x="3" y="266"/>
                  <a:pt x="6" y="264"/>
                  <a:pt x="11" y="264"/>
                </a:cubicBezTo>
                <a:lnTo>
                  <a:pt x="19" y="264"/>
                </a:lnTo>
                <a:cubicBezTo>
                  <a:pt x="26" y="264"/>
                  <a:pt x="32" y="265"/>
                  <a:pt x="35" y="267"/>
                </a:cubicBezTo>
                <a:cubicBezTo>
                  <a:pt x="37" y="270"/>
                  <a:pt x="39" y="273"/>
                  <a:pt x="39" y="278"/>
                </a:cubicBezTo>
                <a:cubicBezTo>
                  <a:pt x="40" y="283"/>
                  <a:pt x="42" y="292"/>
                  <a:pt x="46" y="303"/>
                </a:cubicBezTo>
                <a:cubicBezTo>
                  <a:pt x="49" y="315"/>
                  <a:pt x="55" y="328"/>
                  <a:pt x="63" y="342"/>
                </a:cubicBezTo>
                <a:cubicBezTo>
                  <a:pt x="85" y="373"/>
                  <a:pt x="114" y="388"/>
                  <a:pt x="152" y="388"/>
                </a:cubicBezTo>
                <a:cubicBezTo>
                  <a:pt x="211" y="388"/>
                  <a:pt x="241" y="365"/>
                  <a:pt x="241" y="317"/>
                </a:cubicBezTo>
                <a:cubicBezTo>
                  <a:pt x="241" y="299"/>
                  <a:pt x="236" y="285"/>
                  <a:pt x="225" y="274"/>
                </a:cubicBezTo>
                <a:cubicBezTo>
                  <a:pt x="212" y="259"/>
                  <a:pt x="187" y="248"/>
                  <a:pt x="148" y="241"/>
                </a:cubicBezTo>
                <a:cubicBezTo>
                  <a:pt x="110" y="233"/>
                  <a:pt x="85" y="226"/>
                  <a:pt x="72" y="220"/>
                </a:cubicBezTo>
                <a:cubicBezTo>
                  <a:pt x="50" y="209"/>
                  <a:pt x="33" y="195"/>
                  <a:pt x="19" y="177"/>
                </a:cubicBezTo>
                <a:cubicBezTo>
                  <a:pt x="6" y="160"/>
                  <a:pt x="0" y="141"/>
                  <a:pt x="0" y="121"/>
                </a:cubicBezTo>
                <a:cubicBezTo>
                  <a:pt x="0" y="96"/>
                  <a:pt x="5" y="76"/>
                  <a:pt x="15" y="59"/>
                </a:cubicBezTo>
                <a:cubicBezTo>
                  <a:pt x="26" y="43"/>
                  <a:pt x="40" y="30"/>
                  <a:pt x="56" y="22"/>
                </a:cubicBezTo>
                <a:cubicBezTo>
                  <a:pt x="72" y="14"/>
                  <a:pt x="87" y="9"/>
                  <a:pt x="102" y="6"/>
                </a:cubicBezTo>
                <a:cubicBezTo>
                  <a:pt x="116" y="3"/>
                  <a:pt x="130" y="1"/>
                  <a:pt x="142" y="1"/>
                </a:cubicBezTo>
                <a:lnTo>
                  <a:pt x="152" y="1"/>
                </a:lnTo>
                <a:cubicBezTo>
                  <a:pt x="177" y="1"/>
                  <a:pt x="198" y="6"/>
                  <a:pt x="216" y="15"/>
                </a:cubicBezTo>
                <a:lnTo>
                  <a:pt x="230" y="22"/>
                </a:lnTo>
                <a:lnTo>
                  <a:pt x="238" y="16"/>
                </a:lnTo>
                <a:cubicBezTo>
                  <a:pt x="244" y="10"/>
                  <a:pt x="251" y="5"/>
                  <a:pt x="258" y="0"/>
                </a:cubicBezTo>
                <a:lnTo>
                  <a:pt x="266" y="0"/>
                </a:lnTo>
                <a:lnTo>
                  <a:pt x="269" y="0"/>
                </a:lnTo>
                <a:cubicBezTo>
                  <a:pt x="271" y="0"/>
                  <a:pt x="274" y="2"/>
                  <a:pt x="278" y="6"/>
                </a:cubicBezTo>
                <a:lnTo>
                  <a:pt x="278" y="128"/>
                </a:lnTo>
                <a:lnTo>
                  <a:pt x="272" y="133"/>
                </a:lnTo>
                <a:lnTo>
                  <a:pt x="247" y="133"/>
                </a:lnTo>
                <a:cubicBezTo>
                  <a:pt x="243" y="130"/>
                  <a:pt x="241" y="126"/>
                  <a:pt x="241" y="12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9" name=""/>
          <p:cNvSpPr/>
          <p:nvPr/>
        </p:nvSpPr>
        <p:spPr>
          <a:xfrm>
            <a:off x="8836920" y="1545480"/>
            <a:ext cx="146520" cy="151560"/>
          </a:xfrm>
          <a:custGeom>
            <a:avLst/>
            <a:gdLst/>
            <a:ahLst/>
            <a:rect l="0" t="0" r="r" b="b"/>
            <a:pathLst>
              <a:path w="407" h="421">
                <a:moveTo>
                  <a:pt x="0" y="216"/>
                </a:moveTo>
                <a:cubicBezTo>
                  <a:pt x="0" y="158"/>
                  <a:pt x="21" y="107"/>
                  <a:pt x="60" y="65"/>
                </a:cubicBezTo>
                <a:cubicBezTo>
                  <a:pt x="100" y="22"/>
                  <a:pt x="148" y="1"/>
                  <a:pt x="204" y="0"/>
                </a:cubicBezTo>
                <a:cubicBezTo>
                  <a:pt x="259" y="0"/>
                  <a:pt x="307" y="21"/>
                  <a:pt x="347" y="63"/>
                </a:cubicBezTo>
                <a:cubicBezTo>
                  <a:pt x="386" y="104"/>
                  <a:pt x="406" y="156"/>
                  <a:pt x="407" y="215"/>
                </a:cubicBezTo>
                <a:cubicBezTo>
                  <a:pt x="407" y="273"/>
                  <a:pt x="387" y="322"/>
                  <a:pt x="348" y="362"/>
                </a:cubicBezTo>
                <a:cubicBezTo>
                  <a:pt x="309" y="402"/>
                  <a:pt x="261" y="421"/>
                  <a:pt x="204" y="421"/>
                </a:cubicBezTo>
                <a:cubicBezTo>
                  <a:pt x="145" y="421"/>
                  <a:pt x="96" y="401"/>
                  <a:pt x="59" y="360"/>
                </a:cubicBezTo>
                <a:cubicBezTo>
                  <a:pt x="21" y="319"/>
                  <a:pt x="0" y="271"/>
                  <a:pt x="0" y="216"/>
                </a:cubicBezTo>
                <a:moveTo>
                  <a:pt x="204" y="385"/>
                </a:moveTo>
                <a:cubicBezTo>
                  <a:pt x="279" y="385"/>
                  <a:pt x="316" y="335"/>
                  <a:pt x="316" y="235"/>
                </a:cubicBezTo>
                <a:lnTo>
                  <a:pt x="316" y="206"/>
                </a:lnTo>
                <a:lnTo>
                  <a:pt x="316" y="183"/>
                </a:lnTo>
                <a:cubicBezTo>
                  <a:pt x="316" y="170"/>
                  <a:pt x="316" y="158"/>
                  <a:pt x="315" y="148"/>
                </a:cubicBezTo>
                <a:cubicBezTo>
                  <a:pt x="315" y="138"/>
                  <a:pt x="313" y="127"/>
                  <a:pt x="309" y="112"/>
                </a:cubicBezTo>
                <a:cubicBezTo>
                  <a:pt x="305" y="99"/>
                  <a:pt x="300" y="88"/>
                  <a:pt x="294" y="79"/>
                </a:cubicBezTo>
                <a:cubicBezTo>
                  <a:pt x="288" y="71"/>
                  <a:pt x="279" y="62"/>
                  <a:pt x="266" y="54"/>
                </a:cubicBezTo>
                <a:cubicBezTo>
                  <a:pt x="253" y="45"/>
                  <a:pt x="238" y="39"/>
                  <a:pt x="221" y="35"/>
                </a:cubicBezTo>
                <a:cubicBezTo>
                  <a:pt x="218" y="35"/>
                  <a:pt x="213" y="34"/>
                  <a:pt x="206" y="34"/>
                </a:cubicBezTo>
                <a:cubicBezTo>
                  <a:pt x="188" y="34"/>
                  <a:pt x="170" y="38"/>
                  <a:pt x="154" y="45"/>
                </a:cubicBezTo>
                <a:cubicBezTo>
                  <a:pt x="128" y="59"/>
                  <a:pt x="111" y="77"/>
                  <a:pt x="103" y="101"/>
                </a:cubicBezTo>
                <a:cubicBezTo>
                  <a:pt x="95" y="126"/>
                  <a:pt x="91" y="154"/>
                  <a:pt x="91" y="187"/>
                </a:cubicBezTo>
                <a:lnTo>
                  <a:pt x="91" y="205"/>
                </a:lnTo>
                <a:cubicBezTo>
                  <a:pt x="91" y="264"/>
                  <a:pt x="96" y="305"/>
                  <a:pt x="108" y="329"/>
                </a:cubicBezTo>
                <a:cubicBezTo>
                  <a:pt x="128" y="366"/>
                  <a:pt x="160" y="385"/>
                  <a:pt x="204" y="38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0" name=""/>
          <p:cNvSpPr/>
          <p:nvPr/>
        </p:nvSpPr>
        <p:spPr>
          <a:xfrm>
            <a:off x="8998920" y="1551240"/>
            <a:ext cx="162000" cy="146160"/>
          </a:xfrm>
          <a:custGeom>
            <a:avLst/>
            <a:gdLst/>
            <a:ahLst/>
            <a:rect l="0" t="0" r="r" b="b"/>
            <a:pathLst>
              <a:path w="450" h="406">
                <a:moveTo>
                  <a:pt x="293" y="0"/>
                </a:moveTo>
                <a:cubicBezTo>
                  <a:pt x="296" y="1"/>
                  <a:pt x="323" y="2"/>
                  <a:pt x="371" y="2"/>
                </a:cubicBezTo>
                <a:cubicBezTo>
                  <a:pt x="405" y="2"/>
                  <a:pt x="430" y="1"/>
                  <a:pt x="445" y="0"/>
                </a:cubicBezTo>
                <a:lnTo>
                  <a:pt x="450" y="0"/>
                </a:lnTo>
                <a:lnTo>
                  <a:pt x="450" y="42"/>
                </a:lnTo>
                <a:lnTo>
                  <a:pt x="439" y="42"/>
                </a:lnTo>
                <a:cubicBezTo>
                  <a:pt x="404" y="45"/>
                  <a:pt x="381" y="57"/>
                  <a:pt x="372" y="79"/>
                </a:cubicBezTo>
                <a:cubicBezTo>
                  <a:pt x="370" y="81"/>
                  <a:pt x="350" y="134"/>
                  <a:pt x="309" y="238"/>
                </a:cubicBezTo>
                <a:cubicBezTo>
                  <a:pt x="269" y="341"/>
                  <a:pt x="249" y="395"/>
                  <a:pt x="247" y="398"/>
                </a:cubicBezTo>
                <a:cubicBezTo>
                  <a:pt x="244" y="404"/>
                  <a:pt x="236" y="406"/>
                  <a:pt x="224" y="406"/>
                </a:cubicBezTo>
                <a:cubicBezTo>
                  <a:pt x="212" y="406"/>
                  <a:pt x="205" y="404"/>
                  <a:pt x="202" y="398"/>
                </a:cubicBezTo>
                <a:cubicBezTo>
                  <a:pt x="116" y="176"/>
                  <a:pt x="73" y="64"/>
                  <a:pt x="73" y="61"/>
                </a:cubicBezTo>
                <a:cubicBezTo>
                  <a:pt x="69" y="53"/>
                  <a:pt x="65" y="48"/>
                  <a:pt x="58" y="46"/>
                </a:cubicBezTo>
                <a:cubicBezTo>
                  <a:pt x="51" y="44"/>
                  <a:pt x="39" y="43"/>
                  <a:pt x="22" y="42"/>
                </a:cubicBezTo>
                <a:lnTo>
                  <a:pt x="0" y="42"/>
                </a:lnTo>
                <a:lnTo>
                  <a:pt x="0" y="0"/>
                </a:lnTo>
                <a:lnTo>
                  <a:pt x="6" y="0"/>
                </a:lnTo>
                <a:lnTo>
                  <a:pt x="13" y="1"/>
                </a:lnTo>
                <a:cubicBezTo>
                  <a:pt x="18" y="1"/>
                  <a:pt x="24" y="1"/>
                  <a:pt x="31" y="1"/>
                </a:cubicBezTo>
                <a:cubicBezTo>
                  <a:pt x="39" y="1"/>
                  <a:pt x="47" y="1"/>
                  <a:pt x="55" y="1"/>
                </a:cubicBezTo>
                <a:cubicBezTo>
                  <a:pt x="64" y="1"/>
                  <a:pt x="71" y="1"/>
                  <a:pt x="78" y="2"/>
                </a:cubicBezTo>
                <a:cubicBezTo>
                  <a:pt x="85" y="2"/>
                  <a:pt x="90" y="3"/>
                  <a:pt x="95" y="3"/>
                </a:cubicBezTo>
                <a:cubicBezTo>
                  <a:pt x="153" y="3"/>
                  <a:pt x="186" y="2"/>
                  <a:pt x="195" y="0"/>
                </a:cubicBezTo>
                <a:lnTo>
                  <a:pt x="203" y="0"/>
                </a:lnTo>
                <a:lnTo>
                  <a:pt x="203" y="42"/>
                </a:lnTo>
                <a:lnTo>
                  <a:pt x="190" y="42"/>
                </a:lnTo>
                <a:cubicBezTo>
                  <a:pt x="166" y="43"/>
                  <a:pt x="153" y="47"/>
                  <a:pt x="151" y="56"/>
                </a:cubicBezTo>
                <a:cubicBezTo>
                  <a:pt x="151" y="58"/>
                  <a:pt x="167" y="100"/>
                  <a:pt x="198" y="181"/>
                </a:cubicBezTo>
                <a:lnTo>
                  <a:pt x="245" y="302"/>
                </a:lnTo>
                <a:lnTo>
                  <a:pt x="329" y="83"/>
                </a:lnTo>
                <a:lnTo>
                  <a:pt x="329" y="75"/>
                </a:lnTo>
                <a:cubicBezTo>
                  <a:pt x="329" y="67"/>
                  <a:pt x="326" y="60"/>
                  <a:pt x="320" y="54"/>
                </a:cubicBezTo>
                <a:cubicBezTo>
                  <a:pt x="313" y="49"/>
                  <a:pt x="308" y="45"/>
                  <a:pt x="303" y="44"/>
                </a:cubicBezTo>
                <a:cubicBezTo>
                  <a:pt x="298" y="43"/>
                  <a:pt x="294" y="42"/>
                  <a:pt x="290" y="42"/>
                </a:cubicBezTo>
                <a:lnTo>
                  <a:pt x="286" y="42"/>
                </a:lnTo>
                <a:lnTo>
                  <a:pt x="286" y="0"/>
                </a:lnTo>
                <a:lnTo>
                  <a:pt x="293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1" name=""/>
          <p:cNvSpPr/>
          <p:nvPr/>
        </p:nvSpPr>
        <p:spPr>
          <a:xfrm>
            <a:off x="9176400" y="1545480"/>
            <a:ext cx="127800" cy="151920"/>
          </a:xfrm>
          <a:custGeom>
            <a:avLst/>
            <a:gdLst/>
            <a:ahLst/>
            <a:rect l="0" t="0" r="r" b="b"/>
            <a:pathLst>
              <a:path w="355" h="422">
                <a:moveTo>
                  <a:pt x="0" y="212"/>
                </a:moveTo>
                <a:cubicBezTo>
                  <a:pt x="0" y="179"/>
                  <a:pt x="6" y="148"/>
                  <a:pt x="18" y="121"/>
                </a:cubicBezTo>
                <a:cubicBezTo>
                  <a:pt x="30" y="92"/>
                  <a:pt x="45" y="70"/>
                  <a:pt x="64" y="53"/>
                </a:cubicBezTo>
                <a:cubicBezTo>
                  <a:pt x="82" y="36"/>
                  <a:pt x="102" y="23"/>
                  <a:pt x="123" y="14"/>
                </a:cubicBezTo>
                <a:cubicBezTo>
                  <a:pt x="145" y="6"/>
                  <a:pt x="165" y="1"/>
                  <a:pt x="185" y="0"/>
                </a:cubicBezTo>
                <a:cubicBezTo>
                  <a:pt x="217" y="0"/>
                  <a:pt x="245" y="6"/>
                  <a:pt x="268" y="17"/>
                </a:cubicBezTo>
                <a:cubicBezTo>
                  <a:pt x="292" y="28"/>
                  <a:pt x="309" y="43"/>
                  <a:pt x="322" y="63"/>
                </a:cubicBezTo>
                <a:cubicBezTo>
                  <a:pt x="334" y="82"/>
                  <a:pt x="342" y="102"/>
                  <a:pt x="347" y="122"/>
                </a:cubicBezTo>
                <a:cubicBezTo>
                  <a:pt x="352" y="142"/>
                  <a:pt x="355" y="164"/>
                  <a:pt x="355" y="188"/>
                </a:cubicBezTo>
                <a:cubicBezTo>
                  <a:pt x="355" y="192"/>
                  <a:pt x="353" y="196"/>
                  <a:pt x="349" y="200"/>
                </a:cubicBezTo>
                <a:lnTo>
                  <a:pt x="89" y="200"/>
                </a:lnTo>
                <a:lnTo>
                  <a:pt x="89" y="214"/>
                </a:lnTo>
                <a:cubicBezTo>
                  <a:pt x="89" y="305"/>
                  <a:pt x="120" y="360"/>
                  <a:pt x="182" y="379"/>
                </a:cubicBezTo>
                <a:cubicBezTo>
                  <a:pt x="194" y="383"/>
                  <a:pt x="208" y="385"/>
                  <a:pt x="222" y="385"/>
                </a:cubicBezTo>
                <a:cubicBezTo>
                  <a:pt x="248" y="385"/>
                  <a:pt x="270" y="375"/>
                  <a:pt x="288" y="355"/>
                </a:cubicBezTo>
                <a:cubicBezTo>
                  <a:pt x="299" y="345"/>
                  <a:pt x="307" y="332"/>
                  <a:pt x="313" y="317"/>
                </a:cubicBezTo>
                <a:lnTo>
                  <a:pt x="322" y="295"/>
                </a:lnTo>
                <a:cubicBezTo>
                  <a:pt x="324" y="293"/>
                  <a:pt x="329" y="292"/>
                  <a:pt x="337" y="292"/>
                </a:cubicBezTo>
                <a:lnTo>
                  <a:pt x="340" y="292"/>
                </a:lnTo>
                <a:cubicBezTo>
                  <a:pt x="350" y="292"/>
                  <a:pt x="355" y="295"/>
                  <a:pt x="355" y="301"/>
                </a:cubicBezTo>
                <a:cubicBezTo>
                  <a:pt x="355" y="304"/>
                  <a:pt x="355" y="308"/>
                  <a:pt x="353" y="313"/>
                </a:cubicBezTo>
                <a:cubicBezTo>
                  <a:pt x="341" y="347"/>
                  <a:pt x="322" y="373"/>
                  <a:pt x="295" y="393"/>
                </a:cubicBezTo>
                <a:cubicBezTo>
                  <a:pt x="268" y="413"/>
                  <a:pt x="238" y="422"/>
                  <a:pt x="204" y="422"/>
                </a:cubicBezTo>
                <a:cubicBezTo>
                  <a:pt x="145" y="422"/>
                  <a:pt x="97" y="401"/>
                  <a:pt x="58" y="359"/>
                </a:cubicBezTo>
                <a:cubicBezTo>
                  <a:pt x="20" y="317"/>
                  <a:pt x="0" y="268"/>
                  <a:pt x="0" y="212"/>
                </a:cubicBezTo>
                <a:moveTo>
                  <a:pt x="280" y="160"/>
                </a:moveTo>
                <a:cubicBezTo>
                  <a:pt x="274" y="81"/>
                  <a:pt x="244" y="39"/>
                  <a:pt x="193" y="34"/>
                </a:cubicBezTo>
                <a:lnTo>
                  <a:pt x="191" y="34"/>
                </a:lnTo>
                <a:cubicBezTo>
                  <a:pt x="186" y="34"/>
                  <a:pt x="181" y="35"/>
                  <a:pt x="177" y="35"/>
                </a:cubicBezTo>
                <a:cubicBezTo>
                  <a:pt x="171" y="36"/>
                  <a:pt x="163" y="38"/>
                  <a:pt x="153" y="43"/>
                </a:cubicBezTo>
                <a:cubicBezTo>
                  <a:pt x="142" y="47"/>
                  <a:pt x="133" y="53"/>
                  <a:pt x="126" y="62"/>
                </a:cubicBezTo>
                <a:cubicBezTo>
                  <a:pt x="119" y="70"/>
                  <a:pt x="112" y="83"/>
                  <a:pt x="105" y="99"/>
                </a:cubicBezTo>
                <a:cubicBezTo>
                  <a:pt x="98" y="116"/>
                  <a:pt x="93" y="137"/>
                  <a:pt x="90" y="161"/>
                </a:cubicBezTo>
                <a:lnTo>
                  <a:pt x="90" y="167"/>
                </a:lnTo>
                <a:lnTo>
                  <a:pt x="280" y="167"/>
                </a:lnTo>
                <a:lnTo>
                  <a:pt x="280" y="16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2" name=""/>
          <p:cNvSpPr/>
          <p:nvPr/>
        </p:nvSpPr>
        <p:spPr>
          <a:xfrm>
            <a:off x="9320040" y="1547640"/>
            <a:ext cx="114120" cy="146160"/>
          </a:xfrm>
          <a:custGeom>
            <a:avLst/>
            <a:gdLst/>
            <a:ahLst/>
            <a:rect l="0" t="0" r="r" b="b"/>
            <a:pathLst>
              <a:path w="317" h="406">
                <a:moveTo>
                  <a:pt x="15" y="364"/>
                </a:moveTo>
                <a:lnTo>
                  <a:pt x="28" y="364"/>
                </a:lnTo>
                <a:cubicBezTo>
                  <a:pt x="52" y="364"/>
                  <a:pt x="66" y="360"/>
                  <a:pt x="71" y="350"/>
                </a:cubicBezTo>
                <a:lnTo>
                  <a:pt x="71" y="343"/>
                </a:lnTo>
                <a:cubicBezTo>
                  <a:pt x="71" y="337"/>
                  <a:pt x="71" y="330"/>
                  <a:pt x="71" y="322"/>
                </a:cubicBezTo>
                <a:cubicBezTo>
                  <a:pt x="71" y="313"/>
                  <a:pt x="71" y="304"/>
                  <a:pt x="72" y="293"/>
                </a:cubicBezTo>
                <a:cubicBezTo>
                  <a:pt x="73" y="283"/>
                  <a:pt x="73" y="271"/>
                  <a:pt x="72" y="258"/>
                </a:cubicBezTo>
                <a:cubicBezTo>
                  <a:pt x="71" y="244"/>
                  <a:pt x="71" y="231"/>
                  <a:pt x="72" y="219"/>
                </a:cubicBezTo>
                <a:cubicBezTo>
                  <a:pt x="72" y="200"/>
                  <a:pt x="72" y="180"/>
                  <a:pt x="72" y="159"/>
                </a:cubicBezTo>
                <a:cubicBezTo>
                  <a:pt x="72" y="137"/>
                  <a:pt x="72" y="119"/>
                  <a:pt x="72" y="104"/>
                </a:cubicBezTo>
                <a:lnTo>
                  <a:pt x="71" y="83"/>
                </a:lnTo>
                <a:cubicBezTo>
                  <a:pt x="69" y="72"/>
                  <a:pt x="65" y="64"/>
                  <a:pt x="58" y="60"/>
                </a:cubicBezTo>
                <a:cubicBezTo>
                  <a:pt x="51" y="57"/>
                  <a:pt x="38" y="54"/>
                  <a:pt x="17" y="52"/>
                </a:cubicBezTo>
                <a:lnTo>
                  <a:pt x="0" y="52"/>
                </a:lnTo>
                <a:lnTo>
                  <a:pt x="0" y="31"/>
                </a:lnTo>
                <a:cubicBezTo>
                  <a:pt x="0" y="17"/>
                  <a:pt x="1" y="10"/>
                  <a:pt x="2" y="10"/>
                </a:cubicBezTo>
                <a:lnTo>
                  <a:pt x="11" y="9"/>
                </a:lnTo>
                <a:cubicBezTo>
                  <a:pt x="17" y="8"/>
                  <a:pt x="26" y="8"/>
                  <a:pt x="37" y="7"/>
                </a:cubicBezTo>
                <a:cubicBezTo>
                  <a:pt x="48" y="7"/>
                  <a:pt x="59" y="6"/>
                  <a:pt x="70" y="5"/>
                </a:cubicBezTo>
                <a:cubicBezTo>
                  <a:pt x="80" y="5"/>
                  <a:pt x="91" y="4"/>
                  <a:pt x="103" y="4"/>
                </a:cubicBezTo>
                <a:cubicBezTo>
                  <a:pt x="115" y="3"/>
                  <a:pt x="124" y="2"/>
                  <a:pt x="130" y="1"/>
                </a:cubicBezTo>
                <a:cubicBezTo>
                  <a:pt x="136" y="0"/>
                  <a:pt x="139" y="-1"/>
                  <a:pt x="140" y="0"/>
                </a:cubicBezTo>
                <a:lnTo>
                  <a:pt x="143" y="0"/>
                </a:lnTo>
                <a:lnTo>
                  <a:pt x="143" y="63"/>
                </a:lnTo>
                <a:cubicBezTo>
                  <a:pt x="166" y="22"/>
                  <a:pt x="196" y="1"/>
                  <a:pt x="232" y="1"/>
                </a:cubicBezTo>
                <a:lnTo>
                  <a:pt x="237" y="1"/>
                </a:lnTo>
                <a:cubicBezTo>
                  <a:pt x="265" y="1"/>
                  <a:pt x="285" y="8"/>
                  <a:pt x="298" y="21"/>
                </a:cubicBezTo>
                <a:cubicBezTo>
                  <a:pt x="310" y="34"/>
                  <a:pt x="317" y="49"/>
                  <a:pt x="317" y="63"/>
                </a:cubicBezTo>
                <a:cubicBezTo>
                  <a:pt x="317" y="76"/>
                  <a:pt x="313" y="87"/>
                  <a:pt x="305" y="96"/>
                </a:cubicBezTo>
                <a:cubicBezTo>
                  <a:pt x="297" y="105"/>
                  <a:pt x="285" y="110"/>
                  <a:pt x="270" y="110"/>
                </a:cubicBezTo>
                <a:cubicBezTo>
                  <a:pt x="255" y="110"/>
                  <a:pt x="243" y="105"/>
                  <a:pt x="236" y="95"/>
                </a:cubicBezTo>
                <a:cubicBezTo>
                  <a:pt x="229" y="85"/>
                  <a:pt x="225" y="75"/>
                  <a:pt x="224" y="64"/>
                </a:cubicBezTo>
                <a:cubicBezTo>
                  <a:pt x="224" y="59"/>
                  <a:pt x="225" y="54"/>
                  <a:pt x="226" y="49"/>
                </a:cubicBezTo>
                <a:cubicBezTo>
                  <a:pt x="227" y="45"/>
                  <a:pt x="229" y="41"/>
                  <a:pt x="231" y="38"/>
                </a:cubicBezTo>
                <a:cubicBezTo>
                  <a:pt x="232" y="35"/>
                  <a:pt x="233" y="34"/>
                  <a:pt x="233" y="34"/>
                </a:cubicBezTo>
                <a:cubicBezTo>
                  <a:pt x="232" y="33"/>
                  <a:pt x="225" y="34"/>
                  <a:pt x="212" y="38"/>
                </a:cubicBezTo>
                <a:cubicBezTo>
                  <a:pt x="203" y="42"/>
                  <a:pt x="195" y="47"/>
                  <a:pt x="190" y="51"/>
                </a:cubicBezTo>
                <a:cubicBezTo>
                  <a:pt x="162" y="79"/>
                  <a:pt x="147" y="133"/>
                  <a:pt x="147" y="215"/>
                </a:cubicBezTo>
                <a:lnTo>
                  <a:pt x="147" y="264"/>
                </a:lnTo>
                <a:cubicBezTo>
                  <a:pt x="147" y="272"/>
                  <a:pt x="147" y="280"/>
                  <a:pt x="147" y="289"/>
                </a:cubicBezTo>
                <a:cubicBezTo>
                  <a:pt x="147" y="297"/>
                  <a:pt x="147" y="305"/>
                  <a:pt x="147" y="313"/>
                </a:cubicBezTo>
                <a:cubicBezTo>
                  <a:pt x="147" y="320"/>
                  <a:pt x="147" y="326"/>
                  <a:pt x="148" y="331"/>
                </a:cubicBezTo>
                <a:cubicBezTo>
                  <a:pt x="149" y="336"/>
                  <a:pt x="149" y="340"/>
                  <a:pt x="148" y="345"/>
                </a:cubicBezTo>
                <a:lnTo>
                  <a:pt x="148" y="349"/>
                </a:lnTo>
                <a:cubicBezTo>
                  <a:pt x="149" y="351"/>
                  <a:pt x="150" y="352"/>
                  <a:pt x="151" y="353"/>
                </a:cubicBezTo>
                <a:cubicBezTo>
                  <a:pt x="152" y="354"/>
                  <a:pt x="154" y="355"/>
                  <a:pt x="155" y="356"/>
                </a:cubicBezTo>
                <a:cubicBezTo>
                  <a:pt x="157" y="356"/>
                  <a:pt x="159" y="357"/>
                  <a:pt x="160" y="358"/>
                </a:cubicBezTo>
                <a:cubicBezTo>
                  <a:pt x="161" y="361"/>
                  <a:pt x="163" y="361"/>
                  <a:pt x="166" y="361"/>
                </a:cubicBezTo>
                <a:cubicBezTo>
                  <a:pt x="170" y="361"/>
                  <a:pt x="172" y="362"/>
                  <a:pt x="173" y="362"/>
                </a:cubicBezTo>
                <a:cubicBezTo>
                  <a:pt x="174" y="363"/>
                  <a:pt x="177" y="363"/>
                  <a:pt x="181" y="363"/>
                </a:cubicBezTo>
                <a:cubicBezTo>
                  <a:pt x="185" y="363"/>
                  <a:pt x="188" y="363"/>
                  <a:pt x="189" y="363"/>
                </a:cubicBezTo>
                <a:cubicBezTo>
                  <a:pt x="191" y="363"/>
                  <a:pt x="194" y="363"/>
                  <a:pt x="199" y="364"/>
                </a:cubicBezTo>
                <a:cubicBezTo>
                  <a:pt x="203" y="365"/>
                  <a:pt x="206" y="365"/>
                  <a:pt x="208" y="364"/>
                </a:cubicBezTo>
                <a:lnTo>
                  <a:pt x="236" y="364"/>
                </a:lnTo>
                <a:lnTo>
                  <a:pt x="236" y="406"/>
                </a:lnTo>
                <a:lnTo>
                  <a:pt x="228" y="406"/>
                </a:lnTo>
                <a:cubicBezTo>
                  <a:pt x="217" y="404"/>
                  <a:pt x="178" y="403"/>
                  <a:pt x="111" y="403"/>
                </a:cubicBezTo>
                <a:cubicBezTo>
                  <a:pt x="47" y="403"/>
                  <a:pt x="13" y="404"/>
                  <a:pt x="8" y="406"/>
                </a:cubicBezTo>
                <a:lnTo>
                  <a:pt x="0" y="406"/>
                </a:lnTo>
                <a:lnTo>
                  <a:pt x="0" y="364"/>
                </a:lnTo>
                <a:lnTo>
                  <a:pt x="15" y="364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3" name=""/>
          <p:cNvSpPr/>
          <p:nvPr/>
        </p:nvSpPr>
        <p:spPr>
          <a:xfrm>
            <a:off x="9451080" y="1464120"/>
            <a:ext cx="171360" cy="229680"/>
          </a:xfrm>
          <a:custGeom>
            <a:avLst/>
            <a:gdLst/>
            <a:ahLst/>
            <a:rect l="0" t="0" r="r" b="b"/>
            <a:pathLst>
              <a:path w="476" h="638">
                <a:moveTo>
                  <a:pt x="15" y="596"/>
                </a:moveTo>
                <a:lnTo>
                  <a:pt x="28" y="596"/>
                </a:lnTo>
                <a:cubicBezTo>
                  <a:pt x="52" y="596"/>
                  <a:pt x="67" y="592"/>
                  <a:pt x="72" y="583"/>
                </a:cubicBezTo>
                <a:lnTo>
                  <a:pt x="72" y="576"/>
                </a:lnTo>
                <a:cubicBezTo>
                  <a:pt x="72" y="570"/>
                  <a:pt x="72" y="563"/>
                  <a:pt x="72" y="555"/>
                </a:cubicBezTo>
                <a:cubicBezTo>
                  <a:pt x="72" y="546"/>
                  <a:pt x="72" y="536"/>
                  <a:pt x="72" y="525"/>
                </a:cubicBezTo>
                <a:cubicBezTo>
                  <a:pt x="72" y="513"/>
                  <a:pt x="72" y="500"/>
                  <a:pt x="72" y="485"/>
                </a:cubicBezTo>
                <a:cubicBezTo>
                  <a:pt x="72" y="470"/>
                  <a:pt x="72" y="455"/>
                  <a:pt x="73" y="439"/>
                </a:cubicBezTo>
                <a:cubicBezTo>
                  <a:pt x="74" y="423"/>
                  <a:pt x="74" y="407"/>
                  <a:pt x="73" y="389"/>
                </a:cubicBezTo>
                <a:cubicBezTo>
                  <a:pt x="72" y="371"/>
                  <a:pt x="72" y="354"/>
                  <a:pt x="73" y="337"/>
                </a:cubicBezTo>
                <a:cubicBezTo>
                  <a:pt x="73" y="314"/>
                  <a:pt x="73" y="290"/>
                  <a:pt x="73" y="265"/>
                </a:cubicBezTo>
                <a:cubicBezTo>
                  <a:pt x="73" y="240"/>
                  <a:pt x="73" y="217"/>
                  <a:pt x="73" y="196"/>
                </a:cubicBezTo>
                <a:cubicBezTo>
                  <a:pt x="73" y="175"/>
                  <a:pt x="73" y="157"/>
                  <a:pt x="72" y="141"/>
                </a:cubicBezTo>
                <a:cubicBezTo>
                  <a:pt x="71" y="125"/>
                  <a:pt x="71" y="112"/>
                  <a:pt x="72" y="101"/>
                </a:cubicBezTo>
                <a:cubicBezTo>
                  <a:pt x="73" y="90"/>
                  <a:pt x="73" y="85"/>
                  <a:pt x="72" y="85"/>
                </a:cubicBezTo>
                <a:cubicBezTo>
                  <a:pt x="70" y="74"/>
                  <a:pt x="66" y="65"/>
                  <a:pt x="59" y="61"/>
                </a:cubicBezTo>
                <a:cubicBezTo>
                  <a:pt x="52" y="58"/>
                  <a:pt x="38" y="55"/>
                  <a:pt x="17" y="53"/>
                </a:cubicBezTo>
                <a:lnTo>
                  <a:pt x="0" y="53"/>
                </a:lnTo>
                <a:lnTo>
                  <a:pt x="0" y="32"/>
                </a:lnTo>
                <a:cubicBezTo>
                  <a:pt x="0" y="18"/>
                  <a:pt x="1" y="11"/>
                  <a:pt x="2" y="11"/>
                </a:cubicBezTo>
                <a:lnTo>
                  <a:pt x="11" y="10"/>
                </a:lnTo>
                <a:cubicBezTo>
                  <a:pt x="18" y="9"/>
                  <a:pt x="26" y="9"/>
                  <a:pt x="38" y="8"/>
                </a:cubicBezTo>
                <a:cubicBezTo>
                  <a:pt x="50" y="8"/>
                  <a:pt x="62" y="7"/>
                  <a:pt x="73" y="6"/>
                </a:cubicBezTo>
                <a:cubicBezTo>
                  <a:pt x="83" y="6"/>
                  <a:pt x="95" y="5"/>
                  <a:pt x="107" y="4"/>
                </a:cubicBezTo>
                <a:cubicBezTo>
                  <a:pt x="119" y="4"/>
                  <a:pt x="128" y="3"/>
                  <a:pt x="134" y="2"/>
                </a:cubicBezTo>
                <a:cubicBezTo>
                  <a:pt x="141" y="0"/>
                  <a:pt x="144" y="0"/>
                  <a:pt x="145" y="1"/>
                </a:cubicBezTo>
                <a:lnTo>
                  <a:pt x="147" y="1"/>
                </a:lnTo>
                <a:lnTo>
                  <a:pt x="147" y="302"/>
                </a:lnTo>
                <a:cubicBezTo>
                  <a:pt x="184" y="256"/>
                  <a:pt x="228" y="233"/>
                  <a:pt x="279" y="233"/>
                </a:cubicBezTo>
                <a:cubicBezTo>
                  <a:pt x="355" y="233"/>
                  <a:pt x="396" y="267"/>
                  <a:pt x="403" y="337"/>
                </a:cubicBezTo>
                <a:cubicBezTo>
                  <a:pt x="404" y="341"/>
                  <a:pt x="404" y="383"/>
                  <a:pt x="404" y="464"/>
                </a:cubicBezTo>
                <a:lnTo>
                  <a:pt x="404" y="543"/>
                </a:lnTo>
                <a:cubicBezTo>
                  <a:pt x="404" y="566"/>
                  <a:pt x="405" y="580"/>
                  <a:pt x="406" y="584"/>
                </a:cubicBezTo>
                <a:cubicBezTo>
                  <a:pt x="407" y="588"/>
                  <a:pt x="410" y="591"/>
                  <a:pt x="416" y="593"/>
                </a:cubicBezTo>
                <a:cubicBezTo>
                  <a:pt x="429" y="595"/>
                  <a:pt x="444" y="596"/>
                  <a:pt x="461" y="596"/>
                </a:cubicBezTo>
                <a:lnTo>
                  <a:pt x="476" y="596"/>
                </a:lnTo>
                <a:lnTo>
                  <a:pt x="476" y="638"/>
                </a:lnTo>
                <a:lnTo>
                  <a:pt x="468" y="638"/>
                </a:lnTo>
                <a:lnTo>
                  <a:pt x="446" y="637"/>
                </a:lnTo>
                <a:cubicBezTo>
                  <a:pt x="432" y="637"/>
                  <a:pt x="417" y="636"/>
                  <a:pt x="400" y="636"/>
                </a:cubicBezTo>
                <a:cubicBezTo>
                  <a:pt x="384" y="636"/>
                  <a:pt x="372" y="636"/>
                  <a:pt x="366" y="635"/>
                </a:cubicBezTo>
                <a:cubicBezTo>
                  <a:pt x="303" y="635"/>
                  <a:pt x="268" y="636"/>
                  <a:pt x="263" y="638"/>
                </a:cubicBezTo>
                <a:lnTo>
                  <a:pt x="255" y="638"/>
                </a:lnTo>
                <a:lnTo>
                  <a:pt x="255" y="596"/>
                </a:lnTo>
                <a:lnTo>
                  <a:pt x="270" y="596"/>
                </a:lnTo>
                <a:cubicBezTo>
                  <a:pt x="307" y="596"/>
                  <a:pt x="326" y="591"/>
                  <a:pt x="326" y="581"/>
                </a:cubicBezTo>
                <a:cubicBezTo>
                  <a:pt x="327" y="580"/>
                  <a:pt x="327" y="538"/>
                  <a:pt x="327" y="455"/>
                </a:cubicBezTo>
                <a:cubicBezTo>
                  <a:pt x="326" y="372"/>
                  <a:pt x="326" y="329"/>
                  <a:pt x="325" y="324"/>
                </a:cubicBezTo>
                <a:cubicBezTo>
                  <a:pt x="322" y="307"/>
                  <a:pt x="315" y="294"/>
                  <a:pt x="307" y="285"/>
                </a:cubicBezTo>
                <a:cubicBezTo>
                  <a:pt x="298" y="277"/>
                  <a:pt x="291" y="271"/>
                  <a:pt x="285" y="270"/>
                </a:cubicBezTo>
                <a:cubicBezTo>
                  <a:pt x="279" y="268"/>
                  <a:pt x="271" y="267"/>
                  <a:pt x="261" y="268"/>
                </a:cubicBezTo>
                <a:cubicBezTo>
                  <a:pt x="233" y="268"/>
                  <a:pt x="209" y="278"/>
                  <a:pt x="189" y="299"/>
                </a:cubicBezTo>
                <a:cubicBezTo>
                  <a:pt x="172" y="315"/>
                  <a:pt x="162" y="332"/>
                  <a:pt x="157" y="349"/>
                </a:cubicBezTo>
                <a:cubicBezTo>
                  <a:pt x="153" y="366"/>
                  <a:pt x="151" y="392"/>
                  <a:pt x="150" y="425"/>
                </a:cubicBezTo>
                <a:lnTo>
                  <a:pt x="150" y="484"/>
                </a:lnTo>
                <a:lnTo>
                  <a:pt x="150" y="539"/>
                </a:lnTo>
                <a:cubicBezTo>
                  <a:pt x="150" y="558"/>
                  <a:pt x="150" y="570"/>
                  <a:pt x="151" y="576"/>
                </a:cubicBezTo>
                <a:cubicBezTo>
                  <a:pt x="152" y="582"/>
                  <a:pt x="152" y="586"/>
                  <a:pt x="154" y="588"/>
                </a:cubicBezTo>
                <a:cubicBezTo>
                  <a:pt x="155" y="590"/>
                  <a:pt x="158" y="591"/>
                  <a:pt x="162" y="593"/>
                </a:cubicBezTo>
                <a:cubicBezTo>
                  <a:pt x="175" y="595"/>
                  <a:pt x="190" y="596"/>
                  <a:pt x="207" y="596"/>
                </a:cubicBezTo>
                <a:lnTo>
                  <a:pt x="222" y="596"/>
                </a:lnTo>
                <a:lnTo>
                  <a:pt x="222" y="638"/>
                </a:lnTo>
                <a:lnTo>
                  <a:pt x="214" y="638"/>
                </a:lnTo>
                <a:lnTo>
                  <a:pt x="193" y="637"/>
                </a:lnTo>
                <a:cubicBezTo>
                  <a:pt x="178" y="637"/>
                  <a:pt x="163" y="636"/>
                  <a:pt x="146" y="636"/>
                </a:cubicBezTo>
                <a:cubicBezTo>
                  <a:pt x="130" y="636"/>
                  <a:pt x="118" y="636"/>
                  <a:pt x="112" y="635"/>
                </a:cubicBezTo>
                <a:cubicBezTo>
                  <a:pt x="48" y="635"/>
                  <a:pt x="13" y="636"/>
                  <a:pt x="8" y="638"/>
                </a:cubicBezTo>
                <a:lnTo>
                  <a:pt x="0" y="638"/>
                </a:lnTo>
                <a:lnTo>
                  <a:pt x="0" y="596"/>
                </a:lnTo>
                <a:lnTo>
                  <a:pt x="15" y="596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4" name=""/>
          <p:cNvSpPr/>
          <p:nvPr/>
        </p:nvSpPr>
        <p:spPr>
          <a:xfrm>
            <a:off x="9635760" y="1545480"/>
            <a:ext cx="128160" cy="151920"/>
          </a:xfrm>
          <a:custGeom>
            <a:avLst/>
            <a:gdLst/>
            <a:ahLst/>
            <a:rect l="0" t="0" r="r" b="b"/>
            <a:pathLst>
              <a:path w="356" h="422">
                <a:moveTo>
                  <a:pt x="0" y="212"/>
                </a:moveTo>
                <a:cubicBezTo>
                  <a:pt x="0" y="179"/>
                  <a:pt x="6" y="148"/>
                  <a:pt x="18" y="121"/>
                </a:cubicBezTo>
                <a:cubicBezTo>
                  <a:pt x="31" y="92"/>
                  <a:pt x="46" y="70"/>
                  <a:pt x="64" y="53"/>
                </a:cubicBezTo>
                <a:cubicBezTo>
                  <a:pt x="83" y="36"/>
                  <a:pt x="103" y="23"/>
                  <a:pt x="124" y="14"/>
                </a:cubicBezTo>
                <a:cubicBezTo>
                  <a:pt x="145" y="6"/>
                  <a:pt x="165" y="1"/>
                  <a:pt x="184" y="0"/>
                </a:cubicBezTo>
                <a:cubicBezTo>
                  <a:pt x="217" y="0"/>
                  <a:pt x="245" y="6"/>
                  <a:pt x="268" y="17"/>
                </a:cubicBezTo>
                <a:cubicBezTo>
                  <a:pt x="291" y="28"/>
                  <a:pt x="309" y="43"/>
                  <a:pt x="322" y="63"/>
                </a:cubicBezTo>
                <a:cubicBezTo>
                  <a:pt x="334" y="82"/>
                  <a:pt x="343" y="102"/>
                  <a:pt x="348" y="122"/>
                </a:cubicBezTo>
                <a:cubicBezTo>
                  <a:pt x="353" y="142"/>
                  <a:pt x="355" y="164"/>
                  <a:pt x="356" y="188"/>
                </a:cubicBezTo>
                <a:cubicBezTo>
                  <a:pt x="356" y="192"/>
                  <a:pt x="354" y="196"/>
                  <a:pt x="350" y="200"/>
                </a:cubicBezTo>
                <a:lnTo>
                  <a:pt x="90" y="200"/>
                </a:lnTo>
                <a:lnTo>
                  <a:pt x="90" y="214"/>
                </a:lnTo>
                <a:cubicBezTo>
                  <a:pt x="90" y="305"/>
                  <a:pt x="121" y="360"/>
                  <a:pt x="182" y="379"/>
                </a:cubicBezTo>
                <a:cubicBezTo>
                  <a:pt x="194" y="383"/>
                  <a:pt x="207" y="385"/>
                  <a:pt x="222" y="385"/>
                </a:cubicBezTo>
                <a:cubicBezTo>
                  <a:pt x="248" y="385"/>
                  <a:pt x="270" y="375"/>
                  <a:pt x="288" y="355"/>
                </a:cubicBezTo>
                <a:cubicBezTo>
                  <a:pt x="298" y="345"/>
                  <a:pt x="307" y="332"/>
                  <a:pt x="313" y="317"/>
                </a:cubicBezTo>
                <a:lnTo>
                  <a:pt x="323" y="295"/>
                </a:lnTo>
                <a:cubicBezTo>
                  <a:pt x="325" y="293"/>
                  <a:pt x="330" y="292"/>
                  <a:pt x="338" y="292"/>
                </a:cubicBezTo>
                <a:lnTo>
                  <a:pt x="340" y="292"/>
                </a:lnTo>
                <a:cubicBezTo>
                  <a:pt x="351" y="292"/>
                  <a:pt x="356" y="295"/>
                  <a:pt x="356" y="301"/>
                </a:cubicBezTo>
                <a:cubicBezTo>
                  <a:pt x="356" y="304"/>
                  <a:pt x="355" y="308"/>
                  <a:pt x="353" y="313"/>
                </a:cubicBezTo>
                <a:cubicBezTo>
                  <a:pt x="342" y="347"/>
                  <a:pt x="322" y="373"/>
                  <a:pt x="294" y="393"/>
                </a:cubicBezTo>
                <a:cubicBezTo>
                  <a:pt x="268" y="413"/>
                  <a:pt x="237" y="422"/>
                  <a:pt x="204" y="422"/>
                </a:cubicBezTo>
                <a:cubicBezTo>
                  <a:pt x="146" y="422"/>
                  <a:pt x="97" y="401"/>
                  <a:pt x="59" y="359"/>
                </a:cubicBezTo>
                <a:cubicBezTo>
                  <a:pt x="20" y="317"/>
                  <a:pt x="1" y="268"/>
                  <a:pt x="0" y="212"/>
                </a:cubicBezTo>
                <a:moveTo>
                  <a:pt x="280" y="160"/>
                </a:moveTo>
                <a:cubicBezTo>
                  <a:pt x="273" y="81"/>
                  <a:pt x="244" y="39"/>
                  <a:pt x="193" y="34"/>
                </a:cubicBezTo>
                <a:lnTo>
                  <a:pt x="191" y="34"/>
                </a:lnTo>
                <a:cubicBezTo>
                  <a:pt x="186" y="34"/>
                  <a:pt x="181" y="35"/>
                  <a:pt x="176" y="35"/>
                </a:cubicBezTo>
                <a:cubicBezTo>
                  <a:pt x="171" y="36"/>
                  <a:pt x="164" y="38"/>
                  <a:pt x="153" y="43"/>
                </a:cubicBezTo>
                <a:cubicBezTo>
                  <a:pt x="143" y="47"/>
                  <a:pt x="134" y="53"/>
                  <a:pt x="127" y="62"/>
                </a:cubicBezTo>
                <a:cubicBezTo>
                  <a:pt x="119" y="70"/>
                  <a:pt x="112" y="83"/>
                  <a:pt x="106" y="99"/>
                </a:cubicBezTo>
                <a:cubicBezTo>
                  <a:pt x="99" y="116"/>
                  <a:pt x="94" y="137"/>
                  <a:pt x="91" y="161"/>
                </a:cubicBezTo>
                <a:lnTo>
                  <a:pt x="91" y="167"/>
                </a:lnTo>
                <a:lnTo>
                  <a:pt x="280" y="167"/>
                </a:lnTo>
                <a:lnTo>
                  <a:pt x="280" y="16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5" name=""/>
          <p:cNvSpPr/>
          <p:nvPr/>
        </p:nvSpPr>
        <p:spPr>
          <a:xfrm>
            <a:off x="9784440" y="1545480"/>
            <a:ext cx="151920" cy="151920"/>
          </a:xfrm>
          <a:custGeom>
            <a:avLst/>
            <a:gdLst/>
            <a:ahLst/>
            <a:rect l="0" t="0" r="r" b="b"/>
            <a:pathLst>
              <a:path w="422" h="422">
                <a:moveTo>
                  <a:pt x="94" y="133"/>
                </a:moveTo>
                <a:cubicBezTo>
                  <a:pt x="94" y="133"/>
                  <a:pt x="88" y="133"/>
                  <a:pt x="74" y="133"/>
                </a:cubicBezTo>
                <a:cubicBezTo>
                  <a:pt x="61" y="133"/>
                  <a:pt x="49" y="128"/>
                  <a:pt x="40" y="119"/>
                </a:cubicBezTo>
                <a:cubicBezTo>
                  <a:pt x="31" y="109"/>
                  <a:pt x="26" y="97"/>
                  <a:pt x="26" y="82"/>
                </a:cubicBezTo>
                <a:cubicBezTo>
                  <a:pt x="26" y="61"/>
                  <a:pt x="37" y="42"/>
                  <a:pt x="58" y="25"/>
                </a:cubicBezTo>
                <a:cubicBezTo>
                  <a:pt x="78" y="9"/>
                  <a:pt x="115" y="0"/>
                  <a:pt x="169" y="0"/>
                </a:cubicBezTo>
                <a:cubicBezTo>
                  <a:pt x="213" y="0"/>
                  <a:pt x="249" y="10"/>
                  <a:pt x="277" y="30"/>
                </a:cubicBezTo>
                <a:cubicBezTo>
                  <a:pt x="304" y="49"/>
                  <a:pt x="323" y="73"/>
                  <a:pt x="333" y="99"/>
                </a:cubicBezTo>
                <a:cubicBezTo>
                  <a:pt x="336" y="108"/>
                  <a:pt x="337" y="118"/>
                  <a:pt x="337" y="129"/>
                </a:cubicBezTo>
                <a:cubicBezTo>
                  <a:pt x="337" y="139"/>
                  <a:pt x="338" y="174"/>
                  <a:pt x="338" y="234"/>
                </a:cubicBezTo>
                <a:lnTo>
                  <a:pt x="338" y="299"/>
                </a:lnTo>
                <a:cubicBezTo>
                  <a:pt x="338" y="328"/>
                  <a:pt x="340" y="348"/>
                  <a:pt x="343" y="359"/>
                </a:cubicBezTo>
                <a:cubicBezTo>
                  <a:pt x="346" y="370"/>
                  <a:pt x="352" y="376"/>
                  <a:pt x="362" y="376"/>
                </a:cubicBezTo>
                <a:cubicBezTo>
                  <a:pt x="371" y="376"/>
                  <a:pt x="377" y="371"/>
                  <a:pt x="380" y="361"/>
                </a:cubicBezTo>
                <a:cubicBezTo>
                  <a:pt x="384" y="351"/>
                  <a:pt x="385" y="335"/>
                  <a:pt x="385" y="312"/>
                </a:cubicBezTo>
                <a:lnTo>
                  <a:pt x="385" y="279"/>
                </a:lnTo>
                <a:lnTo>
                  <a:pt x="422" y="279"/>
                </a:lnTo>
                <a:lnTo>
                  <a:pt x="422" y="315"/>
                </a:lnTo>
                <a:cubicBezTo>
                  <a:pt x="421" y="339"/>
                  <a:pt x="420" y="354"/>
                  <a:pt x="419" y="358"/>
                </a:cubicBezTo>
                <a:cubicBezTo>
                  <a:pt x="413" y="376"/>
                  <a:pt x="403" y="391"/>
                  <a:pt x="387" y="401"/>
                </a:cubicBezTo>
                <a:cubicBezTo>
                  <a:pt x="371" y="412"/>
                  <a:pt x="354" y="417"/>
                  <a:pt x="336" y="418"/>
                </a:cubicBezTo>
                <a:cubicBezTo>
                  <a:pt x="318" y="418"/>
                  <a:pt x="303" y="413"/>
                  <a:pt x="292" y="401"/>
                </a:cubicBezTo>
                <a:cubicBezTo>
                  <a:pt x="281" y="390"/>
                  <a:pt x="274" y="377"/>
                  <a:pt x="270" y="363"/>
                </a:cubicBezTo>
                <a:lnTo>
                  <a:pt x="270" y="359"/>
                </a:lnTo>
                <a:lnTo>
                  <a:pt x="268" y="362"/>
                </a:lnTo>
                <a:cubicBezTo>
                  <a:pt x="267" y="364"/>
                  <a:pt x="266" y="365"/>
                  <a:pt x="264" y="367"/>
                </a:cubicBezTo>
                <a:cubicBezTo>
                  <a:pt x="262" y="369"/>
                  <a:pt x="260" y="372"/>
                  <a:pt x="257" y="376"/>
                </a:cubicBezTo>
                <a:cubicBezTo>
                  <a:pt x="254" y="379"/>
                  <a:pt x="250" y="383"/>
                  <a:pt x="246" y="386"/>
                </a:cubicBezTo>
                <a:cubicBezTo>
                  <a:pt x="241" y="389"/>
                  <a:pt x="237" y="392"/>
                  <a:pt x="232" y="397"/>
                </a:cubicBezTo>
                <a:cubicBezTo>
                  <a:pt x="227" y="401"/>
                  <a:pt x="221" y="404"/>
                  <a:pt x="215" y="407"/>
                </a:cubicBezTo>
                <a:cubicBezTo>
                  <a:pt x="209" y="409"/>
                  <a:pt x="202" y="412"/>
                  <a:pt x="195" y="414"/>
                </a:cubicBezTo>
                <a:cubicBezTo>
                  <a:pt x="188" y="417"/>
                  <a:pt x="180" y="418"/>
                  <a:pt x="171" y="420"/>
                </a:cubicBezTo>
                <a:cubicBezTo>
                  <a:pt x="163" y="421"/>
                  <a:pt x="153" y="422"/>
                  <a:pt x="143" y="422"/>
                </a:cubicBezTo>
                <a:cubicBezTo>
                  <a:pt x="106" y="422"/>
                  <a:pt x="73" y="413"/>
                  <a:pt x="44" y="394"/>
                </a:cubicBezTo>
                <a:cubicBezTo>
                  <a:pt x="14" y="375"/>
                  <a:pt x="0" y="348"/>
                  <a:pt x="0" y="314"/>
                </a:cubicBezTo>
                <a:cubicBezTo>
                  <a:pt x="0" y="301"/>
                  <a:pt x="2" y="289"/>
                  <a:pt x="6" y="277"/>
                </a:cubicBezTo>
                <a:cubicBezTo>
                  <a:pt x="10" y="266"/>
                  <a:pt x="19" y="253"/>
                  <a:pt x="31" y="240"/>
                </a:cubicBezTo>
                <a:cubicBezTo>
                  <a:pt x="43" y="226"/>
                  <a:pt x="58" y="215"/>
                  <a:pt x="75" y="206"/>
                </a:cubicBezTo>
                <a:cubicBezTo>
                  <a:pt x="92" y="197"/>
                  <a:pt x="116" y="188"/>
                  <a:pt x="147" y="180"/>
                </a:cubicBezTo>
                <a:cubicBezTo>
                  <a:pt x="177" y="172"/>
                  <a:pt x="211" y="168"/>
                  <a:pt x="247" y="166"/>
                </a:cubicBezTo>
                <a:lnTo>
                  <a:pt x="260" y="166"/>
                </a:lnTo>
                <a:lnTo>
                  <a:pt x="260" y="146"/>
                </a:lnTo>
                <a:cubicBezTo>
                  <a:pt x="260" y="126"/>
                  <a:pt x="258" y="109"/>
                  <a:pt x="255" y="99"/>
                </a:cubicBezTo>
                <a:cubicBezTo>
                  <a:pt x="241" y="56"/>
                  <a:pt x="212" y="34"/>
                  <a:pt x="166" y="34"/>
                </a:cubicBezTo>
                <a:cubicBezTo>
                  <a:pt x="155" y="34"/>
                  <a:pt x="144" y="35"/>
                  <a:pt x="135" y="35"/>
                </a:cubicBezTo>
                <a:cubicBezTo>
                  <a:pt x="125" y="36"/>
                  <a:pt x="117" y="37"/>
                  <a:pt x="112" y="39"/>
                </a:cubicBezTo>
                <a:cubicBezTo>
                  <a:pt x="106" y="41"/>
                  <a:pt x="104" y="42"/>
                  <a:pt x="104" y="42"/>
                </a:cubicBezTo>
                <a:cubicBezTo>
                  <a:pt x="118" y="51"/>
                  <a:pt x="125" y="64"/>
                  <a:pt x="125" y="82"/>
                </a:cubicBezTo>
                <a:cubicBezTo>
                  <a:pt x="125" y="97"/>
                  <a:pt x="120" y="109"/>
                  <a:pt x="110" y="119"/>
                </a:cubicBezTo>
                <a:lnTo>
                  <a:pt x="94" y="133"/>
                </a:lnTo>
                <a:moveTo>
                  <a:pt x="84" y="315"/>
                </a:moveTo>
                <a:cubicBezTo>
                  <a:pt x="84" y="334"/>
                  <a:pt x="91" y="351"/>
                  <a:pt x="106" y="365"/>
                </a:cubicBezTo>
                <a:cubicBezTo>
                  <a:pt x="121" y="380"/>
                  <a:pt x="139" y="388"/>
                  <a:pt x="160" y="388"/>
                </a:cubicBezTo>
                <a:cubicBezTo>
                  <a:pt x="184" y="388"/>
                  <a:pt x="204" y="381"/>
                  <a:pt x="222" y="367"/>
                </a:cubicBezTo>
                <a:cubicBezTo>
                  <a:pt x="239" y="353"/>
                  <a:pt x="251" y="335"/>
                  <a:pt x="257" y="312"/>
                </a:cubicBezTo>
                <a:cubicBezTo>
                  <a:pt x="259" y="308"/>
                  <a:pt x="260" y="288"/>
                  <a:pt x="260" y="252"/>
                </a:cubicBezTo>
                <a:cubicBezTo>
                  <a:pt x="260" y="216"/>
                  <a:pt x="260" y="199"/>
                  <a:pt x="259" y="199"/>
                </a:cubicBezTo>
                <a:cubicBezTo>
                  <a:pt x="254" y="199"/>
                  <a:pt x="248" y="199"/>
                  <a:pt x="240" y="199"/>
                </a:cubicBezTo>
                <a:cubicBezTo>
                  <a:pt x="232" y="200"/>
                  <a:pt x="218" y="203"/>
                  <a:pt x="199" y="208"/>
                </a:cubicBezTo>
                <a:cubicBezTo>
                  <a:pt x="179" y="213"/>
                  <a:pt x="161" y="219"/>
                  <a:pt x="146" y="226"/>
                </a:cubicBezTo>
                <a:cubicBezTo>
                  <a:pt x="130" y="233"/>
                  <a:pt x="116" y="245"/>
                  <a:pt x="103" y="260"/>
                </a:cubicBezTo>
                <a:cubicBezTo>
                  <a:pt x="91" y="275"/>
                  <a:pt x="85" y="294"/>
                  <a:pt x="84" y="31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6" name=""/>
          <p:cNvSpPr/>
          <p:nvPr/>
        </p:nvSpPr>
        <p:spPr>
          <a:xfrm>
            <a:off x="9949320" y="1464120"/>
            <a:ext cx="165960" cy="233280"/>
          </a:xfrm>
          <a:custGeom>
            <a:avLst/>
            <a:gdLst/>
            <a:ahLst/>
            <a:rect l="0" t="0" r="r" b="b"/>
            <a:pathLst>
              <a:path w="461" h="648">
                <a:moveTo>
                  <a:pt x="315" y="184"/>
                </a:moveTo>
                <a:cubicBezTo>
                  <a:pt x="315" y="175"/>
                  <a:pt x="315" y="162"/>
                  <a:pt x="315" y="148"/>
                </a:cubicBezTo>
                <a:cubicBezTo>
                  <a:pt x="315" y="133"/>
                  <a:pt x="315" y="122"/>
                  <a:pt x="316" y="116"/>
                </a:cubicBezTo>
                <a:cubicBezTo>
                  <a:pt x="316" y="89"/>
                  <a:pt x="313" y="72"/>
                  <a:pt x="307" y="65"/>
                </a:cubicBezTo>
                <a:cubicBezTo>
                  <a:pt x="301" y="58"/>
                  <a:pt x="285" y="54"/>
                  <a:pt x="260" y="53"/>
                </a:cubicBezTo>
                <a:lnTo>
                  <a:pt x="243" y="53"/>
                </a:lnTo>
                <a:lnTo>
                  <a:pt x="243" y="32"/>
                </a:lnTo>
                <a:cubicBezTo>
                  <a:pt x="243" y="18"/>
                  <a:pt x="244" y="11"/>
                  <a:pt x="245" y="11"/>
                </a:cubicBezTo>
                <a:lnTo>
                  <a:pt x="254" y="10"/>
                </a:lnTo>
                <a:cubicBezTo>
                  <a:pt x="261" y="9"/>
                  <a:pt x="269" y="9"/>
                  <a:pt x="281" y="8"/>
                </a:cubicBezTo>
                <a:cubicBezTo>
                  <a:pt x="293" y="8"/>
                  <a:pt x="304" y="7"/>
                  <a:pt x="315" y="6"/>
                </a:cubicBezTo>
                <a:cubicBezTo>
                  <a:pt x="325" y="6"/>
                  <a:pt x="337" y="5"/>
                  <a:pt x="349" y="4"/>
                </a:cubicBezTo>
                <a:cubicBezTo>
                  <a:pt x="361" y="4"/>
                  <a:pt x="370" y="3"/>
                  <a:pt x="376" y="2"/>
                </a:cubicBezTo>
                <a:cubicBezTo>
                  <a:pt x="383" y="0"/>
                  <a:pt x="386" y="0"/>
                  <a:pt x="386" y="1"/>
                </a:cubicBezTo>
                <a:lnTo>
                  <a:pt x="389" y="1"/>
                </a:lnTo>
                <a:lnTo>
                  <a:pt x="389" y="281"/>
                </a:lnTo>
                <a:cubicBezTo>
                  <a:pt x="389" y="468"/>
                  <a:pt x="390" y="562"/>
                  <a:pt x="390" y="564"/>
                </a:cubicBezTo>
                <a:cubicBezTo>
                  <a:pt x="392" y="576"/>
                  <a:pt x="396" y="584"/>
                  <a:pt x="403" y="588"/>
                </a:cubicBezTo>
                <a:cubicBezTo>
                  <a:pt x="410" y="591"/>
                  <a:pt x="423" y="594"/>
                  <a:pt x="444" y="596"/>
                </a:cubicBezTo>
                <a:lnTo>
                  <a:pt x="461" y="596"/>
                </a:lnTo>
                <a:lnTo>
                  <a:pt x="461" y="638"/>
                </a:lnTo>
                <a:cubicBezTo>
                  <a:pt x="460" y="638"/>
                  <a:pt x="436" y="640"/>
                  <a:pt x="391" y="643"/>
                </a:cubicBezTo>
                <a:cubicBezTo>
                  <a:pt x="346" y="646"/>
                  <a:pt x="322" y="648"/>
                  <a:pt x="319" y="648"/>
                </a:cubicBezTo>
                <a:lnTo>
                  <a:pt x="312" y="648"/>
                </a:lnTo>
                <a:lnTo>
                  <a:pt x="312" y="598"/>
                </a:lnTo>
                <a:lnTo>
                  <a:pt x="305" y="604"/>
                </a:lnTo>
                <a:cubicBezTo>
                  <a:pt x="269" y="634"/>
                  <a:pt x="230" y="648"/>
                  <a:pt x="186" y="648"/>
                </a:cubicBezTo>
                <a:cubicBezTo>
                  <a:pt x="139" y="648"/>
                  <a:pt x="95" y="630"/>
                  <a:pt x="57" y="592"/>
                </a:cubicBezTo>
                <a:cubicBezTo>
                  <a:pt x="19" y="555"/>
                  <a:pt x="0" y="505"/>
                  <a:pt x="0" y="441"/>
                </a:cubicBezTo>
                <a:cubicBezTo>
                  <a:pt x="0" y="380"/>
                  <a:pt x="20" y="330"/>
                  <a:pt x="58" y="292"/>
                </a:cubicBezTo>
                <a:cubicBezTo>
                  <a:pt x="97" y="253"/>
                  <a:pt x="143" y="234"/>
                  <a:pt x="194" y="233"/>
                </a:cubicBezTo>
                <a:cubicBezTo>
                  <a:pt x="240" y="233"/>
                  <a:pt x="280" y="248"/>
                  <a:pt x="315" y="278"/>
                </a:cubicBezTo>
                <a:lnTo>
                  <a:pt x="315" y="184"/>
                </a:lnTo>
                <a:moveTo>
                  <a:pt x="312" y="325"/>
                </a:moveTo>
                <a:cubicBezTo>
                  <a:pt x="285" y="286"/>
                  <a:pt x="250" y="267"/>
                  <a:pt x="209" y="267"/>
                </a:cubicBezTo>
                <a:cubicBezTo>
                  <a:pt x="179" y="267"/>
                  <a:pt x="152" y="278"/>
                  <a:pt x="128" y="300"/>
                </a:cubicBezTo>
                <a:cubicBezTo>
                  <a:pt x="111" y="317"/>
                  <a:pt x="101" y="337"/>
                  <a:pt x="97" y="359"/>
                </a:cubicBezTo>
                <a:cubicBezTo>
                  <a:pt x="92" y="381"/>
                  <a:pt x="90" y="409"/>
                  <a:pt x="89" y="445"/>
                </a:cubicBezTo>
                <a:cubicBezTo>
                  <a:pt x="89" y="479"/>
                  <a:pt x="91" y="507"/>
                  <a:pt x="96" y="528"/>
                </a:cubicBezTo>
                <a:cubicBezTo>
                  <a:pt x="100" y="550"/>
                  <a:pt x="111" y="568"/>
                  <a:pt x="128" y="584"/>
                </a:cubicBezTo>
                <a:cubicBezTo>
                  <a:pt x="147" y="604"/>
                  <a:pt x="171" y="614"/>
                  <a:pt x="200" y="614"/>
                </a:cubicBezTo>
                <a:cubicBezTo>
                  <a:pt x="244" y="614"/>
                  <a:pt x="281" y="591"/>
                  <a:pt x="312" y="544"/>
                </a:cubicBezTo>
                <a:lnTo>
                  <a:pt x="312" y="325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7" name=""/>
          <p:cNvSpPr/>
          <p:nvPr/>
        </p:nvSpPr>
        <p:spPr>
          <a:xfrm>
            <a:off x="5102640" y="1917720"/>
            <a:ext cx="232920" cy="232920"/>
          </a:xfrm>
          <a:custGeom>
            <a:avLst/>
            <a:gdLst/>
            <a:ahLst/>
            <a:rect l="0" t="0" r="r" b="b"/>
            <a:pathLst>
              <a:path w="647" h="647">
                <a:moveTo>
                  <a:pt x="94" y="56"/>
                </a:moveTo>
                <a:cubicBezTo>
                  <a:pt x="90" y="52"/>
                  <a:pt x="86" y="49"/>
                  <a:pt x="84" y="48"/>
                </a:cubicBezTo>
                <a:cubicBezTo>
                  <a:pt x="81" y="46"/>
                  <a:pt x="77" y="45"/>
                  <a:pt x="69" y="45"/>
                </a:cubicBezTo>
                <a:cubicBezTo>
                  <a:pt x="62" y="44"/>
                  <a:pt x="49" y="43"/>
                  <a:pt x="30" y="42"/>
                </a:cubicBezTo>
                <a:lnTo>
                  <a:pt x="0" y="42"/>
                </a:lnTo>
                <a:lnTo>
                  <a:pt x="0" y="0"/>
                </a:lnTo>
                <a:lnTo>
                  <a:pt x="160" y="0"/>
                </a:lnTo>
                <a:lnTo>
                  <a:pt x="191" y="0"/>
                </a:lnTo>
                <a:lnTo>
                  <a:pt x="250" y="0"/>
                </a:lnTo>
                <a:cubicBezTo>
                  <a:pt x="296" y="0"/>
                  <a:pt x="332" y="2"/>
                  <a:pt x="357" y="5"/>
                </a:cubicBezTo>
                <a:cubicBezTo>
                  <a:pt x="383" y="9"/>
                  <a:pt x="409" y="18"/>
                  <a:pt x="434" y="32"/>
                </a:cubicBezTo>
                <a:cubicBezTo>
                  <a:pt x="492" y="61"/>
                  <a:pt x="526" y="101"/>
                  <a:pt x="534" y="152"/>
                </a:cubicBezTo>
                <a:cubicBezTo>
                  <a:pt x="535" y="155"/>
                  <a:pt x="535" y="160"/>
                  <a:pt x="535" y="168"/>
                </a:cubicBezTo>
                <a:cubicBezTo>
                  <a:pt x="535" y="188"/>
                  <a:pt x="530" y="207"/>
                  <a:pt x="521" y="225"/>
                </a:cubicBezTo>
                <a:cubicBezTo>
                  <a:pt x="511" y="242"/>
                  <a:pt x="499" y="257"/>
                  <a:pt x="486" y="268"/>
                </a:cubicBezTo>
                <a:cubicBezTo>
                  <a:pt x="472" y="279"/>
                  <a:pt x="458" y="288"/>
                  <a:pt x="444" y="296"/>
                </a:cubicBezTo>
                <a:cubicBezTo>
                  <a:pt x="430" y="304"/>
                  <a:pt x="418" y="310"/>
                  <a:pt x="409" y="313"/>
                </a:cubicBezTo>
                <a:lnTo>
                  <a:pt x="394" y="317"/>
                </a:lnTo>
                <a:cubicBezTo>
                  <a:pt x="396" y="319"/>
                  <a:pt x="399" y="321"/>
                  <a:pt x="404" y="323"/>
                </a:cubicBezTo>
                <a:cubicBezTo>
                  <a:pt x="422" y="333"/>
                  <a:pt x="437" y="343"/>
                  <a:pt x="449" y="354"/>
                </a:cubicBezTo>
                <a:cubicBezTo>
                  <a:pt x="461" y="365"/>
                  <a:pt x="469" y="378"/>
                  <a:pt x="476" y="394"/>
                </a:cubicBezTo>
                <a:cubicBezTo>
                  <a:pt x="482" y="410"/>
                  <a:pt x="486" y="423"/>
                  <a:pt x="488" y="434"/>
                </a:cubicBezTo>
                <a:cubicBezTo>
                  <a:pt x="491" y="444"/>
                  <a:pt x="494" y="461"/>
                  <a:pt x="497" y="485"/>
                </a:cubicBezTo>
                <a:cubicBezTo>
                  <a:pt x="500" y="509"/>
                  <a:pt x="503" y="528"/>
                  <a:pt x="506" y="541"/>
                </a:cubicBezTo>
                <a:cubicBezTo>
                  <a:pt x="512" y="570"/>
                  <a:pt x="519" y="590"/>
                  <a:pt x="528" y="599"/>
                </a:cubicBezTo>
                <a:cubicBezTo>
                  <a:pt x="536" y="608"/>
                  <a:pt x="548" y="613"/>
                  <a:pt x="563" y="613"/>
                </a:cubicBezTo>
                <a:lnTo>
                  <a:pt x="567" y="613"/>
                </a:lnTo>
                <a:cubicBezTo>
                  <a:pt x="576" y="613"/>
                  <a:pt x="585" y="608"/>
                  <a:pt x="594" y="598"/>
                </a:cubicBezTo>
                <a:cubicBezTo>
                  <a:pt x="602" y="588"/>
                  <a:pt x="608" y="571"/>
                  <a:pt x="610" y="548"/>
                </a:cubicBezTo>
                <a:cubicBezTo>
                  <a:pt x="610" y="541"/>
                  <a:pt x="612" y="537"/>
                  <a:pt x="614" y="535"/>
                </a:cubicBezTo>
                <a:cubicBezTo>
                  <a:pt x="617" y="533"/>
                  <a:pt x="621" y="532"/>
                  <a:pt x="629" y="531"/>
                </a:cubicBezTo>
                <a:cubicBezTo>
                  <a:pt x="636" y="530"/>
                  <a:pt x="641" y="531"/>
                  <a:pt x="643" y="533"/>
                </a:cubicBezTo>
                <a:cubicBezTo>
                  <a:pt x="646" y="535"/>
                  <a:pt x="647" y="539"/>
                  <a:pt x="647" y="545"/>
                </a:cubicBezTo>
                <a:cubicBezTo>
                  <a:pt x="647" y="564"/>
                  <a:pt x="642" y="583"/>
                  <a:pt x="632" y="603"/>
                </a:cubicBezTo>
                <a:cubicBezTo>
                  <a:pt x="623" y="622"/>
                  <a:pt x="609" y="635"/>
                  <a:pt x="592" y="642"/>
                </a:cubicBezTo>
                <a:cubicBezTo>
                  <a:pt x="582" y="646"/>
                  <a:pt x="569" y="647"/>
                  <a:pt x="554" y="647"/>
                </a:cubicBezTo>
                <a:cubicBezTo>
                  <a:pt x="462" y="644"/>
                  <a:pt x="410" y="610"/>
                  <a:pt x="396" y="545"/>
                </a:cubicBezTo>
                <a:cubicBezTo>
                  <a:pt x="395" y="538"/>
                  <a:pt x="394" y="516"/>
                  <a:pt x="394" y="478"/>
                </a:cubicBezTo>
                <a:cubicBezTo>
                  <a:pt x="394" y="440"/>
                  <a:pt x="392" y="415"/>
                  <a:pt x="388" y="402"/>
                </a:cubicBezTo>
                <a:cubicBezTo>
                  <a:pt x="376" y="366"/>
                  <a:pt x="352" y="344"/>
                  <a:pt x="317" y="334"/>
                </a:cubicBezTo>
                <a:lnTo>
                  <a:pt x="308" y="332"/>
                </a:lnTo>
                <a:lnTo>
                  <a:pt x="247" y="331"/>
                </a:lnTo>
                <a:lnTo>
                  <a:pt x="187" y="331"/>
                </a:lnTo>
                <a:lnTo>
                  <a:pt x="187" y="451"/>
                </a:lnTo>
                <a:lnTo>
                  <a:pt x="188" y="571"/>
                </a:lnTo>
                <a:cubicBezTo>
                  <a:pt x="191" y="577"/>
                  <a:pt x="196" y="581"/>
                  <a:pt x="203" y="582"/>
                </a:cubicBezTo>
                <a:cubicBezTo>
                  <a:pt x="210" y="584"/>
                  <a:pt x="226" y="585"/>
                  <a:pt x="251" y="585"/>
                </a:cubicBezTo>
                <a:lnTo>
                  <a:pt x="281" y="585"/>
                </a:lnTo>
                <a:lnTo>
                  <a:pt x="281" y="627"/>
                </a:lnTo>
                <a:lnTo>
                  <a:pt x="271" y="627"/>
                </a:lnTo>
                <a:cubicBezTo>
                  <a:pt x="258" y="625"/>
                  <a:pt x="215" y="625"/>
                  <a:pt x="141" y="625"/>
                </a:cubicBezTo>
                <a:cubicBezTo>
                  <a:pt x="66" y="625"/>
                  <a:pt x="22" y="625"/>
                  <a:pt x="10" y="627"/>
                </a:cubicBezTo>
                <a:lnTo>
                  <a:pt x="0" y="627"/>
                </a:lnTo>
                <a:lnTo>
                  <a:pt x="0" y="585"/>
                </a:lnTo>
                <a:lnTo>
                  <a:pt x="30" y="585"/>
                </a:lnTo>
                <a:cubicBezTo>
                  <a:pt x="56" y="585"/>
                  <a:pt x="71" y="584"/>
                  <a:pt x="77" y="582"/>
                </a:cubicBezTo>
                <a:cubicBezTo>
                  <a:pt x="82" y="581"/>
                  <a:pt x="88" y="577"/>
                  <a:pt x="94" y="571"/>
                </a:cubicBezTo>
                <a:lnTo>
                  <a:pt x="94" y="56"/>
                </a:lnTo>
                <a:moveTo>
                  <a:pt x="426" y="170"/>
                </a:moveTo>
                <a:lnTo>
                  <a:pt x="426" y="160"/>
                </a:lnTo>
                <a:cubicBezTo>
                  <a:pt x="426" y="149"/>
                  <a:pt x="426" y="139"/>
                  <a:pt x="425" y="132"/>
                </a:cubicBezTo>
                <a:cubicBezTo>
                  <a:pt x="425" y="125"/>
                  <a:pt x="422" y="115"/>
                  <a:pt x="417" y="104"/>
                </a:cubicBezTo>
                <a:cubicBezTo>
                  <a:pt x="412" y="92"/>
                  <a:pt x="406" y="82"/>
                  <a:pt x="399" y="75"/>
                </a:cubicBezTo>
                <a:cubicBezTo>
                  <a:pt x="393" y="68"/>
                  <a:pt x="381" y="61"/>
                  <a:pt x="365" y="55"/>
                </a:cubicBezTo>
                <a:cubicBezTo>
                  <a:pt x="347" y="49"/>
                  <a:pt x="328" y="45"/>
                  <a:pt x="307" y="43"/>
                </a:cubicBezTo>
                <a:cubicBezTo>
                  <a:pt x="306" y="43"/>
                  <a:pt x="299" y="43"/>
                  <a:pt x="287" y="43"/>
                </a:cubicBezTo>
                <a:cubicBezTo>
                  <a:pt x="274" y="43"/>
                  <a:pt x="263" y="43"/>
                  <a:pt x="254" y="42"/>
                </a:cubicBezTo>
                <a:lnTo>
                  <a:pt x="234" y="42"/>
                </a:lnTo>
                <a:cubicBezTo>
                  <a:pt x="207" y="42"/>
                  <a:pt x="192" y="45"/>
                  <a:pt x="189" y="50"/>
                </a:cubicBezTo>
                <a:cubicBezTo>
                  <a:pt x="188" y="53"/>
                  <a:pt x="187" y="94"/>
                  <a:pt x="187" y="176"/>
                </a:cubicBezTo>
                <a:lnTo>
                  <a:pt x="187" y="297"/>
                </a:lnTo>
                <a:lnTo>
                  <a:pt x="240" y="297"/>
                </a:lnTo>
                <a:cubicBezTo>
                  <a:pt x="302" y="297"/>
                  <a:pt x="346" y="292"/>
                  <a:pt x="374" y="281"/>
                </a:cubicBezTo>
                <a:cubicBezTo>
                  <a:pt x="401" y="270"/>
                  <a:pt x="418" y="246"/>
                  <a:pt x="424" y="209"/>
                </a:cubicBezTo>
                <a:cubicBezTo>
                  <a:pt x="425" y="202"/>
                  <a:pt x="426" y="189"/>
                  <a:pt x="426" y="17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8" name=""/>
          <p:cNvSpPr/>
          <p:nvPr/>
        </p:nvSpPr>
        <p:spPr>
          <a:xfrm>
            <a:off x="5347080" y="1906920"/>
            <a:ext cx="226440" cy="236520"/>
          </a:xfrm>
          <a:custGeom>
            <a:avLst/>
            <a:gdLst/>
            <a:ahLst/>
            <a:rect l="0" t="0" r="r" b="b"/>
            <a:pathLst>
              <a:path w="629" h="657">
                <a:moveTo>
                  <a:pt x="205" y="657"/>
                </a:moveTo>
                <a:cubicBezTo>
                  <a:pt x="195" y="655"/>
                  <a:pt x="160" y="655"/>
                  <a:pt x="99" y="655"/>
                </a:cubicBezTo>
                <a:cubicBezTo>
                  <a:pt x="43" y="655"/>
                  <a:pt x="12" y="655"/>
                  <a:pt x="7" y="657"/>
                </a:cubicBezTo>
                <a:lnTo>
                  <a:pt x="0" y="657"/>
                </a:lnTo>
                <a:lnTo>
                  <a:pt x="0" y="615"/>
                </a:lnTo>
                <a:lnTo>
                  <a:pt x="14" y="615"/>
                </a:lnTo>
                <a:cubicBezTo>
                  <a:pt x="58" y="613"/>
                  <a:pt x="86" y="600"/>
                  <a:pt x="98" y="577"/>
                </a:cubicBezTo>
                <a:cubicBezTo>
                  <a:pt x="99" y="575"/>
                  <a:pt x="115" y="527"/>
                  <a:pt x="147" y="433"/>
                </a:cubicBezTo>
                <a:cubicBezTo>
                  <a:pt x="179" y="338"/>
                  <a:pt x="210" y="243"/>
                  <a:pt x="241" y="149"/>
                </a:cubicBezTo>
                <a:cubicBezTo>
                  <a:pt x="272" y="55"/>
                  <a:pt x="289" y="8"/>
                  <a:pt x="290" y="7"/>
                </a:cubicBezTo>
                <a:cubicBezTo>
                  <a:pt x="292" y="2"/>
                  <a:pt x="297" y="0"/>
                  <a:pt x="306" y="0"/>
                </a:cubicBezTo>
                <a:lnTo>
                  <a:pt x="316" y="0"/>
                </a:lnTo>
                <a:cubicBezTo>
                  <a:pt x="328" y="0"/>
                  <a:pt x="335" y="2"/>
                  <a:pt x="338" y="6"/>
                </a:cubicBezTo>
                <a:cubicBezTo>
                  <a:pt x="339" y="7"/>
                  <a:pt x="372" y="105"/>
                  <a:pt x="437" y="300"/>
                </a:cubicBezTo>
                <a:lnTo>
                  <a:pt x="538" y="596"/>
                </a:lnTo>
                <a:cubicBezTo>
                  <a:pt x="542" y="604"/>
                  <a:pt x="548" y="609"/>
                  <a:pt x="555" y="611"/>
                </a:cubicBezTo>
                <a:cubicBezTo>
                  <a:pt x="562" y="612"/>
                  <a:pt x="578" y="614"/>
                  <a:pt x="602" y="615"/>
                </a:cubicBezTo>
                <a:lnTo>
                  <a:pt x="629" y="615"/>
                </a:lnTo>
                <a:lnTo>
                  <a:pt x="629" y="657"/>
                </a:lnTo>
                <a:lnTo>
                  <a:pt x="621" y="657"/>
                </a:lnTo>
                <a:cubicBezTo>
                  <a:pt x="616" y="655"/>
                  <a:pt x="577" y="655"/>
                  <a:pt x="504" y="655"/>
                </a:cubicBezTo>
                <a:cubicBezTo>
                  <a:pt x="428" y="655"/>
                  <a:pt x="384" y="655"/>
                  <a:pt x="372" y="657"/>
                </a:cubicBezTo>
                <a:lnTo>
                  <a:pt x="362" y="657"/>
                </a:lnTo>
                <a:lnTo>
                  <a:pt x="362" y="615"/>
                </a:lnTo>
                <a:lnTo>
                  <a:pt x="374" y="615"/>
                </a:lnTo>
                <a:cubicBezTo>
                  <a:pt x="417" y="615"/>
                  <a:pt x="438" y="610"/>
                  <a:pt x="438" y="599"/>
                </a:cubicBezTo>
                <a:cubicBezTo>
                  <a:pt x="438" y="597"/>
                  <a:pt x="431" y="575"/>
                  <a:pt x="416" y="531"/>
                </a:cubicBezTo>
                <a:lnTo>
                  <a:pt x="394" y="466"/>
                </a:lnTo>
                <a:lnTo>
                  <a:pt x="181" y="466"/>
                </a:lnTo>
                <a:lnTo>
                  <a:pt x="162" y="520"/>
                </a:lnTo>
                <a:cubicBezTo>
                  <a:pt x="150" y="556"/>
                  <a:pt x="144" y="576"/>
                  <a:pt x="144" y="579"/>
                </a:cubicBezTo>
                <a:cubicBezTo>
                  <a:pt x="144" y="587"/>
                  <a:pt x="150" y="595"/>
                  <a:pt x="162" y="603"/>
                </a:cubicBezTo>
                <a:cubicBezTo>
                  <a:pt x="175" y="611"/>
                  <a:pt x="190" y="615"/>
                  <a:pt x="208" y="615"/>
                </a:cubicBezTo>
                <a:lnTo>
                  <a:pt x="213" y="615"/>
                </a:lnTo>
                <a:lnTo>
                  <a:pt x="213" y="657"/>
                </a:lnTo>
                <a:lnTo>
                  <a:pt x="205" y="657"/>
                </a:lnTo>
                <a:moveTo>
                  <a:pt x="381" y="423"/>
                </a:moveTo>
                <a:lnTo>
                  <a:pt x="287" y="145"/>
                </a:lnTo>
                <a:lnTo>
                  <a:pt x="195" y="423"/>
                </a:lnTo>
                <a:cubicBezTo>
                  <a:pt x="195" y="423"/>
                  <a:pt x="225" y="423"/>
                  <a:pt x="287" y="423"/>
                </a:cubicBezTo>
                <a:lnTo>
                  <a:pt x="381" y="423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9" name=""/>
          <p:cNvSpPr/>
          <p:nvPr/>
        </p:nvSpPr>
        <p:spPr>
          <a:xfrm>
            <a:off x="5593680" y="1917720"/>
            <a:ext cx="283680" cy="225720"/>
          </a:xfrm>
          <a:custGeom>
            <a:avLst/>
            <a:gdLst/>
            <a:ahLst/>
            <a:rect l="0" t="0" r="r" b="b"/>
            <a:pathLst>
              <a:path w="788" h="627">
                <a:moveTo>
                  <a:pt x="95" y="56"/>
                </a:moveTo>
                <a:cubicBezTo>
                  <a:pt x="90" y="52"/>
                  <a:pt x="87" y="49"/>
                  <a:pt x="85" y="48"/>
                </a:cubicBezTo>
                <a:cubicBezTo>
                  <a:pt x="82" y="46"/>
                  <a:pt x="77" y="45"/>
                  <a:pt x="70" y="45"/>
                </a:cubicBezTo>
                <a:cubicBezTo>
                  <a:pt x="63" y="44"/>
                  <a:pt x="49" y="43"/>
                  <a:pt x="30" y="42"/>
                </a:cubicBezTo>
                <a:lnTo>
                  <a:pt x="0" y="42"/>
                </a:lnTo>
                <a:lnTo>
                  <a:pt x="0" y="0"/>
                </a:lnTo>
                <a:lnTo>
                  <a:pt x="97" y="0"/>
                </a:lnTo>
                <a:cubicBezTo>
                  <a:pt x="150" y="0"/>
                  <a:pt x="180" y="0"/>
                  <a:pt x="186" y="1"/>
                </a:cubicBezTo>
                <a:cubicBezTo>
                  <a:pt x="193" y="1"/>
                  <a:pt x="198" y="4"/>
                  <a:pt x="202" y="7"/>
                </a:cubicBezTo>
                <a:cubicBezTo>
                  <a:pt x="203" y="8"/>
                  <a:pt x="235" y="93"/>
                  <a:pt x="298" y="261"/>
                </a:cubicBezTo>
                <a:lnTo>
                  <a:pt x="394" y="513"/>
                </a:lnTo>
                <a:lnTo>
                  <a:pt x="489" y="261"/>
                </a:lnTo>
                <a:cubicBezTo>
                  <a:pt x="553" y="93"/>
                  <a:pt x="586" y="8"/>
                  <a:pt x="587" y="7"/>
                </a:cubicBezTo>
                <a:cubicBezTo>
                  <a:pt x="589" y="4"/>
                  <a:pt x="594" y="1"/>
                  <a:pt x="601" y="1"/>
                </a:cubicBezTo>
                <a:cubicBezTo>
                  <a:pt x="608" y="0"/>
                  <a:pt x="638" y="0"/>
                  <a:pt x="691" y="0"/>
                </a:cubicBezTo>
                <a:lnTo>
                  <a:pt x="788" y="0"/>
                </a:lnTo>
                <a:lnTo>
                  <a:pt x="788" y="42"/>
                </a:lnTo>
                <a:lnTo>
                  <a:pt x="758" y="42"/>
                </a:lnTo>
                <a:cubicBezTo>
                  <a:pt x="733" y="43"/>
                  <a:pt x="718" y="44"/>
                  <a:pt x="711" y="45"/>
                </a:cubicBezTo>
                <a:cubicBezTo>
                  <a:pt x="704" y="46"/>
                  <a:pt x="699" y="50"/>
                  <a:pt x="694" y="56"/>
                </a:cubicBezTo>
                <a:lnTo>
                  <a:pt x="694" y="570"/>
                </a:lnTo>
                <a:cubicBezTo>
                  <a:pt x="698" y="576"/>
                  <a:pt x="703" y="580"/>
                  <a:pt x="710" y="581"/>
                </a:cubicBezTo>
                <a:cubicBezTo>
                  <a:pt x="717" y="583"/>
                  <a:pt x="733" y="584"/>
                  <a:pt x="758" y="584"/>
                </a:cubicBezTo>
                <a:lnTo>
                  <a:pt x="788" y="584"/>
                </a:lnTo>
                <a:lnTo>
                  <a:pt x="788" y="627"/>
                </a:lnTo>
                <a:lnTo>
                  <a:pt x="778" y="627"/>
                </a:lnTo>
                <a:cubicBezTo>
                  <a:pt x="765" y="625"/>
                  <a:pt x="722" y="625"/>
                  <a:pt x="650" y="625"/>
                </a:cubicBezTo>
                <a:cubicBezTo>
                  <a:pt x="568" y="625"/>
                  <a:pt x="526" y="625"/>
                  <a:pt x="520" y="627"/>
                </a:cubicBezTo>
                <a:lnTo>
                  <a:pt x="510" y="627"/>
                </a:lnTo>
                <a:lnTo>
                  <a:pt x="510" y="584"/>
                </a:lnTo>
                <a:lnTo>
                  <a:pt x="540" y="584"/>
                </a:lnTo>
                <a:cubicBezTo>
                  <a:pt x="566" y="584"/>
                  <a:pt x="583" y="583"/>
                  <a:pt x="588" y="581"/>
                </a:cubicBezTo>
                <a:cubicBezTo>
                  <a:pt x="594" y="580"/>
                  <a:pt x="599" y="576"/>
                  <a:pt x="606" y="570"/>
                </a:cubicBezTo>
                <a:lnTo>
                  <a:pt x="606" y="308"/>
                </a:lnTo>
                <a:cubicBezTo>
                  <a:pt x="606" y="261"/>
                  <a:pt x="606" y="226"/>
                  <a:pt x="606" y="204"/>
                </a:cubicBezTo>
                <a:cubicBezTo>
                  <a:pt x="606" y="181"/>
                  <a:pt x="606" y="155"/>
                  <a:pt x="606" y="126"/>
                </a:cubicBezTo>
                <a:cubicBezTo>
                  <a:pt x="606" y="96"/>
                  <a:pt x="606" y="76"/>
                  <a:pt x="606" y="64"/>
                </a:cubicBezTo>
                <a:lnTo>
                  <a:pt x="605" y="47"/>
                </a:lnTo>
                <a:cubicBezTo>
                  <a:pt x="461" y="425"/>
                  <a:pt x="389" y="616"/>
                  <a:pt x="386" y="621"/>
                </a:cubicBezTo>
                <a:cubicBezTo>
                  <a:pt x="384" y="625"/>
                  <a:pt x="378" y="626"/>
                  <a:pt x="368" y="626"/>
                </a:cubicBezTo>
                <a:cubicBezTo>
                  <a:pt x="358" y="626"/>
                  <a:pt x="352" y="625"/>
                  <a:pt x="350" y="621"/>
                </a:cubicBezTo>
                <a:cubicBezTo>
                  <a:pt x="349" y="619"/>
                  <a:pt x="313" y="524"/>
                  <a:pt x="241" y="337"/>
                </a:cubicBezTo>
                <a:lnTo>
                  <a:pt x="135" y="54"/>
                </a:lnTo>
                <a:lnTo>
                  <a:pt x="135" y="71"/>
                </a:lnTo>
                <a:cubicBezTo>
                  <a:pt x="134" y="82"/>
                  <a:pt x="134" y="101"/>
                  <a:pt x="134" y="128"/>
                </a:cubicBezTo>
                <a:cubicBezTo>
                  <a:pt x="134" y="156"/>
                  <a:pt x="134" y="180"/>
                  <a:pt x="134" y="202"/>
                </a:cubicBezTo>
                <a:cubicBezTo>
                  <a:pt x="134" y="223"/>
                  <a:pt x="134" y="256"/>
                  <a:pt x="134" y="300"/>
                </a:cubicBezTo>
                <a:lnTo>
                  <a:pt x="135" y="547"/>
                </a:lnTo>
                <a:cubicBezTo>
                  <a:pt x="142" y="569"/>
                  <a:pt x="168" y="582"/>
                  <a:pt x="213" y="584"/>
                </a:cubicBezTo>
                <a:lnTo>
                  <a:pt x="229" y="584"/>
                </a:lnTo>
                <a:lnTo>
                  <a:pt x="229" y="627"/>
                </a:lnTo>
                <a:lnTo>
                  <a:pt x="220" y="627"/>
                </a:lnTo>
                <a:cubicBezTo>
                  <a:pt x="211" y="625"/>
                  <a:pt x="176" y="625"/>
                  <a:pt x="115" y="625"/>
                </a:cubicBezTo>
                <a:cubicBezTo>
                  <a:pt x="52" y="625"/>
                  <a:pt x="17" y="625"/>
                  <a:pt x="8" y="627"/>
                </a:cubicBezTo>
                <a:lnTo>
                  <a:pt x="0" y="627"/>
                </a:lnTo>
                <a:lnTo>
                  <a:pt x="0" y="584"/>
                </a:lnTo>
                <a:lnTo>
                  <a:pt x="16" y="584"/>
                </a:lnTo>
                <a:cubicBezTo>
                  <a:pt x="35" y="583"/>
                  <a:pt x="51" y="580"/>
                  <a:pt x="63" y="575"/>
                </a:cubicBezTo>
                <a:cubicBezTo>
                  <a:pt x="76" y="570"/>
                  <a:pt x="83" y="566"/>
                  <a:pt x="85" y="563"/>
                </a:cubicBezTo>
                <a:cubicBezTo>
                  <a:pt x="88" y="560"/>
                  <a:pt x="91" y="555"/>
                  <a:pt x="95" y="547"/>
                </a:cubicBezTo>
                <a:lnTo>
                  <a:pt x="95" y="56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0" name=""/>
          <p:cNvSpPr/>
          <p:nvPr/>
        </p:nvSpPr>
        <p:spPr>
          <a:xfrm>
            <a:off x="5976000" y="1997280"/>
            <a:ext cx="166320" cy="210240"/>
          </a:xfrm>
          <a:custGeom>
            <a:avLst/>
            <a:gdLst/>
            <a:ahLst/>
            <a:rect l="0" t="0" r="r" b="b"/>
            <a:pathLst>
              <a:path w="462" h="584">
                <a:moveTo>
                  <a:pt x="15" y="541"/>
                </a:moveTo>
                <a:lnTo>
                  <a:pt x="28" y="541"/>
                </a:lnTo>
                <a:cubicBezTo>
                  <a:pt x="51" y="541"/>
                  <a:pt x="66" y="537"/>
                  <a:pt x="71" y="528"/>
                </a:cubicBezTo>
                <a:lnTo>
                  <a:pt x="71" y="521"/>
                </a:lnTo>
                <a:cubicBezTo>
                  <a:pt x="71" y="517"/>
                  <a:pt x="71" y="511"/>
                  <a:pt x="71" y="503"/>
                </a:cubicBezTo>
                <a:cubicBezTo>
                  <a:pt x="71" y="496"/>
                  <a:pt x="71" y="487"/>
                  <a:pt x="71" y="476"/>
                </a:cubicBezTo>
                <a:cubicBezTo>
                  <a:pt x="71" y="465"/>
                  <a:pt x="71" y="453"/>
                  <a:pt x="72" y="440"/>
                </a:cubicBezTo>
                <a:cubicBezTo>
                  <a:pt x="72" y="427"/>
                  <a:pt x="72" y="414"/>
                  <a:pt x="72" y="400"/>
                </a:cubicBezTo>
                <a:cubicBezTo>
                  <a:pt x="71" y="386"/>
                  <a:pt x="71" y="371"/>
                  <a:pt x="72" y="355"/>
                </a:cubicBezTo>
                <a:cubicBezTo>
                  <a:pt x="72" y="339"/>
                  <a:pt x="72" y="323"/>
                  <a:pt x="72" y="308"/>
                </a:cubicBezTo>
                <a:cubicBezTo>
                  <a:pt x="72" y="287"/>
                  <a:pt x="72" y="266"/>
                  <a:pt x="72" y="243"/>
                </a:cubicBezTo>
                <a:cubicBezTo>
                  <a:pt x="72" y="220"/>
                  <a:pt x="72" y="200"/>
                  <a:pt x="72" y="182"/>
                </a:cubicBezTo>
                <a:cubicBezTo>
                  <a:pt x="72" y="165"/>
                  <a:pt x="72" y="149"/>
                  <a:pt x="72" y="134"/>
                </a:cubicBezTo>
                <a:cubicBezTo>
                  <a:pt x="72" y="119"/>
                  <a:pt x="71" y="107"/>
                  <a:pt x="71" y="98"/>
                </a:cubicBezTo>
                <a:cubicBezTo>
                  <a:pt x="70" y="89"/>
                  <a:pt x="70" y="84"/>
                  <a:pt x="71" y="83"/>
                </a:cubicBezTo>
                <a:cubicBezTo>
                  <a:pt x="69" y="72"/>
                  <a:pt x="65" y="64"/>
                  <a:pt x="58" y="60"/>
                </a:cubicBezTo>
                <a:cubicBezTo>
                  <a:pt x="51" y="57"/>
                  <a:pt x="37" y="54"/>
                  <a:pt x="17" y="52"/>
                </a:cubicBezTo>
                <a:lnTo>
                  <a:pt x="0" y="52"/>
                </a:lnTo>
                <a:lnTo>
                  <a:pt x="0" y="31"/>
                </a:lnTo>
                <a:cubicBezTo>
                  <a:pt x="0" y="17"/>
                  <a:pt x="1" y="10"/>
                  <a:pt x="2" y="10"/>
                </a:cubicBezTo>
                <a:lnTo>
                  <a:pt x="11" y="9"/>
                </a:lnTo>
                <a:cubicBezTo>
                  <a:pt x="17" y="9"/>
                  <a:pt x="26" y="8"/>
                  <a:pt x="38" y="7"/>
                </a:cubicBezTo>
                <a:cubicBezTo>
                  <a:pt x="49" y="7"/>
                  <a:pt x="61" y="6"/>
                  <a:pt x="72" y="5"/>
                </a:cubicBezTo>
                <a:cubicBezTo>
                  <a:pt x="82" y="5"/>
                  <a:pt x="93" y="4"/>
                  <a:pt x="106" y="4"/>
                </a:cubicBezTo>
                <a:cubicBezTo>
                  <a:pt x="118" y="3"/>
                  <a:pt x="127" y="2"/>
                  <a:pt x="133" y="1"/>
                </a:cubicBezTo>
                <a:cubicBezTo>
                  <a:pt x="139" y="0"/>
                  <a:pt x="143" y="-1"/>
                  <a:pt x="143" y="0"/>
                </a:cubicBezTo>
                <a:lnTo>
                  <a:pt x="146" y="0"/>
                </a:lnTo>
                <a:lnTo>
                  <a:pt x="146" y="24"/>
                </a:lnTo>
                <a:lnTo>
                  <a:pt x="147" y="48"/>
                </a:lnTo>
                <a:lnTo>
                  <a:pt x="154" y="41"/>
                </a:lnTo>
                <a:cubicBezTo>
                  <a:pt x="191" y="14"/>
                  <a:pt x="233" y="1"/>
                  <a:pt x="282" y="1"/>
                </a:cubicBezTo>
                <a:cubicBezTo>
                  <a:pt x="331" y="1"/>
                  <a:pt x="373" y="20"/>
                  <a:pt x="408" y="60"/>
                </a:cubicBezTo>
                <a:cubicBezTo>
                  <a:pt x="443" y="99"/>
                  <a:pt x="461" y="148"/>
                  <a:pt x="462" y="207"/>
                </a:cubicBezTo>
                <a:cubicBezTo>
                  <a:pt x="462" y="269"/>
                  <a:pt x="442" y="319"/>
                  <a:pt x="402" y="358"/>
                </a:cubicBezTo>
                <a:cubicBezTo>
                  <a:pt x="362" y="396"/>
                  <a:pt x="317" y="415"/>
                  <a:pt x="267" y="415"/>
                </a:cubicBezTo>
                <a:cubicBezTo>
                  <a:pt x="226" y="415"/>
                  <a:pt x="188" y="402"/>
                  <a:pt x="156" y="375"/>
                </a:cubicBezTo>
                <a:lnTo>
                  <a:pt x="149" y="369"/>
                </a:lnTo>
                <a:lnTo>
                  <a:pt x="149" y="447"/>
                </a:lnTo>
                <a:lnTo>
                  <a:pt x="149" y="498"/>
                </a:lnTo>
                <a:cubicBezTo>
                  <a:pt x="149" y="514"/>
                  <a:pt x="149" y="525"/>
                  <a:pt x="151" y="528"/>
                </a:cubicBezTo>
                <a:cubicBezTo>
                  <a:pt x="152" y="532"/>
                  <a:pt x="155" y="535"/>
                  <a:pt x="161" y="538"/>
                </a:cubicBezTo>
                <a:cubicBezTo>
                  <a:pt x="173" y="540"/>
                  <a:pt x="188" y="541"/>
                  <a:pt x="207" y="541"/>
                </a:cubicBezTo>
                <a:lnTo>
                  <a:pt x="221" y="541"/>
                </a:lnTo>
                <a:lnTo>
                  <a:pt x="221" y="584"/>
                </a:lnTo>
                <a:lnTo>
                  <a:pt x="214" y="584"/>
                </a:lnTo>
                <a:lnTo>
                  <a:pt x="192" y="583"/>
                </a:lnTo>
                <a:cubicBezTo>
                  <a:pt x="177" y="583"/>
                  <a:pt x="162" y="582"/>
                  <a:pt x="145" y="582"/>
                </a:cubicBezTo>
                <a:cubicBezTo>
                  <a:pt x="129" y="582"/>
                  <a:pt x="117" y="582"/>
                  <a:pt x="110" y="581"/>
                </a:cubicBezTo>
                <a:cubicBezTo>
                  <a:pt x="47" y="581"/>
                  <a:pt x="13" y="582"/>
                  <a:pt x="7" y="584"/>
                </a:cubicBezTo>
                <a:lnTo>
                  <a:pt x="0" y="584"/>
                </a:lnTo>
                <a:lnTo>
                  <a:pt x="0" y="541"/>
                </a:lnTo>
                <a:lnTo>
                  <a:pt x="15" y="541"/>
                </a:lnTo>
                <a:moveTo>
                  <a:pt x="372" y="205"/>
                </a:moveTo>
                <a:cubicBezTo>
                  <a:pt x="372" y="160"/>
                  <a:pt x="361" y="121"/>
                  <a:pt x="340" y="87"/>
                </a:cubicBezTo>
                <a:cubicBezTo>
                  <a:pt x="320" y="53"/>
                  <a:pt x="294" y="37"/>
                  <a:pt x="263" y="37"/>
                </a:cubicBezTo>
                <a:cubicBezTo>
                  <a:pt x="219" y="37"/>
                  <a:pt x="180" y="57"/>
                  <a:pt x="149" y="96"/>
                </a:cubicBezTo>
                <a:lnTo>
                  <a:pt x="149" y="315"/>
                </a:lnTo>
                <a:cubicBezTo>
                  <a:pt x="173" y="359"/>
                  <a:pt x="208" y="381"/>
                  <a:pt x="252" y="381"/>
                </a:cubicBezTo>
                <a:cubicBezTo>
                  <a:pt x="284" y="381"/>
                  <a:pt x="311" y="365"/>
                  <a:pt x="335" y="332"/>
                </a:cubicBezTo>
                <a:cubicBezTo>
                  <a:pt x="359" y="299"/>
                  <a:pt x="371" y="257"/>
                  <a:pt x="372" y="20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1" name=""/>
          <p:cNvSpPr/>
          <p:nvPr/>
        </p:nvSpPr>
        <p:spPr>
          <a:xfrm>
            <a:off x="6162120" y="1995120"/>
            <a:ext cx="128160" cy="151920"/>
          </a:xfrm>
          <a:custGeom>
            <a:avLst/>
            <a:gdLst/>
            <a:ahLst/>
            <a:rect l="0" t="0" r="r" b="b"/>
            <a:pathLst>
              <a:path w="356" h="422">
                <a:moveTo>
                  <a:pt x="0" y="212"/>
                </a:moveTo>
                <a:cubicBezTo>
                  <a:pt x="0" y="179"/>
                  <a:pt x="6" y="148"/>
                  <a:pt x="19" y="120"/>
                </a:cubicBezTo>
                <a:cubicBezTo>
                  <a:pt x="31" y="92"/>
                  <a:pt x="46" y="70"/>
                  <a:pt x="66" y="53"/>
                </a:cubicBezTo>
                <a:cubicBezTo>
                  <a:pt x="84" y="36"/>
                  <a:pt x="104" y="23"/>
                  <a:pt x="125" y="14"/>
                </a:cubicBezTo>
                <a:cubicBezTo>
                  <a:pt x="147" y="6"/>
                  <a:pt x="167" y="1"/>
                  <a:pt x="186" y="0"/>
                </a:cubicBezTo>
                <a:cubicBezTo>
                  <a:pt x="218" y="0"/>
                  <a:pt x="246" y="6"/>
                  <a:pt x="269" y="17"/>
                </a:cubicBezTo>
                <a:cubicBezTo>
                  <a:pt x="292" y="28"/>
                  <a:pt x="310" y="43"/>
                  <a:pt x="322" y="63"/>
                </a:cubicBezTo>
                <a:cubicBezTo>
                  <a:pt x="335" y="82"/>
                  <a:pt x="343" y="102"/>
                  <a:pt x="348" y="122"/>
                </a:cubicBezTo>
                <a:cubicBezTo>
                  <a:pt x="353" y="142"/>
                  <a:pt x="356" y="164"/>
                  <a:pt x="356" y="188"/>
                </a:cubicBezTo>
                <a:cubicBezTo>
                  <a:pt x="356" y="192"/>
                  <a:pt x="354" y="196"/>
                  <a:pt x="350" y="200"/>
                </a:cubicBezTo>
                <a:lnTo>
                  <a:pt x="91" y="200"/>
                </a:lnTo>
                <a:lnTo>
                  <a:pt x="91" y="214"/>
                </a:lnTo>
                <a:cubicBezTo>
                  <a:pt x="91" y="305"/>
                  <a:pt x="122" y="360"/>
                  <a:pt x="183" y="379"/>
                </a:cubicBezTo>
                <a:cubicBezTo>
                  <a:pt x="195" y="383"/>
                  <a:pt x="209" y="385"/>
                  <a:pt x="223" y="385"/>
                </a:cubicBezTo>
                <a:cubicBezTo>
                  <a:pt x="249" y="385"/>
                  <a:pt x="271" y="375"/>
                  <a:pt x="289" y="355"/>
                </a:cubicBezTo>
                <a:cubicBezTo>
                  <a:pt x="300" y="345"/>
                  <a:pt x="308" y="332"/>
                  <a:pt x="314" y="317"/>
                </a:cubicBezTo>
                <a:lnTo>
                  <a:pt x="323" y="295"/>
                </a:lnTo>
                <a:cubicBezTo>
                  <a:pt x="325" y="293"/>
                  <a:pt x="330" y="292"/>
                  <a:pt x="338" y="292"/>
                </a:cubicBezTo>
                <a:lnTo>
                  <a:pt x="341" y="292"/>
                </a:lnTo>
                <a:cubicBezTo>
                  <a:pt x="351" y="292"/>
                  <a:pt x="356" y="295"/>
                  <a:pt x="356" y="301"/>
                </a:cubicBezTo>
                <a:cubicBezTo>
                  <a:pt x="356" y="304"/>
                  <a:pt x="355" y="308"/>
                  <a:pt x="354" y="313"/>
                </a:cubicBezTo>
                <a:cubicBezTo>
                  <a:pt x="342" y="347"/>
                  <a:pt x="323" y="373"/>
                  <a:pt x="296" y="393"/>
                </a:cubicBezTo>
                <a:cubicBezTo>
                  <a:pt x="269" y="413"/>
                  <a:pt x="239" y="422"/>
                  <a:pt x="205" y="422"/>
                </a:cubicBezTo>
                <a:cubicBezTo>
                  <a:pt x="147" y="422"/>
                  <a:pt x="99" y="401"/>
                  <a:pt x="60" y="359"/>
                </a:cubicBezTo>
                <a:cubicBezTo>
                  <a:pt x="21" y="317"/>
                  <a:pt x="1" y="268"/>
                  <a:pt x="0" y="212"/>
                </a:cubicBezTo>
                <a:moveTo>
                  <a:pt x="281" y="160"/>
                </a:moveTo>
                <a:cubicBezTo>
                  <a:pt x="274" y="81"/>
                  <a:pt x="245" y="39"/>
                  <a:pt x="194" y="34"/>
                </a:cubicBezTo>
                <a:lnTo>
                  <a:pt x="192" y="34"/>
                </a:lnTo>
                <a:cubicBezTo>
                  <a:pt x="187" y="34"/>
                  <a:pt x="182" y="35"/>
                  <a:pt x="177" y="35"/>
                </a:cubicBezTo>
                <a:cubicBezTo>
                  <a:pt x="173" y="36"/>
                  <a:pt x="165" y="38"/>
                  <a:pt x="155" y="43"/>
                </a:cubicBezTo>
                <a:cubicBezTo>
                  <a:pt x="144" y="47"/>
                  <a:pt x="135" y="53"/>
                  <a:pt x="128" y="62"/>
                </a:cubicBezTo>
                <a:cubicBezTo>
                  <a:pt x="121" y="70"/>
                  <a:pt x="114" y="83"/>
                  <a:pt x="107" y="100"/>
                </a:cubicBezTo>
                <a:cubicBezTo>
                  <a:pt x="100" y="116"/>
                  <a:pt x="95" y="137"/>
                  <a:pt x="92" y="161"/>
                </a:cubicBezTo>
                <a:lnTo>
                  <a:pt x="92" y="167"/>
                </a:lnTo>
                <a:lnTo>
                  <a:pt x="281" y="167"/>
                </a:lnTo>
                <a:lnTo>
                  <a:pt x="281" y="16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2" name=""/>
          <p:cNvSpPr/>
          <p:nvPr/>
        </p:nvSpPr>
        <p:spPr>
          <a:xfrm>
            <a:off x="6306120" y="1997280"/>
            <a:ext cx="114120" cy="146160"/>
          </a:xfrm>
          <a:custGeom>
            <a:avLst/>
            <a:gdLst/>
            <a:ahLst/>
            <a:rect l="0" t="0" r="r" b="b"/>
            <a:pathLst>
              <a:path w="317" h="406">
                <a:moveTo>
                  <a:pt x="15" y="364"/>
                </a:moveTo>
                <a:lnTo>
                  <a:pt x="28" y="364"/>
                </a:lnTo>
                <a:cubicBezTo>
                  <a:pt x="52" y="364"/>
                  <a:pt x="66" y="360"/>
                  <a:pt x="71" y="351"/>
                </a:cubicBezTo>
                <a:lnTo>
                  <a:pt x="71" y="344"/>
                </a:lnTo>
                <a:cubicBezTo>
                  <a:pt x="71" y="338"/>
                  <a:pt x="71" y="331"/>
                  <a:pt x="71" y="322"/>
                </a:cubicBezTo>
                <a:cubicBezTo>
                  <a:pt x="71" y="313"/>
                  <a:pt x="71" y="304"/>
                  <a:pt x="72" y="293"/>
                </a:cubicBezTo>
                <a:cubicBezTo>
                  <a:pt x="72" y="283"/>
                  <a:pt x="72" y="271"/>
                  <a:pt x="72" y="258"/>
                </a:cubicBezTo>
                <a:cubicBezTo>
                  <a:pt x="71" y="244"/>
                  <a:pt x="71" y="231"/>
                  <a:pt x="72" y="219"/>
                </a:cubicBezTo>
                <a:cubicBezTo>
                  <a:pt x="72" y="200"/>
                  <a:pt x="72" y="180"/>
                  <a:pt x="72" y="159"/>
                </a:cubicBezTo>
                <a:cubicBezTo>
                  <a:pt x="72" y="137"/>
                  <a:pt x="72" y="119"/>
                  <a:pt x="72" y="105"/>
                </a:cubicBezTo>
                <a:lnTo>
                  <a:pt x="71" y="83"/>
                </a:lnTo>
                <a:cubicBezTo>
                  <a:pt x="69" y="72"/>
                  <a:pt x="65" y="64"/>
                  <a:pt x="58" y="60"/>
                </a:cubicBezTo>
                <a:cubicBezTo>
                  <a:pt x="51" y="57"/>
                  <a:pt x="38" y="54"/>
                  <a:pt x="17" y="52"/>
                </a:cubicBezTo>
                <a:lnTo>
                  <a:pt x="0" y="52"/>
                </a:lnTo>
                <a:lnTo>
                  <a:pt x="0" y="31"/>
                </a:lnTo>
                <a:cubicBezTo>
                  <a:pt x="0" y="17"/>
                  <a:pt x="1" y="10"/>
                  <a:pt x="2" y="10"/>
                </a:cubicBezTo>
                <a:lnTo>
                  <a:pt x="11" y="9"/>
                </a:lnTo>
                <a:cubicBezTo>
                  <a:pt x="17" y="9"/>
                  <a:pt x="26" y="8"/>
                  <a:pt x="37" y="7"/>
                </a:cubicBezTo>
                <a:cubicBezTo>
                  <a:pt x="48" y="7"/>
                  <a:pt x="59" y="6"/>
                  <a:pt x="70" y="5"/>
                </a:cubicBezTo>
                <a:cubicBezTo>
                  <a:pt x="80" y="5"/>
                  <a:pt x="90" y="4"/>
                  <a:pt x="102" y="4"/>
                </a:cubicBezTo>
                <a:cubicBezTo>
                  <a:pt x="114" y="3"/>
                  <a:pt x="122" y="2"/>
                  <a:pt x="129" y="1"/>
                </a:cubicBezTo>
                <a:cubicBezTo>
                  <a:pt x="135" y="0"/>
                  <a:pt x="138" y="-1"/>
                  <a:pt x="139" y="0"/>
                </a:cubicBezTo>
                <a:lnTo>
                  <a:pt x="141" y="0"/>
                </a:lnTo>
                <a:lnTo>
                  <a:pt x="141" y="63"/>
                </a:lnTo>
                <a:cubicBezTo>
                  <a:pt x="165" y="22"/>
                  <a:pt x="195" y="1"/>
                  <a:pt x="230" y="1"/>
                </a:cubicBezTo>
                <a:lnTo>
                  <a:pt x="236" y="1"/>
                </a:lnTo>
                <a:cubicBezTo>
                  <a:pt x="263" y="1"/>
                  <a:pt x="285" y="8"/>
                  <a:pt x="297" y="21"/>
                </a:cubicBezTo>
                <a:cubicBezTo>
                  <a:pt x="310" y="35"/>
                  <a:pt x="317" y="49"/>
                  <a:pt x="317" y="63"/>
                </a:cubicBezTo>
                <a:cubicBezTo>
                  <a:pt x="317" y="76"/>
                  <a:pt x="313" y="87"/>
                  <a:pt x="305" y="96"/>
                </a:cubicBezTo>
                <a:cubicBezTo>
                  <a:pt x="297" y="105"/>
                  <a:pt x="285" y="110"/>
                  <a:pt x="269" y="110"/>
                </a:cubicBezTo>
                <a:cubicBezTo>
                  <a:pt x="254" y="110"/>
                  <a:pt x="242" y="105"/>
                  <a:pt x="235" y="95"/>
                </a:cubicBezTo>
                <a:cubicBezTo>
                  <a:pt x="228" y="86"/>
                  <a:pt x="224" y="75"/>
                  <a:pt x="223" y="64"/>
                </a:cubicBezTo>
                <a:cubicBezTo>
                  <a:pt x="223" y="59"/>
                  <a:pt x="224" y="54"/>
                  <a:pt x="225" y="49"/>
                </a:cubicBezTo>
                <a:cubicBezTo>
                  <a:pt x="226" y="45"/>
                  <a:pt x="228" y="42"/>
                  <a:pt x="229" y="38"/>
                </a:cubicBezTo>
                <a:cubicBezTo>
                  <a:pt x="231" y="35"/>
                  <a:pt x="232" y="34"/>
                  <a:pt x="232" y="34"/>
                </a:cubicBezTo>
                <a:cubicBezTo>
                  <a:pt x="231" y="33"/>
                  <a:pt x="224" y="34"/>
                  <a:pt x="211" y="38"/>
                </a:cubicBezTo>
                <a:cubicBezTo>
                  <a:pt x="201" y="42"/>
                  <a:pt x="194" y="47"/>
                  <a:pt x="189" y="51"/>
                </a:cubicBezTo>
                <a:cubicBezTo>
                  <a:pt x="160" y="79"/>
                  <a:pt x="146" y="134"/>
                  <a:pt x="146" y="215"/>
                </a:cubicBezTo>
                <a:lnTo>
                  <a:pt x="146" y="264"/>
                </a:lnTo>
                <a:cubicBezTo>
                  <a:pt x="146" y="272"/>
                  <a:pt x="146" y="280"/>
                  <a:pt x="146" y="289"/>
                </a:cubicBezTo>
                <a:cubicBezTo>
                  <a:pt x="146" y="297"/>
                  <a:pt x="146" y="305"/>
                  <a:pt x="146" y="313"/>
                </a:cubicBezTo>
                <a:cubicBezTo>
                  <a:pt x="146" y="320"/>
                  <a:pt x="146" y="327"/>
                  <a:pt x="147" y="332"/>
                </a:cubicBezTo>
                <a:cubicBezTo>
                  <a:pt x="148" y="337"/>
                  <a:pt x="148" y="341"/>
                  <a:pt x="147" y="346"/>
                </a:cubicBezTo>
                <a:lnTo>
                  <a:pt x="147" y="350"/>
                </a:lnTo>
                <a:cubicBezTo>
                  <a:pt x="148" y="352"/>
                  <a:pt x="148" y="353"/>
                  <a:pt x="150" y="354"/>
                </a:cubicBezTo>
                <a:cubicBezTo>
                  <a:pt x="151" y="355"/>
                  <a:pt x="152" y="356"/>
                  <a:pt x="154" y="357"/>
                </a:cubicBezTo>
                <a:cubicBezTo>
                  <a:pt x="156" y="357"/>
                  <a:pt x="158" y="358"/>
                  <a:pt x="159" y="360"/>
                </a:cubicBezTo>
                <a:cubicBezTo>
                  <a:pt x="160" y="361"/>
                  <a:pt x="162" y="361"/>
                  <a:pt x="165" y="361"/>
                </a:cubicBezTo>
                <a:cubicBezTo>
                  <a:pt x="168" y="361"/>
                  <a:pt x="170" y="362"/>
                  <a:pt x="172" y="362"/>
                </a:cubicBezTo>
                <a:cubicBezTo>
                  <a:pt x="173" y="363"/>
                  <a:pt x="176" y="363"/>
                  <a:pt x="180" y="363"/>
                </a:cubicBezTo>
                <a:cubicBezTo>
                  <a:pt x="184" y="363"/>
                  <a:pt x="187" y="363"/>
                  <a:pt x="188" y="363"/>
                </a:cubicBezTo>
                <a:cubicBezTo>
                  <a:pt x="189" y="363"/>
                  <a:pt x="192" y="364"/>
                  <a:pt x="197" y="364"/>
                </a:cubicBezTo>
                <a:cubicBezTo>
                  <a:pt x="202" y="365"/>
                  <a:pt x="205" y="365"/>
                  <a:pt x="207" y="364"/>
                </a:cubicBezTo>
                <a:lnTo>
                  <a:pt x="235" y="364"/>
                </a:lnTo>
                <a:lnTo>
                  <a:pt x="235" y="406"/>
                </a:lnTo>
                <a:lnTo>
                  <a:pt x="227" y="406"/>
                </a:lnTo>
                <a:cubicBezTo>
                  <a:pt x="216" y="404"/>
                  <a:pt x="177" y="404"/>
                  <a:pt x="110" y="404"/>
                </a:cubicBezTo>
                <a:cubicBezTo>
                  <a:pt x="47" y="404"/>
                  <a:pt x="13" y="404"/>
                  <a:pt x="8" y="406"/>
                </a:cubicBezTo>
                <a:lnTo>
                  <a:pt x="0" y="406"/>
                </a:lnTo>
                <a:lnTo>
                  <a:pt x="0" y="364"/>
                </a:lnTo>
                <a:lnTo>
                  <a:pt x="15" y="364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3" name=""/>
          <p:cNvSpPr/>
          <p:nvPr/>
        </p:nvSpPr>
        <p:spPr>
          <a:xfrm>
            <a:off x="6520320" y="1917360"/>
            <a:ext cx="197640" cy="226080"/>
          </a:xfrm>
          <a:custGeom>
            <a:avLst/>
            <a:gdLst/>
            <a:ahLst/>
            <a:rect l="0" t="0" r="r" b="b"/>
            <a:pathLst>
              <a:path w="549" h="628">
                <a:moveTo>
                  <a:pt x="95" y="58"/>
                </a:moveTo>
                <a:cubicBezTo>
                  <a:pt x="91" y="54"/>
                  <a:pt x="87" y="51"/>
                  <a:pt x="85" y="50"/>
                </a:cubicBezTo>
                <a:cubicBezTo>
                  <a:pt x="82" y="48"/>
                  <a:pt x="77" y="47"/>
                  <a:pt x="70" y="47"/>
                </a:cubicBezTo>
                <a:cubicBezTo>
                  <a:pt x="63" y="46"/>
                  <a:pt x="50" y="45"/>
                  <a:pt x="31" y="44"/>
                </a:cubicBezTo>
                <a:lnTo>
                  <a:pt x="0" y="44"/>
                </a:lnTo>
                <a:lnTo>
                  <a:pt x="0" y="1"/>
                </a:lnTo>
                <a:lnTo>
                  <a:pt x="172" y="1"/>
                </a:lnTo>
                <a:cubicBezTo>
                  <a:pt x="186" y="1"/>
                  <a:pt x="205" y="1"/>
                  <a:pt x="230" y="1"/>
                </a:cubicBezTo>
                <a:cubicBezTo>
                  <a:pt x="254" y="1"/>
                  <a:pt x="270" y="1"/>
                  <a:pt x="280" y="0"/>
                </a:cubicBezTo>
                <a:cubicBezTo>
                  <a:pt x="334" y="0"/>
                  <a:pt x="377" y="5"/>
                  <a:pt x="409" y="13"/>
                </a:cubicBezTo>
                <a:cubicBezTo>
                  <a:pt x="440" y="21"/>
                  <a:pt x="470" y="38"/>
                  <a:pt x="497" y="63"/>
                </a:cubicBezTo>
                <a:cubicBezTo>
                  <a:pt x="531" y="96"/>
                  <a:pt x="549" y="135"/>
                  <a:pt x="549" y="180"/>
                </a:cubicBezTo>
                <a:cubicBezTo>
                  <a:pt x="549" y="221"/>
                  <a:pt x="533" y="257"/>
                  <a:pt x="502" y="287"/>
                </a:cubicBezTo>
                <a:cubicBezTo>
                  <a:pt x="471" y="317"/>
                  <a:pt x="434" y="337"/>
                  <a:pt x="390" y="347"/>
                </a:cubicBezTo>
                <a:cubicBezTo>
                  <a:pt x="377" y="350"/>
                  <a:pt x="339" y="352"/>
                  <a:pt x="277" y="352"/>
                </a:cubicBezTo>
                <a:lnTo>
                  <a:pt x="190" y="352"/>
                </a:lnTo>
                <a:lnTo>
                  <a:pt x="190" y="462"/>
                </a:lnTo>
                <a:cubicBezTo>
                  <a:pt x="190" y="535"/>
                  <a:pt x="191" y="573"/>
                  <a:pt x="193" y="575"/>
                </a:cubicBezTo>
                <a:cubicBezTo>
                  <a:pt x="198" y="582"/>
                  <a:pt x="219" y="586"/>
                  <a:pt x="255" y="586"/>
                </a:cubicBezTo>
                <a:lnTo>
                  <a:pt x="286" y="586"/>
                </a:lnTo>
                <a:lnTo>
                  <a:pt x="286" y="628"/>
                </a:lnTo>
                <a:lnTo>
                  <a:pt x="276" y="628"/>
                </a:lnTo>
                <a:cubicBezTo>
                  <a:pt x="263" y="626"/>
                  <a:pt x="219" y="626"/>
                  <a:pt x="143" y="626"/>
                </a:cubicBezTo>
                <a:cubicBezTo>
                  <a:pt x="60" y="626"/>
                  <a:pt x="16" y="626"/>
                  <a:pt x="10" y="628"/>
                </a:cubicBezTo>
                <a:lnTo>
                  <a:pt x="0" y="628"/>
                </a:lnTo>
                <a:lnTo>
                  <a:pt x="0" y="586"/>
                </a:lnTo>
                <a:lnTo>
                  <a:pt x="31" y="586"/>
                </a:lnTo>
                <a:cubicBezTo>
                  <a:pt x="56" y="586"/>
                  <a:pt x="72" y="585"/>
                  <a:pt x="77" y="583"/>
                </a:cubicBezTo>
                <a:cubicBezTo>
                  <a:pt x="83" y="582"/>
                  <a:pt x="89" y="578"/>
                  <a:pt x="95" y="572"/>
                </a:cubicBezTo>
                <a:lnTo>
                  <a:pt x="95" y="58"/>
                </a:lnTo>
                <a:moveTo>
                  <a:pt x="442" y="181"/>
                </a:moveTo>
                <a:cubicBezTo>
                  <a:pt x="442" y="165"/>
                  <a:pt x="441" y="153"/>
                  <a:pt x="441" y="144"/>
                </a:cubicBezTo>
                <a:cubicBezTo>
                  <a:pt x="440" y="136"/>
                  <a:pt x="438" y="125"/>
                  <a:pt x="435" y="111"/>
                </a:cubicBezTo>
                <a:cubicBezTo>
                  <a:pt x="432" y="98"/>
                  <a:pt x="427" y="88"/>
                  <a:pt x="420" y="81"/>
                </a:cubicBezTo>
                <a:cubicBezTo>
                  <a:pt x="412" y="74"/>
                  <a:pt x="402" y="67"/>
                  <a:pt x="389" y="60"/>
                </a:cubicBezTo>
                <a:cubicBezTo>
                  <a:pt x="376" y="52"/>
                  <a:pt x="360" y="48"/>
                  <a:pt x="341" y="46"/>
                </a:cubicBezTo>
                <a:cubicBezTo>
                  <a:pt x="333" y="45"/>
                  <a:pt x="306" y="44"/>
                  <a:pt x="258" y="44"/>
                </a:cubicBezTo>
                <a:lnTo>
                  <a:pt x="239" y="44"/>
                </a:lnTo>
                <a:cubicBezTo>
                  <a:pt x="208" y="44"/>
                  <a:pt x="192" y="47"/>
                  <a:pt x="190" y="52"/>
                </a:cubicBezTo>
                <a:cubicBezTo>
                  <a:pt x="188" y="55"/>
                  <a:pt x="187" y="99"/>
                  <a:pt x="187" y="185"/>
                </a:cubicBezTo>
                <a:lnTo>
                  <a:pt x="187" y="315"/>
                </a:lnTo>
                <a:lnTo>
                  <a:pt x="254" y="315"/>
                </a:lnTo>
                <a:lnTo>
                  <a:pt x="288" y="315"/>
                </a:lnTo>
                <a:cubicBezTo>
                  <a:pt x="319" y="315"/>
                  <a:pt x="344" y="313"/>
                  <a:pt x="365" y="308"/>
                </a:cubicBezTo>
                <a:cubicBezTo>
                  <a:pt x="385" y="304"/>
                  <a:pt x="402" y="294"/>
                  <a:pt x="418" y="278"/>
                </a:cubicBezTo>
                <a:cubicBezTo>
                  <a:pt x="434" y="260"/>
                  <a:pt x="442" y="228"/>
                  <a:pt x="442" y="18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4" name=""/>
          <p:cNvSpPr/>
          <p:nvPr/>
        </p:nvSpPr>
        <p:spPr>
          <a:xfrm>
            <a:off x="6744600" y="1917720"/>
            <a:ext cx="231120" cy="225720"/>
          </a:xfrm>
          <a:custGeom>
            <a:avLst/>
            <a:gdLst/>
            <a:ahLst/>
            <a:rect l="0" t="0" r="r" b="b"/>
            <a:pathLst>
              <a:path w="642" h="627">
                <a:moveTo>
                  <a:pt x="95" y="56"/>
                </a:moveTo>
                <a:cubicBezTo>
                  <a:pt x="90" y="52"/>
                  <a:pt x="87" y="49"/>
                  <a:pt x="84" y="48"/>
                </a:cubicBezTo>
                <a:cubicBezTo>
                  <a:pt x="82" y="46"/>
                  <a:pt x="77" y="45"/>
                  <a:pt x="70" y="45"/>
                </a:cubicBezTo>
                <a:cubicBezTo>
                  <a:pt x="62" y="44"/>
                  <a:pt x="49" y="43"/>
                  <a:pt x="30" y="42"/>
                </a:cubicBezTo>
                <a:lnTo>
                  <a:pt x="0" y="42"/>
                </a:lnTo>
                <a:lnTo>
                  <a:pt x="0" y="0"/>
                </a:lnTo>
                <a:lnTo>
                  <a:pt x="10" y="0"/>
                </a:lnTo>
                <a:cubicBezTo>
                  <a:pt x="23" y="2"/>
                  <a:pt x="67" y="3"/>
                  <a:pt x="142" y="3"/>
                </a:cubicBezTo>
                <a:cubicBezTo>
                  <a:pt x="226" y="3"/>
                  <a:pt x="270" y="2"/>
                  <a:pt x="275" y="0"/>
                </a:cubicBezTo>
                <a:lnTo>
                  <a:pt x="285" y="0"/>
                </a:lnTo>
                <a:lnTo>
                  <a:pt x="285" y="42"/>
                </a:lnTo>
                <a:lnTo>
                  <a:pt x="255" y="42"/>
                </a:lnTo>
                <a:cubicBezTo>
                  <a:pt x="231" y="43"/>
                  <a:pt x="215" y="44"/>
                  <a:pt x="208" y="45"/>
                </a:cubicBezTo>
                <a:cubicBezTo>
                  <a:pt x="202" y="46"/>
                  <a:pt x="196" y="50"/>
                  <a:pt x="192" y="56"/>
                </a:cubicBezTo>
                <a:lnTo>
                  <a:pt x="191" y="168"/>
                </a:lnTo>
                <a:lnTo>
                  <a:pt x="191" y="280"/>
                </a:lnTo>
                <a:lnTo>
                  <a:pt x="452" y="280"/>
                </a:lnTo>
                <a:lnTo>
                  <a:pt x="452" y="56"/>
                </a:lnTo>
                <a:cubicBezTo>
                  <a:pt x="448" y="52"/>
                  <a:pt x="445" y="49"/>
                  <a:pt x="442" y="48"/>
                </a:cubicBezTo>
                <a:cubicBezTo>
                  <a:pt x="440" y="46"/>
                  <a:pt x="435" y="45"/>
                  <a:pt x="428" y="45"/>
                </a:cubicBezTo>
                <a:cubicBezTo>
                  <a:pt x="420" y="44"/>
                  <a:pt x="407" y="43"/>
                  <a:pt x="388" y="42"/>
                </a:cubicBezTo>
                <a:lnTo>
                  <a:pt x="358" y="42"/>
                </a:lnTo>
                <a:lnTo>
                  <a:pt x="358" y="0"/>
                </a:lnTo>
                <a:lnTo>
                  <a:pt x="368" y="0"/>
                </a:lnTo>
                <a:cubicBezTo>
                  <a:pt x="381" y="2"/>
                  <a:pt x="425" y="3"/>
                  <a:pt x="500" y="3"/>
                </a:cubicBezTo>
                <a:cubicBezTo>
                  <a:pt x="583" y="3"/>
                  <a:pt x="627" y="2"/>
                  <a:pt x="632" y="0"/>
                </a:cubicBezTo>
                <a:lnTo>
                  <a:pt x="642" y="0"/>
                </a:lnTo>
                <a:lnTo>
                  <a:pt x="642" y="42"/>
                </a:lnTo>
                <a:lnTo>
                  <a:pt x="612" y="42"/>
                </a:lnTo>
                <a:cubicBezTo>
                  <a:pt x="587" y="43"/>
                  <a:pt x="572" y="44"/>
                  <a:pt x="565" y="45"/>
                </a:cubicBezTo>
                <a:cubicBezTo>
                  <a:pt x="558" y="46"/>
                  <a:pt x="553" y="50"/>
                  <a:pt x="549" y="56"/>
                </a:cubicBezTo>
                <a:lnTo>
                  <a:pt x="549" y="570"/>
                </a:lnTo>
                <a:cubicBezTo>
                  <a:pt x="552" y="576"/>
                  <a:pt x="557" y="580"/>
                  <a:pt x="564" y="581"/>
                </a:cubicBezTo>
                <a:cubicBezTo>
                  <a:pt x="571" y="583"/>
                  <a:pt x="587" y="584"/>
                  <a:pt x="612" y="584"/>
                </a:cubicBezTo>
                <a:lnTo>
                  <a:pt x="642" y="584"/>
                </a:lnTo>
                <a:lnTo>
                  <a:pt x="642" y="627"/>
                </a:lnTo>
                <a:lnTo>
                  <a:pt x="632" y="627"/>
                </a:lnTo>
                <a:cubicBezTo>
                  <a:pt x="619" y="625"/>
                  <a:pt x="575" y="625"/>
                  <a:pt x="500" y="625"/>
                </a:cubicBezTo>
                <a:cubicBezTo>
                  <a:pt x="417" y="625"/>
                  <a:pt x="373" y="625"/>
                  <a:pt x="368" y="627"/>
                </a:cubicBezTo>
                <a:lnTo>
                  <a:pt x="358" y="627"/>
                </a:lnTo>
                <a:lnTo>
                  <a:pt x="358" y="584"/>
                </a:lnTo>
                <a:lnTo>
                  <a:pt x="388" y="584"/>
                </a:lnTo>
                <a:cubicBezTo>
                  <a:pt x="414" y="584"/>
                  <a:pt x="429" y="583"/>
                  <a:pt x="435" y="581"/>
                </a:cubicBezTo>
                <a:cubicBezTo>
                  <a:pt x="440" y="580"/>
                  <a:pt x="446" y="576"/>
                  <a:pt x="452" y="570"/>
                </a:cubicBezTo>
                <a:lnTo>
                  <a:pt x="452" y="322"/>
                </a:lnTo>
                <a:lnTo>
                  <a:pt x="191" y="322"/>
                </a:lnTo>
                <a:lnTo>
                  <a:pt x="191" y="446"/>
                </a:lnTo>
                <a:lnTo>
                  <a:pt x="192" y="570"/>
                </a:lnTo>
                <a:cubicBezTo>
                  <a:pt x="196" y="576"/>
                  <a:pt x="201" y="580"/>
                  <a:pt x="207" y="581"/>
                </a:cubicBezTo>
                <a:cubicBezTo>
                  <a:pt x="214" y="583"/>
                  <a:pt x="230" y="584"/>
                  <a:pt x="255" y="584"/>
                </a:cubicBezTo>
                <a:lnTo>
                  <a:pt x="285" y="584"/>
                </a:lnTo>
                <a:lnTo>
                  <a:pt x="285" y="627"/>
                </a:lnTo>
                <a:lnTo>
                  <a:pt x="275" y="627"/>
                </a:lnTo>
                <a:cubicBezTo>
                  <a:pt x="262" y="625"/>
                  <a:pt x="218" y="625"/>
                  <a:pt x="142" y="625"/>
                </a:cubicBezTo>
                <a:cubicBezTo>
                  <a:pt x="60" y="625"/>
                  <a:pt x="16" y="625"/>
                  <a:pt x="10" y="627"/>
                </a:cubicBezTo>
                <a:lnTo>
                  <a:pt x="0" y="627"/>
                </a:lnTo>
                <a:lnTo>
                  <a:pt x="0" y="584"/>
                </a:lnTo>
                <a:lnTo>
                  <a:pt x="30" y="584"/>
                </a:lnTo>
                <a:cubicBezTo>
                  <a:pt x="56" y="584"/>
                  <a:pt x="72" y="583"/>
                  <a:pt x="77" y="581"/>
                </a:cubicBezTo>
                <a:cubicBezTo>
                  <a:pt x="83" y="580"/>
                  <a:pt x="88" y="576"/>
                  <a:pt x="95" y="570"/>
                </a:cubicBezTo>
                <a:lnTo>
                  <a:pt x="95" y="56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5" name=""/>
          <p:cNvSpPr/>
          <p:nvPr/>
        </p:nvSpPr>
        <p:spPr>
          <a:xfrm>
            <a:off x="6993000" y="1917360"/>
            <a:ext cx="197280" cy="226080"/>
          </a:xfrm>
          <a:custGeom>
            <a:avLst/>
            <a:gdLst/>
            <a:ahLst/>
            <a:rect l="0" t="0" r="r" b="b"/>
            <a:pathLst>
              <a:path w="548" h="628">
                <a:moveTo>
                  <a:pt x="94" y="58"/>
                </a:moveTo>
                <a:cubicBezTo>
                  <a:pt x="90" y="54"/>
                  <a:pt x="87" y="51"/>
                  <a:pt x="84" y="50"/>
                </a:cubicBezTo>
                <a:cubicBezTo>
                  <a:pt x="82" y="48"/>
                  <a:pt x="77" y="47"/>
                  <a:pt x="69" y="47"/>
                </a:cubicBezTo>
                <a:cubicBezTo>
                  <a:pt x="62" y="46"/>
                  <a:pt x="49" y="45"/>
                  <a:pt x="30" y="44"/>
                </a:cubicBezTo>
                <a:lnTo>
                  <a:pt x="0" y="44"/>
                </a:lnTo>
                <a:lnTo>
                  <a:pt x="0" y="1"/>
                </a:lnTo>
                <a:lnTo>
                  <a:pt x="171" y="1"/>
                </a:lnTo>
                <a:cubicBezTo>
                  <a:pt x="185" y="1"/>
                  <a:pt x="204" y="1"/>
                  <a:pt x="228" y="1"/>
                </a:cubicBezTo>
                <a:cubicBezTo>
                  <a:pt x="252" y="1"/>
                  <a:pt x="269" y="1"/>
                  <a:pt x="279" y="0"/>
                </a:cubicBezTo>
                <a:cubicBezTo>
                  <a:pt x="332" y="0"/>
                  <a:pt x="375" y="5"/>
                  <a:pt x="407" y="13"/>
                </a:cubicBezTo>
                <a:cubicBezTo>
                  <a:pt x="439" y="21"/>
                  <a:pt x="468" y="38"/>
                  <a:pt x="495" y="63"/>
                </a:cubicBezTo>
                <a:cubicBezTo>
                  <a:pt x="530" y="96"/>
                  <a:pt x="548" y="135"/>
                  <a:pt x="548" y="180"/>
                </a:cubicBezTo>
                <a:cubicBezTo>
                  <a:pt x="548" y="221"/>
                  <a:pt x="532" y="257"/>
                  <a:pt x="500" y="287"/>
                </a:cubicBezTo>
                <a:cubicBezTo>
                  <a:pt x="469" y="317"/>
                  <a:pt x="432" y="337"/>
                  <a:pt x="389" y="347"/>
                </a:cubicBezTo>
                <a:cubicBezTo>
                  <a:pt x="375" y="350"/>
                  <a:pt x="338" y="352"/>
                  <a:pt x="276" y="352"/>
                </a:cubicBezTo>
                <a:lnTo>
                  <a:pt x="190" y="352"/>
                </a:lnTo>
                <a:lnTo>
                  <a:pt x="190" y="462"/>
                </a:lnTo>
                <a:cubicBezTo>
                  <a:pt x="190" y="535"/>
                  <a:pt x="190" y="573"/>
                  <a:pt x="192" y="575"/>
                </a:cubicBezTo>
                <a:cubicBezTo>
                  <a:pt x="197" y="582"/>
                  <a:pt x="218" y="586"/>
                  <a:pt x="254" y="586"/>
                </a:cubicBezTo>
                <a:lnTo>
                  <a:pt x="284" y="586"/>
                </a:lnTo>
                <a:lnTo>
                  <a:pt x="284" y="628"/>
                </a:lnTo>
                <a:lnTo>
                  <a:pt x="274" y="628"/>
                </a:lnTo>
                <a:cubicBezTo>
                  <a:pt x="261" y="626"/>
                  <a:pt x="217" y="626"/>
                  <a:pt x="142" y="626"/>
                </a:cubicBezTo>
                <a:cubicBezTo>
                  <a:pt x="59" y="626"/>
                  <a:pt x="15" y="626"/>
                  <a:pt x="10" y="628"/>
                </a:cubicBezTo>
                <a:lnTo>
                  <a:pt x="0" y="628"/>
                </a:lnTo>
                <a:lnTo>
                  <a:pt x="0" y="586"/>
                </a:lnTo>
                <a:lnTo>
                  <a:pt x="30" y="586"/>
                </a:lnTo>
                <a:cubicBezTo>
                  <a:pt x="56" y="586"/>
                  <a:pt x="71" y="585"/>
                  <a:pt x="77" y="583"/>
                </a:cubicBezTo>
                <a:cubicBezTo>
                  <a:pt x="82" y="582"/>
                  <a:pt x="88" y="578"/>
                  <a:pt x="94" y="572"/>
                </a:cubicBezTo>
                <a:lnTo>
                  <a:pt x="94" y="58"/>
                </a:lnTo>
                <a:moveTo>
                  <a:pt x="440" y="181"/>
                </a:moveTo>
                <a:cubicBezTo>
                  <a:pt x="440" y="165"/>
                  <a:pt x="440" y="153"/>
                  <a:pt x="439" y="144"/>
                </a:cubicBezTo>
                <a:cubicBezTo>
                  <a:pt x="438" y="136"/>
                  <a:pt x="437" y="125"/>
                  <a:pt x="434" y="111"/>
                </a:cubicBezTo>
                <a:cubicBezTo>
                  <a:pt x="430" y="98"/>
                  <a:pt x="425" y="88"/>
                  <a:pt x="418" y="81"/>
                </a:cubicBezTo>
                <a:cubicBezTo>
                  <a:pt x="411" y="74"/>
                  <a:pt x="400" y="67"/>
                  <a:pt x="388" y="60"/>
                </a:cubicBezTo>
                <a:cubicBezTo>
                  <a:pt x="375" y="52"/>
                  <a:pt x="359" y="48"/>
                  <a:pt x="339" y="46"/>
                </a:cubicBezTo>
                <a:cubicBezTo>
                  <a:pt x="332" y="45"/>
                  <a:pt x="304" y="44"/>
                  <a:pt x="257" y="44"/>
                </a:cubicBezTo>
                <a:lnTo>
                  <a:pt x="237" y="44"/>
                </a:lnTo>
                <a:cubicBezTo>
                  <a:pt x="207" y="44"/>
                  <a:pt x="191" y="47"/>
                  <a:pt x="190" y="52"/>
                </a:cubicBezTo>
                <a:cubicBezTo>
                  <a:pt x="188" y="55"/>
                  <a:pt x="187" y="99"/>
                  <a:pt x="187" y="185"/>
                </a:cubicBezTo>
                <a:lnTo>
                  <a:pt x="187" y="315"/>
                </a:lnTo>
                <a:lnTo>
                  <a:pt x="252" y="315"/>
                </a:lnTo>
                <a:lnTo>
                  <a:pt x="286" y="315"/>
                </a:lnTo>
                <a:cubicBezTo>
                  <a:pt x="317" y="315"/>
                  <a:pt x="343" y="313"/>
                  <a:pt x="363" y="308"/>
                </a:cubicBezTo>
                <a:cubicBezTo>
                  <a:pt x="383" y="304"/>
                  <a:pt x="401" y="294"/>
                  <a:pt x="416" y="278"/>
                </a:cubicBezTo>
                <a:cubicBezTo>
                  <a:pt x="432" y="260"/>
                  <a:pt x="440" y="228"/>
                  <a:pt x="440" y="18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6" name=""/>
          <p:cNvSpPr/>
          <p:nvPr/>
        </p:nvSpPr>
        <p:spPr>
          <a:xfrm>
            <a:off x="7212600" y="2059920"/>
            <a:ext cx="88200" cy="24480"/>
          </a:xfrm>
          <a:custGeom>
            <a:avLst/>
            <a:gdLst/>
            <a:ahLst/>
            <a:rect l="0" t="0" r="r" b="b"/>
            <a:pathLst>
              <a:path w="245" h="68">
                <a:moveTo>
                  <a:pt x="0" y="68"/>
                </a:moveTo>
                <a:lnTo>
                  <a:pt x="0" y="0"/>
                </a:lnTo>
                <a:lnTo>
                  <a:pt x="245" y="0"/>
                </a:lnTo>
                <a:lnTo>
                  <a:pt x="245" y="68"/>
                </a:lnTo>
                <a:lnTo>
                  <a:pt x="0" y="68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7" name=""/>
          <p:cNvSpPr/>
          <p:nvPr/>
        </p:nvSpPr>
        <p:spPr>
          <a:xfrm>
            <a:off x="7324560" y="1917720"/>
            <a:ext cx="327600" cy="232920"/>
          </a:xfrm>
          <a:custGeom>
            <a:avLst/>
            <a:gdLst/>
            <a:ahLst/>
            <a:rect l="0" t="0" r="r" b="b"/>
            <a:pathLst>
              <a:path w="910" h="647">
                <a:moveTo>
                  <a:pt x="711" y="0"/>
                </a:moveTo>
                <a:cubicBezTo>
                  <a:pt x="722" y="2"/>
                  <a:pt x="760" y="3"/>
                  <a:pt x="823" y="3"/>
                </a:cubicBezTo>
                <a:cubicBezTo>
                  <a:pt x="870" y="3"/>
                  <a:pt x="897" y="2"/>
                  <a:pt x="905" y="0"/>
                </a:cubicBezTo>
                <a:lnTo>
                  <a:pt x="910" y="0"/>
                </a:lnTo>
                <a:lnTo>
                  <a:pt x="910" y="42"/>
                </a:lnTo>
                <a:lnTo>
                  <a:pt x="898" y="42"/>
                </a:lnTo>
                <a:cubicBezTo>
                  <a:pt x="859" y="45"/>
                  <a:pt x="834" y="56"/>
                  <a:pt x="824" y="78"/>
                </a:cubicBezTo>
                <a:cubicBezTo>
                  <a:pt x="822" y="82"/>
                  <a:pt x="806" y="131"/>
                  <a:pt x="776" y="226"/>
                </a:cubicBezTo>
                <a:cubicBezTo>
                  <a:pt x="746" y="319"/>
                  <a:pt x="717" y="412"/>
                  <a:pt x="687" y="504"/>
                </a:cubicBezTo>
                <a:cubicBezTo>
                  <a:pt x="658" y="595"/>
                  <a:pt x="643" y="642"/>
                  <a:pt x="642" y="643"/>
                </a:cubicBezTo>
                <a:cubicBezTo>
                  <a:pt x="638" y="646"/>
                  <a:pt x="632" y="647"/>
                  <a:pt x="621" y="647"/>
                </a:cubicBezTo>
                <a:cubicBezTo>
                  <a:pt x="610" y="647"/>
                  <a:pt x="604" y="645"/>
                  <a:pt x="602" y="641"/>
                </a:cubicBezTo>
                <a:cubicBezTo>
                  <a:pt x="601" y="640"/>
                  <a:pt x="576" y="565"/>
                  <a:pt x="529" y="415"/>
                </a:cubicBezTo>
                <a:lnTo>
                  <a:pt x="456" y="190"/>
                </a:lnTo>
                <a:lnTo>
                  <a:pt x="384" y="413"/>
                </a:lnTo>
                <a:cubicBezTo>
                  <a:pt x="372" y="449"/>
                  <a:pt x="359" y="493"/>
                  <a:pt x="343" y="543"/>
                </a:cubicBezTo>
                <a:cubicBezTo>
                  <a:pt x="328" y="593"/>
                  <a:pt x="318" y="623"/>
                  <a:pt x="313" y="633"/>
                </a:cubicBezTo>
                <a:cubicBezTo>
                  <a:pt x="308" y="643"/>
                  <a:pt x="303" y="647"/>
                  <a:pt x="298" y="647"/>
                </a:cubicBezTo>
                <a:lnTo>
                  <a:pt x="288" y="647"/>
                </a:lnTo>
                <a:cubicBezTo>
                  <a:pt x="278" y="647"/>
                  <a:pt x="272" y="645"/>
                  <a:pt x="269" y="641"/>
                </a:cubicBezTo>
                <a:cubicBezTo>
                  <a:pt x="269" y="640"/>
                  <a:pt x="237" y="544"/>
                  <a:pt x="176" y="350"/>
                </a:cubicBezTo>
                <a:cubicBezTo>
                  <a:pt x="114" y="156"/>
                  <a:pt x="81" y="58"/>
                  <a:pt x="79" y="56"/>
                </a:cubicBezTo>
                <a:cubicBezTo>
                  <a:pt x="76" y="50"/>
                  <a:pt x="70" y="46"/>
                  <a:pt x="64" y="46"/>
                </a:cubicBezTo>
                <a:cubicBezTo>
                  <a:pt x="55" y="43"/>
                  <a:pt x="39" y="42"/>
                  <a:pt x="16" y="42"/>
                </a:cubicBezTo>
                <a:lnTo>
                  <a:pt x="0" y="42"/>
                </a:lnTo>
                <a:lnTo>
                  <a:pt x="0" y="0"/>
                </a:lnTo>
                <a:lnTo>
                  <a:pt x="9" y="0"/>
                </a:lnTo>
                <a:cubicBezTo>
                  <a:pt x="34" y="1"/>
                  <a:pt x="73" y="2"/>
                  <a:pt x="126" y="2"/>
                </a:cubicBezTo>
                <a:cubicBezTo>
                  <a:pt x="132" y="2"/>
                  <a:pt x="140" y="2"/>
                  <a:pt x="151" y="2"/>
                </a:cubicBezTo>
                <a:cubicBezTo>
                  <a:pt x="161" y="2"/>
                  <a:pt x="172" y="2"/>
                  <a:pt x="183" y="2"/>
                </a:cubicBezTo>
                <a:cubicBezTo>
                  <a:pt x="194" y="2"/>
                  <a:pt x="204" y="1"/>
                  <a:pt x="213" y="1"/>
                </a:cubicBezTo>
                <a:cubicBezTo>
                  <a:pt x="222" y="0"/>
                  <a:pt x="231" y="0"/>
                  <a:pt x="238" y="0"/>
                </a:cubicBezTo>
                <a:lnTo>
                  <a:pt x="248" y="0"/>
                </a:lnTo>
                <a:lnTo>
                  <a:pt x="258" y="0"/>
                </a:lnTo>
                <a:lnTo>
                  <a:pt x="258" y="42"/>
                </a:lnTo>
                <a:lnTo>
                  <a:pt x="246" y="42"/>
                </a:lnTo>
                <a:cubicBezTo>
                  <a:pt x="202" y="42"/>
                  <a:pt x="180" y="47"/>
                  <a:pt x="180" y="58"/>
                </a:cubicBezTo>
                <a:cubicBezTo>
                  <a:pt x="180" y="60"/>
                  <a:pt x="203" y="133"/>
                  <a:pt x="250" y="278"/>
                </a:cubicBezTo>
                <a:lnTo>
                  <a:pt x="319" y="495"/>
                </a:lnTo>
                <a:lnTo>
                  <a:pt x="376" y="316"/>
                </a:lnTo>
                <a:cubicBezTo>
                  <a:pt x="415" y="197"/>
                  <a:pt x="435" y="132"/>
                  <a:pt x="436" y="126"/>
                </a:cubicBezTo>
                <a:cubicBezTo>
                  <a:pt x="433" y="117"/>
                  <a:pt x="430" y="107"/>
                  <a:pt x="427" y="96"/>
                </a:cubicBezTo>
                <a:cubicBezTo>
                  <a:pt x="424" y="85"/>
                  <a:pt x="422" y="78"/>
                  <a:pt x="420" y="74"/>
                </a:cubicBezTo>
                <a:cubicBezTo>
                  <a:pt x="419" y="71"/>
                  <a:pt x="417" y="66"/>
                  <a:pt x="414" y="60"/>
                </a:cubicBezTo>
                <a:cubicBezTo>
                  <a:pt x="411" y="53"/>
                  <a:pt x="409" y="50"/>
                  <a:pt x="408" y="50"/>
                </a:cubicBezTo>
                <a:cubicBezTo>
                  <a:pt x="406" y="50"/>
                  <a:pt x="403" y="49"/>
                  <a:pt x="397" y="46"/>
                </a:cubicBezTo>
                <a:cubicBezTo>
                  <a:pt x="391" y="43"/>
                  <a:pt x="386" y="42"/>
                  <a:pt x="382" y="43"/>
                </a:cubicBezTo>
                <a:cubicBezTo>
                  <a:pt x="378" y="44"/>
                  <a:pt x="371" y="44"/>
                  <a:pt x="359" y="42"/>
                </a:cubicBezTo>
                <a:lnTo>
                  <a:pt x="333" y="42"/>
                </a:lnTo>
                <a:lnTo>
                  <a:pt x="333" y="0"/>
                </a:lnTo>
                <a:lnTo>
                  <a:pt x="341" y="0"/>
                </a:lnTo>
                <a:cubicBezTo>
                  <a:pt x="346" y="2"/>
                  <a:pt x="383" y="3"/>
                  <a:pt x="451" y="3"/>
                </a:cubicBezTo>
                <a:cubicBezTo>
                  <a:pt x="525" y="3"/>
                  <a:pt x="568" y="2"/>
                  <a:pt x="581" y="0"/>
                </a:cubicBezTo>
                <a:lnTo>
                  <a:pt x="590" y="0"/>
                </a:lnTo>
                <a:lnTo>
                  <a:pt x="590" y="42"/>
                </a:lnTo>
                <a:lnTo>
                  <a:pt x="578" y="42"/>
                </a:lnTo>
                <a:cubicBezTo>
                  <a:pt x="535" y="42"/>
                  <a:pt x="513" y="48"/>
                  <a:pt x="513" y="59"/>
                </a:cubicBezTo>
                <a:lnTo>
                  <a:pt x="652" y="493"/>
                </a:lnTo>
                <a:cubicBezTo>
                  <a:pt x="738" y="228"/>
                  <a:pt x="782" y="88"/>
                  <a:pt x="782" y="76"/>
                </a:cubicBezTo>
                <a:cubicBezTo>
                  <a:pt x="782" y="73"/>
                  <a:pt x="780" y="69"/>
                  <a:pt x="776" y="65"/>
                </a:cubicBezTo>
                <a:cubicBezTo>
                  <a:pt x="773" y="61"/>
                  <a:pt x="765" y="56"/>
                  <a:pt x="754" y="51"/>
                </a:cubicBezTo>
                <a:cubicBezTo>
                  <a:pt x="743" y="46"/>
                  <a:pt x="730" y="43"/>
                  <a:pt x="713" y="42"/>
                </a:cubicBezTo>
                <a:lnTo>
                  <a:pt x="703" y="42"/>
                </a:lnTo>
                <a:lnTo>
                  <a:pt x="703" y="0"/>
                </a:lnTo>
                <a:lnTo>
                  <a:pt x="711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8" name=""/>
          <p:cNvSpPr/>
          <p:nvPr/>
        </p:nvSpPr>
        <p:spPr>
          <a:xfrm>
            <a:off x="7667280" y="1995120"/>
            <a:ext cx="146880" cy="151560"/>
          </a:xfrm>
          <a:custGeom>
            <a:avLst/>
            <a:gdLst/>
            <a:ahLst/>
            <a:rect l="0" t="0" r="r" b="b"/>
            <a:pathLst>
              <a:path w="408" h="421">
                <a:moveTo>
                  <a:pt x="0" y="216"/>
                </a:moveTo>
                <a:cubicBezTo>
                  <a:pt x="0" y="158"/>
                  <a:pt x="21" y="107"/>
                  <a:pt x="61" y="65"/>
                </a:cubicBezTo>
                <a:cubicBezTo>
                  <a:pt x="101" y="22"/>
                  <a:pt x="149" y="1"/>
                  <a:pt x="205" y="0"/>
                </a:cubicBezTo>
                <a:cubicBezTo>
                  <a:pt x="260" y="0"/>
                  <a:pt x="307" y="21"/>
                  <a:pt x="347" y="63"/>
                </a:cubicBezTo>
                <a:cubicBezTo>
                  <a:pt x="387" y="104"/>
                  <a:pt x="407" y="156"/>
                  <a:pt x="408" y="215"/>
                </a:cubicBezTo>
                <a:cubicBezTo>
                  <a:pt x="408" y="273"/>
                  <a:pt x="388" y="322"/>
                  <a:pt x="349" y="362"/>
                </a:cubicBezTo>
                <a:cubicBezTo>
                  <a:pt x="310" y="402"/>
                  <a:pt x="262" y="421"/>
                  <a:pt x="205" y="421"/>
                </a:cubicBezTo>
                <a:cubicBezTo>
                  <a:pt x="146" y="421"/>
                  <a:pt x="97" y="401"/>
                  <a:pt x="59" y="360"/>
                </a:cubicBezTo>
                <a:cubicBezTo>
                  <a:pt x="21" y="319"/>
                  <a:pt x="1" y="271"/>
                  <a:pt x="0" y="216"/>
                </a:cubicBezTo>
                <a:moveTo>
                  <a:pt x="205" y="385"/>
                </a:moveTo>
                <a:cubicBezTo>
                  <a:pt x="279" y="385"/>
                  <a:pt x="317" y="335"/>
                  <a:pt x="317" y="235"/>
                </a:cubicBezTo>
                <a:lnTo>
                  <a:pt x="317" y="206"/>
                </a:lnTo>
                <a:lnTo>
                  <a:pt x="317" y="183"/>
                </a:lnTo>
                <a:cubicBezTo>
                  <a:pt x="317" y="170"/>
                  <a:pt x="316" y="158"/>
                  <a:pt x="316" y="148"/>
                </a:cubicBezTo>
                <a:cubicBezTo>
                  <a:pt x="315" y="138"/>
                  <a:pt x="313" y="126"/>
                  <a:pt x="309" y="112"/>
                </a:cubicBezTo>
                <a:cubicBezTo>
                  <a:pt x="306" y="99"/>
                  <a:pt x="301" y="88"/>
                  <a:pt x="295" y="79"/>
                </a:cubicBezTo>
                <a:cubicBezTo>
                  <a:pt x="289" y="71"/>
                  <a:pt x="279" y="62"/>
                  <a:pt x="266" y="54"/>
                </a:cubicBezTo>
                <a:cubicBezTo>
                  <a:pt x="254" y="45"/>
                  <a:pt x="239" y="39"/>
                  <a:pt x="221" y="35"/>
                </a:cubicBezTo>
                <a:cubicBezTo>
                  <a:pt x="218" y="35"/>
                  <a:pt x="213" y="34"/>
                  <a:pt x="207" y="34"/>
                </a:cubicBezTo>
                <a:cubicBezTo>
                  <a:pt x="188" y="34"/>
                  <a:pt x="171" y="38"/>
                  <a:pt x="154" y="45"/>
                </a:cubicBezTo>
                <a:cubicBezTo>
                  <a:pt x="128" y="59"/>
                  <a:pt x="111" y="77"/>
                  <a:pt x="103" y="101"/>
                </a:cubicBezTo>
                <a:cubicBezTo>
                  <a:pt x="95" y="125"/>
                  <a:pt x="91" y="154"/>
                  <a:pt x="91" y="187"/>
                </a:cubicBezTo>
                <a:lnTo>
                  <a:pt x="91" y="205"/>
                </a:lnTo>
                <a:cubicBezTo>
                  <a:pt x="91" y="264"/>
                  <a:pt x="97" y="305"/>
                  <a:pt x="109" y="329"/>
                </a:cubicBezTo>
                <a:cubicBezTo>
                  <a:pt x="128" y="366"/>
                  <a:pt x="160" y="385"/>
                  <a:pt x="205" y="38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9" name=""/>
          <p:cNvSpPr/>
          <p:nvPr/>
        </p:nvSpPr>
        <p:spPr>
          <a:xfrm>
            <a:off x="7830000" y="1997280"/>
            <a:ext cx="113760" cy="146160"/>
          </a:xfrm>
          <a:custGeom>
            <a:avLst/>
            <a:gdLst/>
            <a:ahLst/>
            <a:rect l="0" t="0" r="r" b="b"/>
            <a:pathLst>
              <a:path w="316" h="406">
                <a:moveTo>
                  <a:pt x="14" y="364"/>
                </a:moveTo>
                <a:lnTo>
                  <a:pt x="27" y="364"/>
                </a:lnTo>
                <a:cubicBezTo>
                  <a:pt x="51" y="364"/>
                  <a:pt x="65" y="360"/>
                  <a:pt x="70" y="351"/>
                </a:cubicBezTo>
                <a:lnTo>
                  <a:pt x="70" y="344"/>
                </a:lnTo>
                <a:cubicBezTo>
                  <a:pt x="70" y="338"/>
                  <a:pt x="70" y="331"/>
                  <a:pt x="70" y="322"/>
                </a:cubicBezTo>
                <a:cubicBezTo>
                  <a:pt x="70" y="313"/>
                  <a:pt x="70" y="304"/>
                  <a:pt x="71" y="293"/>
                </a:cubicBezTo>
                <a:cubicBezTo>
                  <a:pt x="72" y="283"/>
                  <a:pt x="72" y="271"/>
                  <a:pt x="71" y="258"/>
                </a:cubicBezTo>
                <a:cubicBezTo>
                  <a:pt x="70" y="244"/>
                  <a:pt x="70" y="231"/>
                  <a:pt x="71" y="219"/>
                </a:cubicBezTo>
                <a:cubicBezTo>
                  <a:pt x="71" y="200"/>
                  <a:pt x="71" y="180"/>
                  <a:pt x="71" y="159"/>
                </a:cubicBezTo>
                <a:cubicBezTo>
                  <a:pt x="71" y="137"/>
                  <a:pt x="71" y="119"/>
                  <a:pt x="71" y="105"/>
                </a:cubicBezTo>
                <a:lnTo>
                  <a:pt x="70" y="83"/>
                </a:lnTo>
                <a:cubicBezTo>
                  <a:pt x="68" y="72"/>
                  <a:pt x="64" y="64"/>
                  <a:pt x="57" y="60"/>
                </a:cubicBezTo>
                <a:cubicBezTo>
                  <a:pt x="51" y="57"/>
                  <a:pt x="37" y="54"/>
                  <a:pt x="16" y="52"/>
                </a:cubicBezTo>
                <a:lnTo>
                  <a:pt x="0" y="52"/>
                </a:lnTo>
                <a:lnTo>
                  <a:pt x="0" y="31"/>
                </a:lnTo>
                <a:cubicBezTo>
                  <a:pt x="0" y="17"/>
                  <a:pt x="0" y="10"/>
                  <a:pt x="1" y="10"/>
                </a:cubicBezTo>
                <a:lnTo>
                  <a:pt x="11" y="9"/>
                </a:lnTo>
                <a:cubicBezTo>
                  <a:pt x="17" y="9"/>
                  <a:pt x="25" y="8"/>
                  <a:pt x="36" y="7"/>
                </a:cubicBezTo>
                <a:cubicBezTo>
                  <a:pt x="47" y="7"/>
                  <a:pt x="58" y="6"/>
                  <a:pt x="69" y="5"/>
                </a:cubicBezTo>
                <a:cubicBezTo>
                  <a:pt x="79" y="5"/>
                  <a:pt x="90" y="4"/>
                  <a:pt x="101" y="4"/>
                </a:cubicBezTo>
                <a:cubicBezTo>
                  <a:pt x="113" y="3"/>
                  <a:pt x="122" y="2"/>
                  <a:pt x="128" y="1"/>
                </a:cubicBezTo>
                <a:cubicBezTo>
                  <a:pt x="134" y="0"/>
                  <a:pt x="137" y="-1"/>
                  <a:pt x="138" y="0"/>
                </a:cubicBezTo>
                <a:lnTo>
                  <a:pt x="141" y="0"/>
                </a:lnTo>
                <a:lnTo>
                  <a:pt x="141" y="63"/>
                </a:lnTo>
                <a:cubicBezTo>
                  <a:pt x="166" y="22"/>
                  <a:pt x="195" y="1"/>
                  <a:pt x="231" y="1"/>
                </a:cubicBezTo>
                <a:lnTo>
                  <a:pt x="236" y="1"/>
                </a:lnTo>
                <a:cubicBezTo>
                  <a:pt x="264" y="1"/>
                  <a:pt x="284" y="8"/>
                  <a:pt x="297" y="21"/>
                </a:cubicBezTo>
                <a:cubicBezTo>
                  <a:pt x="310" y="35"/>
                  <a:pt x="316" y="49"/>
                  <a:pt x="316" y="63"/>
                </a:cubicBezTo>
                <a:cubicBezTo>
                  <a:pt x="316" y="76"/>
                  <a:pt x="312" y="87"/>
                  <a:pt x="304" y="96"/>
                </a:cubicBezTo>
                <a:cubicBezTo>
                  <a:pt x="296" y="105"/>
                  <a:pt x="285" y="110"/>
                  <a:pt x="269" y="110"/>
                </a:cubicBezTo>
                <a:cubicBezTo>
                  <a:pt x="254" y="110"/>
                  <a:pt x="243" y="105"/>
                  <a:pt x="235" y="95"/>
                </a:cubicBezTo>
                <a:cubicBezTo>
                  <a:pt x="228" y="86"/>
                  <a:pt x="224" y="75"/>
                  <a:pt x="223" y="64"/>
                </a:cubicBezTo>
                <a:cubicBezTo>
                  <a:pt x="223" y="59"/>
                  <a:pt x="224" y="54"/>
                  <a:pt x="225" y="49"/>
                </a:cubicBezTo>
                <a:cubicBezTo>
                  <a:pt x="226" y="45"/>
                  <a:pt x="228" y="42"/>
                  <a:pt x="230" y="38"/>
                </a:cubicBezTo>
                <a:cubicBezTo>
                  <a:pt x="232" y="35"/>
                  <a:pt x="233" y="34"/>
                  <a:pt x="233" y="34"/>
                </a:cubicBezTo>
                <a:cubicBezTo>
                  <a:pt x="231" y="33"/>
                  <a:pt x="224" y="34"/>
                  <a:pt x="211" y="38"/>
                </a:cubicBezTo>
                <a:cubicBezTo>
                  <a:pt x="202" y="42"/>
                  <a:pt x="194" y="47"/>
                  <a:pt x="189" y="51"/>
                </a:cubicBezTo>
                <a:cubicBezTo>
                  <a:pt x="161" y="79"/>
                  <a:pt x="146" y="134"/>
                  <a:pt x="146" y="215"/>
                </a:cubicBezTo>
                <a:lnTo>
                  <a:pt x="146" y="264"/>
                </a:lnTo>
                <a:cubicBezTo>
                  <a:pt x="146" y="272"/>
                  <a:pt x="146" y="280"/>
                  <a:pt x="146" y="289"/>
                </a:cubicBezTo>
                <a:cubicBezTo>
                  <a:pt x="146" y="297"/>
                  <a:pt x="146" y="305"/>
                  <a:pt x="146" y="313"/>
                </a:cubicBezTo>
                <a:cubicBezTo>
                  <a:pt x="146" y="320"/>
                  <a:pt x="147" y="327"/>
                  <a:pt x="147" y="332"/>
                </a:cubicBezTo>
                <a:cubicBezTo>
                  <a:pt x="148" y="337"/>
                  <a:pt x="148" y="341"/>
                  <a:pt x="147" y="346"/>
                </a:cubicBezTo>
                <a:lnTo>
                  <a:pt x="147" y="350"/>
                </a:lnTo>
                <a:cubicBezTo>
                  <a:pt x="148" y="352"/>
                  <a:pt x="149" y="353"/>
                  <a:pt x="150" y="354"/>
                </a:cubicBezTo>
                <a:cubicBezTo>
                  <a:pt x="151" y="355"/>
                  <a:pt x="153" y="356"/>
                  <a:pt x="155" y="357"/>
                </a:cubicBezTo>
                <a:cubicBezTo>
                  <a:pt x="156" y="357"/>
                  <a:pt x="158" y="358"/>
                  <a:pt x="159" y="360"/>
                </a:cubicBezTo>
                <a:cubicBezTo>
                  <a:pt x="160" y="361"/>
                  <a:pt x="163" y="361"/>
                  <a:pt x="166" y="361"/>
                </a:cubicBezTo>
                <a:cubicBezTo>
                  <a:pt x="169" y="361"/>
                  <a:pt x="171" y="362"/>
                  <a:pt x="172" y="362"/>
                </a:cubicBezTo>
                <a:cubicBezTo>
                  <a:pt x="173" y="363"/>
                  <a:pt x="176" y="363"/>
                  <a:pt x="180" y="363"/>
                </a:cubicBezTo>
                <a:cubicBezTo>
                  <a:pt x="185" y="363"/>
                  <a:pt x="187" y="363"/>
                  <a:pt x="189" y="363"/>
                </a:cubicBezTo>
                <a:cubicBezTo>
                  <a:pt x="190" y="363"/>
                  <a:pt x="193" y="364"/>
                  <a:pt x="198" y="364"/>
                </a:cubicBezTo>
                <a:cubicBezTo>
                  <a:pt x="203" y="365"/>
                  <a:pt x="206" y="365"/>
                  <a:pt x="207" y="364"/>
                </a:cubicBezTo>
                <a:lnTo>
                  <a:pt x="235" y="364"/>
                </a:lnTo>
                <a:lnTo>
                  <a:pt x="235" y="406"/>
                </a:lnTo>
                <a:lnTo>
                  <a:pt x="227" y="406"/>
                </a:lnTo>
                <a:cubicBezTo>
                  <a:pt x="216" y="404"/>
                  <a:pt x="177" y="404"/>
                  <a:pt x="110" y="404"/>
                </a:cubicBezTo>
                <a:cubicBezTo>
                  <a:pt x="47" y="404"/>
                  <a:pt x="12" y="404"/>
                  <a:pt x="7" y="406"/>
                </a:cubicBezTo>
                <a:lnTo>
                  <a:pt x="0" y="406"/>
                </a:lnTo>
                <a:lnTo>
                  <a:pt x="0" y="364"/>
                </a:lnTo>
                <a:lnTo>
                  <a:pt x="14" y="364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0" name=""/>
          <p:cNvSpPr/>
          <p:nvPr/>
        </p:nvSpPr>
        <p:spPr>
          <a:xfrm>
            <a:off x="7963920" y="1914120"/>
            <a:ext cx="165600" cy="232920"/>
          </a:xfrm>
          <a:custGeom>
            <a:avLst/>
            <a:gdLst/>
            <a:ahLst/>
            <a:rect l="0" t="0" r="r" b="b"/>
            <a:pathLst>
              <a:path w="460" h="647">
                <a:moveTo>
                  <a:pt x="314" y="183"/>
                </a:moveTo>
                <a:cubicBezTo>
                  <a:pt x="314" y="173"/>
                  <a:pt x="314" y="160"/>
                  <a:pt x="314" y="146"/>
                </a:cubicBezTo>
                <a:cubicBezTo>
                  <a:pt x="314" y="131"/>
                  <a:pt x="315" y="121"/>
                  <a:pt x="315" y="115"/>
                </a:cubicBezTo>
                <a:cubicBezTo>
                  <a:pt x="315" y="88"/>
                  <a:pt x="312" y="71"/>
                  <a:pt x="306" y="64"/>
                </a:cubicBezTo>
                <a:cubicBezTo>
                  <a:pt x="300" y="57"/>
                  <a:pt x="285" y="53"/>
                  <a:pt x="259" y="52"/>
                </a:cubicBezTo>
                <a:lnTo>
                  <a:pt x="243" y="52"/>
                </a:lnTo>
                <a:lnTo>
                  <a:pt x="243" y="31"/>
                </a:lnTo>
                <a:cubicBezTo>
                  <a:pt x="243" y="17"/>
                  <a:pt x="244" y="10"/>
                  <a:pt x="245" y="10"/>
                </a:cubicBezTo>
                <a:lnTo>
                  <a:pt x="254" y="9"/>
                </a:lnTo>
                <a:cubicBezTo>
                  <a:pt x="260" y="8"/>
                  <a:pt x="269" y="8"/>
                  <a:pt x="281" y="7"/>
                </a:cubicBezTo>
                <a:cubicBezTo>
                  <a:pt x="292" y="7"/>
                  <a:pt x="303" y="6"/>
                  <a:pt x="314" y="5"/>
                </a:cubicBezTo>
                <a:cubicBezTo>
                  <a:pt x="325" y="5"/>
                  <a:pt x="336" y="4"/>
                  <a:pt x="348" y="4"/>
                </a:cubicBezTo>
                <a:cubicBezTo>
                  <a:pt x="361" y="3"/>
                  <a:pt x="370" y="2"/>
                  <a:pt x="376" y="1"/>
                </a:cubicBezTo>
                <a:cubicBezTo>
                  <a:pt x="382" y="0"/>
                  <a:pt x="385" y="-1"/>
                  <a:pt x="386" y="0"/>
                </a:cubicBezTo>
                <a:lnTo>
                  <a:pt x="389" y="0"/>
                </a:lnTo>
                <a:lnTo>
                  <a:pt x="389" y="280"/>
                </a:lnTo>
                <a:cubicBezTo>
                  <a:pt x="389" y="467"/>
                  <a:pt x="389" y="561"/>
                  <a:pt x="390" y="563"/>
                </a:cubicBezTo>
                <a:cubicBezTo>
                  <a:pt x="392" y="575"/>
                  <a:pt x="396" y="583"/>
                  <a:pt x="403" y="587"/>
                </a:cubicBezTo>
                <a:cubicBezTo>
                  <a:pt x="409" y="591"/>
                  <a:pt x="423" y="593"/>
                  <a:pt x="444" y="595"/>
                </a:cubicBezTo>
                <a:lnTo>
                  <a:pt x="460" y="595"/>
                </a:lnTo>
                <a:lnTo>
                  <a:pt x="460" y="637"/>
                </a:lnTo>
                <a:cubicBezTo>
                  <a:pt x="459" y="637"/>
                  <a:pt x="436" y="639"/>
                  <a:pt x="391" y="642"/>
                </a:cubicBezTo>
                <a:cubicBezTo>
                  <a:pt x="345" y="645"/>
                  <a:pt x="321" y="647"/>
                  <a:pt x="318" y="647"/>
                </a:cubicBezTo>
                <a:lnTo>
                  <a:pt x="312" y="647"/>
                </a:lnTo>
                <a:lnTo>
                  <a:pt x="312" y="597"/>
                </a:lnTo>
                <a:lnTo>
                  <a:pt x="304" y="603"/>
                </a:lnTo>
                <a:cubicBezTo>
                  <a:pt x="269" y="633"/>
                  <a:pt x="229" y="647"/>
                  <a:pt x="185" y="647"/>
                </a:cubicBezTo>
                <a:cubicBezTo>
                  <a:pt x="137" y="647"/>
                  <a:pt x="95" y="629"/>
                  <a:pt x="57" y="591"/>
                </a:cubicBezTo>
                <a:cubicBezTo>
                  <a:pt x="19" y="554"/>
                  <a:pt x="0" y="504"/>
                  <a:pt x="0" y="440"/>
                </a:cubicBezTo>
                <a:cubicBezTo>
                  <a:pt x="0" y="379"/>
                  <a:pt x="19" y="329"/>
                  <a:pt x="58" y="291"/>
                </a:cubicBezTo>
                <a:cubicBezTo>
                  <a:pt x="96" y="252"/>
                  <a:pt x="142" y="233"/>
                  <a:pt x="193" y="232"/>
                </a:cubicBezTo>
                <a:cubicBezTo>
                  <a:pt x="239" y="232"/>
                  <a:pt x="280" y="247"/>
                  <a:pt x="314" y="277"/>
                </a:cubicBezTo>
                <a:lnTo>
                  <a:pt x="314" y="183"/>
                </a:lnTo>
                <a:moveTo>
                  <a:pt x="312" y="324"/>
                </a:moveTo>
                <a:cubicBezTo>
                  <a:pt x="284" y="285"/>
                  <a:pt x="250" y="266"/>
                  <a:pt x="208" y="266"/>
                </a:cubicBezTo>
                <a:cubicBezTo>
                  <a:pt x="178" y="266"/>
                  <a:pt x="152" y="277"/>
                  <a:pt x="127" y="299"/>
                </a:cubicBezTo>
                <a:cubicBezTo>
                  <a:pt x="111" y="316"/>
                  <a:pt x="100" y="336"/>
                  <a:pt x="96" y="358"/>
                </a:cubicBezTo>
                <a:cubicBezTo>
                  <a:pt x="92" y="380"/>
                  <a:pt x="89" y="408"/>
                  <a:pt x="89" y="444"/>
                </a:cubicBezTo>
                <a:cubicBezTo>
                  <a:pt x="89" y="478"/>
                  <a:pt x="91" y="506"/>
                  <a:pt x="95" y="527"/>
                </a:cubicBezTo>
                <a:cubicBezTo>
                  <a:pt x="100" y="549"/>
                  <a:pt x="110" y="567"/>
                  <a:pt x="127" y="583"/>
                </a:cubicBezTo>
                <a:cubicBezTo>
                  <a:pt x="147" y="603"/>
                  <a:pt x="171" y="613"/>
                  <a:pt x="200" y="613"/>
                </a:cubicBezTo>
                <a:cubicBezTo>
                  <a:pt x="243" y="613"/>
                  <a:pt x="281" y="590"/>
                  <a:pt x="312" y="543"/>
                </a:cubicBezTo>
                <a:lnTo>
                  <a:pt x="312" y="324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1" name=""/>
          <p:cNvSpPr/>
          <p:nvPr/>
        </p:nvSpPr>
        <p:spPr>
          <a:xfrm>
            <a:off x="8145000" y="1917360"/>
            <a:ext cx="197640" cy="226080"/>
          </a:xfrm>
          <a:custGeom>
            <a:avLst/>
            <a:gdLst/>
            <a:ahLst/>
            <a:rect l="0" t="0" r="r" b="b"/>
            <a:pathLst>
              <a:path w="549" h="628">
                <a:moveTo>
                  <a:pt x="96" y="58"/>
                </a:moveTo>
                <a:cubicBezTo>
                  <a:pt x="91" y="54"/>
                  <a:pt x="88" y="51"/>
                  <a:pt x="86" y="50"/>
                </a:cubicBezTo>
                <a:cubicBezTo>
                  <a:pt x="83" y="48"/>
                  <a:pt x="78" y="47"/>
                  <a:pt x="70" y="47"/>
                </a:cubicBezTo>
                <a:cubicBezTo>
                  <a:pt x="63" y="46"/>
                  <a:pt x="50" y="45"/>
                  <a:pt x="31" y="44"/>
                </a:cubicBezTo>
                <a:lnTo>
                  <a:pt x="0" y="44"/>
                </a:lnTo>
                <a:lnTo>
                  <a:pt x="0" y="1"/>
                </a:lnTo>
                <a:lnTo>
                  <a:pt x="173" y="1"/>
                </a:lnTo>
                <a:cubicBezTo>
                  <a:pt x="187" y="1"/>
                  <a:pt x="206" y="1"/>
                  <a:pt x="230" y="1"/>
                </a:cubicBezTo>
                <a:cubicBezTo>
                  <a:pt x="254" y="1"/>
                  <a:pt x="270" y="1"/>
                  <a:pt x="280" y="0"/>
                </a:cubicBezTo>
                <a:cubicBezTo>
                  <a:pt x="334" y="0"/>
                  <a:pt x="377" y="5"/>
                  <a:pt x="409" y="13"/>
                </a:cubicBezTo>
                <a:cubicBezTo>
                  <a:pt x="440" y="21"/>
                  <a:pt x="470" y="38"/>
                  <a:pt x="497" y="63"/>
                </a:cubicBezTo>
                <a:cubicBezTo>
                  <a:pt x="531" y="96"/>
                  <a:pt x="549" y="135"/>
                  <a:pt x="549" y="180"/>
                </a:cubicBezTo>
                <a:cubicBezTo>
                  <a:pt x="549" y="221"/>
                  <a:pt x="533" y="257"/>
                  <a:pt x="502" y="287"/>
                </a:cubicBezTo>
                <a:cubicBezTo>
                  <a:pt x="471" y="317"/>
                  <a:pt x="434" y="337"/>
                  <a:pt x="390" y="347"/>
                </a:cubicBezTo>
                <a:cubicBezTo>
                  <a:pt x="377" y="350"/>
                  <a:pt x="339" y="352"/>
                  <a:pt x="277" y="352"/>
                </a:cubicBezTo>
                <a:lnTo>
                  <a:pt x="191" y="352"/>
                </a:lnTo>
                <a:lnTo>
                  <a:pt x="191" y="462"/>
                </a:lnTo>
                <a:cubicBezTo>
                  <a:pt x="191" y="535"/>
                  <a:pt x="192" y="573"/>
                  <a:pt x="194" y="575"/>
                </a:cubicBezTo>
                <a:cubicBezTo>
                  <a:pt x="199" y="582"/>
                  <a:pt x="219" y="586"/>
                  <a:pt x="255" y="586"/>
                </a:cubicBezTo>
                <a:lnTo>
                  <a:pt x="286" y="586"/>
                </a:lnTo>
                <a:lnTo>
                  <a:pt x="286" y="628"/>
                </a:lnTo>
                <a:lnTo>
                  <a:pt x="276" y="628"/>
                </a:lnTo>
                <a:cubicBezTo>
                  <a:pt x="263" y="626"/>
                  <a:pt x="219" y="626"/>
                  <a:pt x="143" y="626"/>
                </a:cubicBezTo>
                <a:cubicBezTo>
                  <a:pt x="60" y="626"/>
                  <a:pt x="16" y="626"/>
                  <a:pt x="10" y="628"/>
                </a:cubicBezTo>
                <a:lnTo>
                  <a:pt x="0" y="628"/>
                </a:lnTo>
                <a:lnTo>
                  <a:pt x="0" y="586"/>
                </a:lnTo>
                <a:lnTo>
                  <a:pt x="31" y="586"/>
                </a:lnTo>
                <a:cubicBezTo>
                  <a:pt x="56" y="586"/>
                  <a:pt x="72" y="585"/>
                  <a:pt x="78" y="583"/>
                </a:cubicBezTo>
                <a:cubicBezTo>
                  <a:pt x="84" y="582"/>
                  <a:pt x="90" y="578"/>
                  <a:pt x="96" y="572"/>
                </a:cubicBezTo>
                <a:lnTo>
                  <a:pt x="96" y="58"/>
                </a:lnTo>
                <a:moveTo>
                  <a:pt x="442" y="181"/>
                </a:moveTo>
                <a:cubicBezTo>
                  <a:pt x="442" y="165"/>
                  <a:pt x="441" y="153"/>
                  <a:pt x="441" y="144"/>
                </a:cubicBezTo>
                <a:cubicBezTo>
                  <a:pt x="440" y="136"/>
                  <a:pt x="438" y="125"/>
                  <a:pt x="435" y="111"/>
                </a:cubicBezTo>
                <a:cubicBezTo>
                  <a:pt x="432" y="98"/>
                  <a:pt x="427" y="88"/>
                  <a:pt x="420" y="81"/>
                </a:cubicBezTo>
                <a:cubicBezTo>
                  <a:pt x="412" y="74"/>
                  <a:pt x="402" y="67"/>
                  <a:pt x="389" y="60"/>
                </a:cubicBezTo>
                <a:cubicBezTo>
                  <a:pt x="376" y="52"/>
                  <a:pt x="360" y="48"/>
                  <a:pt x="341" y="46"/>
                </a:cubicBezTo>
                <a:cubicBezTo>
                  <a:pt x="333" y="45"/>
                  <a:pt x="306" y="44"/>
                  <a:pt x="258" y="44"/>
                </a:cubicBezTo>
                <a:lnTo>
                  <a:pt x="239" y="44"/>
                </a:lnTo>
                <a:cubicBezTo>
                  <a:pt x="209" y="44"/>
                  <a:pt x="193" y="47"/>
                  <a:pt x="191" y="52"/>
                </a:cubicBezTo>
                <a:cubicBezTo>
                  <a:pt x="189" y="55"/>
                  <a:pt x="188" y="99"/>
                  <a:pt x="188" y="185"/>
                </a:cubicBezTo>
                <a:lnTo>
                  <a:pt x="188" y="315"/>
                </a:lnTo>
                <a:lnTo>
                  <a:pt x="254" y="315"/>
                </a:lnTo>
                <a:lnTo>
                  <a:pt x="287" y="315"/>
                </a:lnTo>
                <a:cubicBezTo>
                  <a:pt x="319" y="315"/>
                  <a:pt x="344" y="313"/>
                  <a:pt x="364" y="308"/>
                </a:cubicBezTo>
                <a:cubicBezTo>
                  <a:pt x="385" y="304"/>
                  <a:pt x="402" y="294"/>
                  <a:pt x="418" y="278"/>
                </a:cubicBezTo>
                <a:cubicBezTo>
                  <a:pt x="434" y="260"/>
                  <a:pt x="442" y="228"/>
                  <a:pt x="442" y="18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2" name=""/>
          <p:cNvSpPr/>
          <p:nvPr/>
        </p:nvSpPr>
        <p:spPr>
          <a:xfrm>
            <a:off x="8367480" y="1997280"/>
            <a:ext cx="114120" cy="146160"/>
          </a:xfrm>
          <a:custGeom>
            <a:avLst/>
            <a:gdLst/>
            <a:ahLst/>
            <a:rect l="0" t="0" r="r" b="b"/>
            <a:pathLst>
              <a:path w="317" h="406">
                <a:moveTo>
                  <a:pt x="15" y="364"/>
                </a:moveTo>
                <a:lnTo>
                  <a:pt x="28" y="364"/>
                </a:lnTo>
                <a:cubicBezTo>
                  <a:pt x="52" y="364"/>
                  <a:pt x="66" y="360"/>
                  <a:pt x="71" y="351"/>
                </a:cubicBezTo>
                <a:lnTo>
                  <a:pt x="71" y="344"/>
                </a:lnTo>
                <a:cubicBezTo>
                  <a:pt x="71" y="338"/>
                  <a:pt x="71" y="331"/>
                  <a:pt x="71" y="322"/>
                </a:cubicBezTo>
                <a:cubicBezTo>
                  <a:pt x="71" y="313"/>
                  <a:pt x="71" y="304"/>
                  <a:pt x="72" y="293"/>
                </a:cubicBezTo>
                <a:cubicBezTo>
                  <a:pt x="73" y="283"/>
                  <a:pt x="73" y="271"/>
                  <a:pt x="72" y="258"/>
                </a:cubicBezTo>
                <a:cubicBezTo>
                  <a:pt x="71" y="244"/>
                  <a:pt x="71" y="231"/>
                  <a:pt x="72" y="219"/>
                </a:cubicBezTo>
                <a:cubicBezTo>
                  <a:pt x="72" y="200"/>
                  <a:pt x="72" y="180"/>
                  <a:pt x="72" y="159"/>
                </a:cubicBezTo>
                <a:cubicBezTo>
                  <a:pt x="72" y="137"/>
                  <a:pt x="72" y="119"/>
                  <a:pt x="72" y="105"/>
                </a:cubicBezTo>
                <a:lnTo>
                  <a:pt x="71" y="83"/>
                </a:lnTo>
                <a:cubicBezTo>
                  <a:pt x="69" y="72"/>
                  <a:pt x="65" y="64"/>
                  <a:pt x="58" y="60"/>
                </a:cubicBezTo>
                <a:cubicBezTo>
                  <a:pt x="51" y="57"/>
                  <a:pt x="38" y="54"/>
                  <a:pt x="17" y="52"/>
                </a:cubicBezTo>
                <a:lnTo>
                  <a:pt x="0" y="52"/>
                </a:lnTo>
                <a:lnTo>
                  <a:pt x="0" y="31"/>
                </a:lnTo>
                <a:cubicBezTo>
                  <a:pt x="0" y="17"/>
                  <a:pt x="1" y="10"/>
                  <a:pt x="2" y="10"/>
                </a:cubicBezTo>
                <a:lnTo>
                  <a:pt x="11" y="9"/>
                </a:lnTo>
                <a:cubicBezTo>
                  <a:pt x="18" y="9"/>
                  <a:pt x="26" y="8"/>
                  <a:pt x="37" y="7"/>
                </a:cubicBezTo>
                <a:cubicBezTo>
                  <a:pt x="48" y="7"/>
                  <a:pt x="59" y="6"/>
                  <a:pt x="70" y="5"/>
                </a:cubicBezTo>
                <a:cubicBezTo>
                  <a:pt x="80" y="5"/>
                  <a:pt x="91" y="4"/>
                  <a:pt x="102" y="4"/>
                </a:cubicBezTo>
                <a:cubicBezTo>
                  <a:pt x="114" y="3"/>
                  <a:pt x="123" y="2"/>
                  <a:pt x="129" y="1"/>
                </a:cubicBezTo>
                <a:cubicBezTo>
                  <a:pt x="135" y="0"/>
                  <a:pt x="138" y="-1"/>
                  <a:pt x="139" y="0"/>
                </a:cubicBezTo>
                <a:lnTo>
                  <a:pt x="142" y="0"/>
                </a:lnTo>
                <a:lnTo>
                  <a:pt x="142" y="63"/>
                </a:lnTo>
                <a:cubicBezTo>
                  <a:pt x="166" y="22"/>
                  <a:pt x="195" y="1"/>
                  <a:pt x="232" y="1"/>
                </a:cubicBezTo>
                <a:lnTo>
                  <a:pt x="237" y="1"/>
                </a:lnTo>
                <a:cubicBezTo>
                  <a:pt x="265" y="1"/>
                  <a:pt x="285" y="8"/>
                  <a:pt x="298" y="21"/>
                </a:cubicBezTo>
                <a:cubicBezTo>
                  <a:pt x="310" y="35"/>
                  <a:pt x="317" y="49"/>
                  <a:pt x="317" y="63"/>
                </a:cubicBezTo>
                <a:cubicBezTo>
                  <a:pt x="317" y="76"/>
                  <a:pt x="313" y="87"/>
                  <a:pt x="305" y="96"/>
                </a:cubicBezTo>
                <a:cubicBezTo>
                  <a:pt x="297" y="105"/>
                  <a:pt x="285" y="110"/>
                  <a:pt x="270" y="110"/>
                </a:cubicBezTo>
                <a:cubicBezTo>
                  <a:pt x="255" y="110"/>
                  <a:pt x="244" y="105"/>
                  <a:pt x="236" y="95"/>
                </a:cubicBezTo>
                <a:cubicBezTo>
                  <a:pt x="229" y="86"/>
                  <a:pt x="224" y="75"/>
                  <a:pt x="223" y="64"/>
                </a:cubicBezTo>
                <a:cubicBezTo>
                  <a:pt x="223" y="59"/>
                  <a:pt x="224" y="54"/>
                  <a:pt x="226" y="49"/>
                </a:cubicBezTo>
                <a:cubicBezTo>
                  <a:pt x="227" y="45"/>
                  <a:pt x="229" y="42"/>
                  <a:pt x="231" y="38"/>
                </a:cubicBezTo>
                <a:cubicBezTo>
                  <a:pt x="233" y="35"/>
                  <a:pt x="233" y="34"/>
                  <a:pt x="233" y="34"/>
                </a:cubicBezTo>
                <a:cubicBezTo>
                  <a:pt x="232" y="33"/>
                  <a:pt x="224" y="34"/>
                  <a:pt x="211" y="38"/>
                </a:cubicBezTo>
                <a:cubicBezTo>
                  <a:pt x="202" y="42"/>
                  <a:pt x="194" y="47"/>
                  <a:pt x="189" y="51"/>
                </a:cubicBezTo>
                <a:cubicBezTo>
                  <a:pt x="161" y="79"/>
                  <a:pt x="146" y="134"/>
                  <a:pt x="146" y="215"/>
                </a:cubicBezTo>
                <a:lnTo>
                  <a:pt x="146" y="264"/>
                </a:lnTo>
                <a:cubicBezTo>
                  <a:pt x="146" y="272"/>
                  <a:pt x="146" y="280"/>
                  <a:pt x="146" y="289"/>
                </a:cubicBezTo>
                <a:cubicBezTo>
                  <a:pt x="146" y="297"/>
                  <a:pt x="146" y="305"/>
                  <a:pt x="146" y="313"/>
                </a:cubicBezTo>
                <a:cubicBezTo>
                  <a:pt x="146" y="320"/>
                  <a:pt x="147" y="327"/>
                  <a:pt x="147" y="332"/>
                </a:cubicBezTo>
                <a:cubicBezTo>
                  <a:pt x="148" y="337"/>
                  <a:pt x="148" y="341"/>
                  <a:pt x="147" y="346"/>
                </a:cubicBezTo>
                <a:lnTo>
                  <a:pt x="147" y="350"/>
                </a:lnTo>
                <a:cubicBezTo>
                  <a:pt x="148" y="352"/>
                  <a:pt x="149" y="353"/>
                  <a:pt x="150" y="354"/>
                </a:cubicBezTo>
                <a:cubicBezTo>
                  <a:pt x="151" y="355"/>
                  <a:pt x="153" y="356"/>
                  <a:pt x="154" y="357"/>
                </a:cubicBezTo>
                <a:cubicBezTo>
                  <a:pt x="156" y="357"/>
                  <a:pt x="158" y="358"/>
                  <a:pt x="159" y="360"/>
                </a:cubicBezTo>
                <a:cubicBezTo>
                  <a:pt x="160" y="361"/>
                  <a:pt x="162" y="361"/>
                  <a:pt x="166" y="361"/>
                </a:cubicBezTo>
                <a:cubicBezTo>
                  <a:pt x="169" y="361"/>
                  <a:pt x="171" y="362"/>
                  <a:pt x="172" y="362"/>
                </a:cubicBezTo>
                <a:cubicBezTo>
                  <a:pt x="173" y="363"/>
                  <a:pt x="176" y="363"/>
                  <a:pt x="180" y="363"/>
                </a:cubicBezTo>
                <a:cubicBezTo>
                  <a:pt x="184" y="363"/>
                  <a:pt x="187" y="363"/>
                  <a:pt x="188" y="363"/>
                </a:cubicBezTo>
                <a:cubicBezTo>
                  <a:pt x="190" y="363"/>
                  <a:pt x="193" y="364"/>
                  <a:pt x="198" y="364"/>
                </a:cubicBezTo>
                <a:cubicBezTo>
                  <a:pt x="202" y="365"/>
                  <a:pt x="206" y="365"/>
                  <a:pt x="207" y="364"/>
                </a:cubicBezTo>
                <a:lnTo>
                  <a:pt x="236" y="364"/>
                </a:lnTo>
                <a:lnTo>
                  <a:pt x="236" y="406"/>
                </a:lnTo>
                <a:lnTo>
                  <a:pt x="228" y="406"/>
                </a:lnTo>
                <a:cubicBezTo>
                  <a:pt x="216" y="404"/>
                  <a:pt x="177" y="404"/>
                  <a:pt x="110" y="404"/>
                </a:cubicBezTo>
                <a:cubicBezTo>
                  <a:pt x="48" y="404"/>
                  <a:pt x="13" y="404"/>
                  <a:pt x="8" y="406"/>
                </a:cubicBezTo>
                <a:lnTo>
                  <a:pt x="0" y="406"/>
                </a:lnTo>
                <a:lnTo>
                  <a:pt x="0" y="364"/>
                </a:lnTo>
                <a:lnTo>
                  <a:pt x="15" y="364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3" name=""/>
          <p:cNvSpPr/>
          <p:nvPr/>
        </p:nvSpPr>
        <p:spPr>
          <a:xfrm>
            <a:off x="8499600" y="1995120"/>
            <a:ext cx="128160" cy="151920"/>
          </a:xfrm>
          <a:custGeom>
            <a:avLst/>
            <a:gdLst/>
            <a:ahLst/>
            <a:rect l="0" t="0" r="r" b="b"/>
            <a:pathLst>
              <a:path w="356" h="422">
                <a:moveTo>
                  <a:pt x="0" y="212"/>
                </a:moveTo>
                <a:cubicBezTo>
                  <a:pt x="0" y="179"/>
                  <a:pt x="6" y="148"/>
                  <a:pt x="19" y="120"/>
                </a:cubicBezTo>
                <a:cubicBezTo>
                  <a:pt x="31" y="92"/>
                  <a:pt x="46" y="70"/>
                  <a:pt x="64" y="53"/>
                </a:cubicBezTo>
                <a:cubicBezTo>
                  <a:pt x="83" y="36"/>
                  <a:pt x="103" y="23"/>
                  <a:pt x="124" y="14"/>
                </a:cubicBezTo>
                <a:cubicBezTo>
                  <a:pt x="145" y="6"/>
                  <a:pt x="166" y="1"/>
                  <a:pt x="185" y="0"/>
                </a:cubicBezTo>
                <a:cubicBezTo>
                  <a:pt x="217" y="0"/>
                  <a:pt x="245" y="6"/>
                  <a:pt x="268" y="17"/>
                </a:cubicBezTo>
                <a:cubicBezTo>
                  <a:pt x="292" y="28"/>
                  <a:pt x="310" y="43"/>
                  <a:pt x="322" y="63"/>
                </a:cubicBezTo>
                <a:cubicBezTo>
                  <a:pt x="334" y="82"/>
                  <a:pt x="343" y="102"/>
                  <a:pt x="348" y="122"/>
                </a:cubicBezTo>
                <a:cubicBezTo>
                  <a:pt x="353" y="142"/>
                  <a:pt x="356" y="164"/>
                  <a:pt x="356" y="188"/>
                </a:cubicBezTo>
                <a:cubicBezTo>
                  <a:pt x="356" y="192"/>
                  <a:pt x="354" y="196"/>
                  <a:pt x="350" y="200"/>
                </a:cubicBezTo>
                <a:lnTo>
                  <a:pt x="90" y="200"/>
                </a:lnTo>
                <a:lnTo>
                  <a:pt x="90" y="214"/>
                </a:lnTo>
                <a:cubicBezTo>
                  <a:pt x="90" y="305"/>
                  <a:pt x="121" y="360"/>
                  <a:pt x="182" y="379"/>
                </a:cubicBezTo>
                <a:cubicBezTo>
                  <a:pt x="194" y="383"/>
                  <a:pt x="208" y="385"/>
                  <a:pt x="222" y="385"/>
                </a:cubicBezTo>
                <a:cubicBezTo>
                  <a:pt x="248" y="385"/>
                  <a:pt x="270" y="375"/>
                  <a:pt x="289" y="355"/>
                </a:cubicBezTo>
                <a:cubicBezTo>
                  <a:pt x="300" y="345"/>
                  <a:pt x="308" y="332"/>
                  <a:pt x="314" y="317"/>
                </a:cubicBezTo>
                <a:lnTo>
                  <a:pt x="323" y="295"/>
                </a:lnTo>
                <a:cubicBezTo>
                  <a:pt x="325" y="293"/>
                  <a:pt x="330" y="292"/>
                  <a:pt x="338" y="292"/>
                </a:cubicBezTo>
                <a:lnTo>
                  <a:pt x="341" y="292"/>
                </a:lnTo>
                <a:cubicBezTo>
                  <a:pt x="351" y="292"/>
                  <a:pt x="356" y="295"/>
                  <a:pt x="356" y="301"/>
                </a:cubicBezTo>
                <a:cubicBezTo>
                  <a:pt x="356" y="304"/>
                  <a:pt x="355" y="308"/>
                  <a:pt x="353" y="313"/>
                </a:cubicBezTo>
                <a:cubicBezTo>
                  <a:pt x="342" y="347"/>
                  <a:pt x="323" y="373"/>
                  <a:pt x="296" y="393"/>
                </a:cubicBezTo>
                <a:cubicBezTo>
                  <a:pt x="268" y="413"/>
                  <a:pt x="237" y="422"/>
                  <a:pt x="204" y="422"/>
                </a:cubicBezTo>
                <a:cubicBezTo>
                  <a:pt x="146" y="422"/>
                  <a:pt x="97" y="401"/>
                  <a:pt x="59" y="359"/>
                </a:cubicBezTo>
                <a:cubicBezTo>
                  <a:pt x="20" y="317"/>
                  <a:pt x="1" y="268"/>
                  <a:pt x="0" y="212"/>
                </a:cubicBezTo>
                <a:moveTo>
                  <a:pt x="280" y="160"/>
                </a:moveTo>
                <a:cubicBezTo>
                  <a:pt x="273" y="81"/>
                  <a:pt x="244" y="39"/>
                  <a:pt x="193" y="34"/>
                </a:cubicBezTo>
                <a:lnTo>
                  <a:pt x="191" y="34"/>
                </a:lnTo>
                <a:cubicBezTo>
                  <a:pt x="186" y="34"/>
                  <a:pt x="181" y="35"/>
                  <a:pt x="176" y="35"/>
                </a:cubicBezTo>
                <a:cubicBezTo>
                  <a:pt x="171" y="36"/>
                  <a:pt x="164" y="38"/>
                  <a:pt x="153" y="43"/>
                </a:cubicBezTo>
                <a:cubicBezTo>
                  <a:pt x="143" y="47"/>
                  <a:pt x="134" y="53"/>
                  <a:pt x="127" y="62"/>
                </a:cubicBezTo>
                <a:cubicBezTo>
                  <a:pt x="119" y="70"/>
                  <a:pt x="112" y="83"/>
                  <a:pt x="106" y="100"/>
                </a:cubicBezTo>
                <a:cubicBezTo>
                  <a:pt x="99" y="116"/>
                  <a:pt x="94" y="137"/>
                  <a:pt x="91" y="161"/>
                </a:cubicBezTo>
                <a:lnTo>
                  <a:pt x="91" y="167"/>
                </a:lnTo>
                <a:lnTo>
                  <a:pt x="280" y="167"/>
                </a:lnTo>
                <a:lnTo>
                  <a:pt x="280" y="16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4" name=""/>
          <p:cNvSpPr/>
          <p:nvPr/>
        </p:nvSpPr>
        <p:spPr>
          <a:xfrm>
            <a:off x="8647920" y="1995120"/>
            <a:ext cx="108000" cy="151920"/>
          </a:xfrm>
          <a:custGeom>
            <a:avLst/>
            <a:gdLst/>
            <a:ahLst/>
            <a:rect l="0" t="0" r="r" b="b"/>
            <a:pathLst>
              <a:path w="300" h="422">
                <a:moveTo>
                  <a:pt x="240" y="122"/>
                </a:moveTo>
                <a:cubicBezTo>
                  <a:pt x="240" y="97"/>
                  <a:pt x="232" y="76"/>
                  <a:pt x="216" y="58"/>
                </a:cubicBezTo>
                <a:cubicBezTo>
                  <a:pt x="199" y="41"/>
                  <a:pt x="175" y="32"/>
                  <a:pt x="144" y="32"/>
                </a:cubicBezTo>
                <a:cubicBezTo>
                  <a:pt x="122" y="32"/>
                  <a:pt x="103" y="36"/>
                  <a:pt x="87" y="44"/>
                </a:cubicBezTo>
                <a:cubicBezTo>
                  <a:pt x="69" y="55"/>
                  <a:pt x="60" y="71"/>
                  <a:pt x="60" y="91"/>
                </a:cubicBezTo>
                <a:cubicBezTo>
                  <a:pt x="59" y="94"/>
                  <a:pt x="59" y="98"/>
                  <a:pt x="60" y="103"/>
                </a:cubicBezTo>
                <a:cubicBezTo>
                  <a:pt x="60" y="108"/>
                  <a:pt x="65" y="115"/>
                  <a:pt x="74" y="125"/>
                </a:cubicBezTo>
                <a:cubicBezTo>
                  <a:pt x="83" y="136"/>
                  <a:pt x="97" y="144"/>
                  <a:pt x="114" y="149"/>
                </a:cubicBezTo>
                <a:cubicBezTo>
                  <a:pt x="125" y="152"/>
                  <a:pt x="138" y="155"/>
                  <a:pt x="154" y="157"/>
                </a:cubicBezTo>
                <a:cubicBezTo>
                  <a:pt x="170" y="160"/>
                  <a:pt x="183" y="163"/>
                  <a:pt x="194" y="166"/>
                </a:cubicBezTo>
                <a:cubicBezTo>
                  <a:pt x="205" y="169"/>
                  <a:pt x="215" y="173"/>
                  <a:pt x="224" y="178"/>
                </a:cubicBezTo>
                <a:cubicBezTo>
                  <a:pt x="234" y="182"/>
                  <a:pt x="244" y="189"/>
                  <a:pt x="254" y="196"/>
                </a:cubicBezTo>
                <a:cubicBezTo>
                  <a:pt x="264" y="203"/>
                  <a:pt x="275" y="216"/>
                  <a:pt x="284" y="233"/>
                </a:cubicBezTo>
                <a:cubicBezTo>
                  <a:pt x="294" y="251"/>
                  <a:pt x="299" y="270"/>
                  <a:pt x="300" y="290"/>
                </a:cubicBezTo>
                <a:cubicBezTo>
                  <a:pt x="300" y="328"/>
                  <a:pt x="288" y="359"/>
                  <a:pt x="264" y="384"/>
                </a:cubicBezTo>
                <a:cubicBezTo>
                  <a:pt x="241" y="408"/>
                  <a:pt x="203" y="421"/>
                  <a:pt x="151" y="421"/>
                </a:cubicBezTo>
                <a:lnTo>
                  <a:pt x="144" y="421"/>
                </a:lnTo>
                <a:cubicBezTo>
                  <a:pt x="112" y="421"/>
                  <a:pt x="83" y="410"/>
                  <a:pt x="56" y="388"/>
                </a:cubicBezTo>
                <a:lnTo>
                  <a:pt x="49" y="395"/>
                </a:lnTo>
                <a:lnTo>
                  <a:pt x="40" y="403"/>
                </a:lnTo>
                <a:cubicBezTo>
                  <a:pt x="37" y="407"/>
                  <a:pt x="33" y="410"/>
                  <a:pt x="29" y="413"/>
                </a:cubicBezTo>
                <a:lnTo>
                  <a:pt x="19" y="422"/>
                </a:lnTo>
                <a:lnTo>
                  <a:pt x="12" y="422"/>
                </a:lnTo>
                <a:lnTo>
                  <a:pt x="8" y="422"/>
                </a:lnTo>
                <a:cubicBezTo>
                  <a:pt x="6" y="422"/>
                  <a:pt x="4" y="421"/>
                  <a:pt x="0" y="417"/>
                </a:cubicBezTo>
                <a:lnTo>
                  <a:pt x="0" y="344"/>
                </a:lnTo>
                <a:lnTo>
                  <a:pt x="0" y="291"/>
                </a:lnTo>
                <a:cubicBezTo>
                  <a:pt x="0" y="278"/>
                  <a:pt x="1" y="271"/>
                  <a:pt x="2" y="268"/>
                </a:cubicBezTo>
                <a:cubicBezTo>
                  <a:pt x="3" y="266"/>
                  <a:pt x="6" y="264"/>
                  <a:pt x="11" y="264"/>
                </a:cubicBezTo>
                <a:lnTo>
                  <a:pt x="19" y="264"/>
                </a:lnTo>
                <a:cubicBezTo>
                  <a:pt x="27" y="264"/>
                  <a:pt x="32" y="265"/>
                  <a:pt x="34" y="267"/>
                </a:cubicBezTo>
                <a:cubicBezTo>
                  <a:pt x="36" y="270"/>
                  <a:pt x="38" y="274"/>
                  <a:pt x="39" y="278"/>
                </a:cubicBezTo>
                <a:cubicBezTo>
                  <a:pt x="39" y="283"/>
                  <a:pt x="41" y="292"/>
                  <a:pt x="45" y="303"/>
                </a:cubicBezTo>
                <a:cubicBezTo>
                  <a:pt x="49" y="315"/>
                  <a:pt x="54" y="328"/>
                  <a:pt x="62" y="342"/>
                </a:cubicBezTo>
                <a:cubicBezTo>
                  <a:pt x="84" y="373"/>
                  <a:pt x="113" y="388"/>
                  <a:pt x="151" y="388"/>
                </a:cubicBezTo>
                <a:cubicBezTo>
                  <a:pt x="211" y="388"/>
                  <a:pt x="240" y="365"/>
                  <a:pt x="240" y="317"/>
                </a:cubicBezTo>
                <a:cubicBezTo>
                  <a:pt x="240" y="299"/>
                  <a:pt x="235" y="285"/>
                  <a:pt x="224" y="274"/>
                </a:cubicBezTo>
                <a:cubicBezTo>
                  <a:pt x="212" y="259"/>
                  <a:pt x="186" y="248"/>
                  <a:pt x="148" y="241"/>
                </a:cubicBezTo>
                <a:cubicBezTo>
                  <a:pt x="109" y="233"/>
                  <a:pt x="84" y="226"/>
                  <a:pt x="72" y="220"/>
                </a:cubicBezTo>
                <a:cubicBezTo>
                  <a:pt x="50" y="209"/>
                  <a:pt x="32" y="195"/>
                  <a:pt x="19" y="178"/>
                </a:cubicBezTo>
                <a:cubicBezTo>
                  <a:pt x="6" y="160"/>
                  <a:pt x="0" y="141"/>
                  <a:pt x="0" y="120"/>
                </a:cubicBezTo>
                <a:cubicBezTo>
                  <a:pt x="0" y="96"/>
                  <a:pt x="5" y="76"/>
                  <a:pt x="16" y="59"/>
                </a:cubicBezTo>
                <a:cubicBezTo>
                  <a:pt x="26" y="43"/>
                  <a:pt x="39" y="30"/>
                  <a:pt x="55" y="22"/>
                </a:cubicBezTo>
                <a:cubicBezTo>
                  <a:pt x="71" y="15"/>
                  <a:pt x="86" y="9"/>
                  <a:pt x="101" y="6"/>
                </a:cubicBezTo>
                <a:cubicBezTo>
                  <a:pt x="116" y="3"/>
                  <a:pt x="129" y="1"/>
                  <a:pt x="141" y="1"/>
                </a:cubicBezTo>
                <a:lnTo>
                  <a:pt x="151" y="1"/>
                </a:lnTo>
                <a:cubicBezTo>
                  <a:pt x="176" y="1"/>
                  <a:pt x="197" y="6"/>
                  <a:pt x="216" y="15"/>
                </a:cubicBezTo>
                <a:lnTo>
                  <a:pt x="229" y="22"/>
                </a:lnTo>
                <a:lnTo>
                  <a:pt x="238" y="16"/>
                </a:lnTo>
                <a:cubicBezTo>
                  <a:pt x="244" y="11"/>
                  <a:pt x="250" y="5"/>
                  <a:pt x="258" y="0"/>
                </a:cubicBezTo>
                <a:lnTo>
                  <a:pt x="266" y="0"/>
                </a:lnTo>
                <a:lnTo>
                  <a:pt x="270" y="0"/>
                </a:lnTo>
                <a:cubicBezTo>
                  <a:pt x="272" y="0"/>
                  <a:pt x="274" y="2"/>
                  <a:pt x="278" y="6"/>
                </a:cubicBezTo>
                <a:lnTo>
                  <a:pt x="278" y="127"/>
                </a:lnTo>
                <a:lnTo>
                  <a:pt x="272" y="134"/>
                </a:lnTo>
                <a:lnTo>
                  <a:pt x="246" y="134"/>
                </a:lnTo>
                <a:cubicBezTo>
                  <a:pt x="242" y="130"/>
                  <a:pt x="240" y="125"/>
                  <a:pt x="240" y="12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5" name=""/>
          <p:cNvSpPr/>
          <p:nvPr/>
        </p:nvSpPr>
        <p:spPr>
          <a:xfrm>
            <a:off x="8777880" y="1995120"/>
            <a:ext cx="108000" cy="151920"/>
          </a:xfrm>
          <a:custGeom>
            <a:avLst/>
            <a:gdLst/>
            <a:ahLst/>
            <a:rect l="0" t="0" r="r" b="b"/>
            <a:pathLst>
              <a:path w="300" h="422">
                <a:moveTo>
                  <a:pt x="242" y="122"/>
                </a:moveTo>
                <a:cubicBezTo>
                  <a:pt x="242" y="97"/>
                  <a:pt x="233" y="76"/>
                  <a:pt x="217" y="58"/>
                </a:cubicBezTo>
                <a:cubicBezTo>
                  <a:pt x="199" y="41"/>
                  <a:pt x="176" y="32"/>
                  <a:pt x="144" y="32"/>
                </a:cubicBezTo>
                <a:cubicBezTo>
                  <a:pt x="122" y="32"/>
                  <a:pt x="103" y="36"/>
                  <a:pt x="87" y="44"/>
                </a:cubicBezTo>
                <a:cubicBezTo>
                  <a:pt x="69" y="55"/>
                  <a:pt x="60" y="71"/>
                  <a:pt x="60" y="91"/>
                </a:cubicBezTo>
                <a:cubicBezTo>
                  <a:pt x="59" y="94"/>
                  <a:pt x="59" y="98"/>
                  <a:pt x="60" y="103"/>
                </a:cubicBezTo>
                <a:cubicBezTo>
                  <a:pt x="61" y="108"/>
                  <a:pt x="65" y="115"/>
                  <a:pt x="75" y="125"/>
                </a:cubicBezTo>
                <a:cubicBezTo>
                  <a:pt x="84" y="136"/>
                  <a:pt x="97" y="144"/>
                  <a:pt x="114" y="149"/>
                </a:cubicBezTo>
                <a:cubicBezTo>
                  <a:pt x="125" y="152"/>
                  <a:pt x="139" y="155"/>
                  <a:pt x="154" y="157"/>
                </a:cubicBezTo>
                <a:cubicBezTo>
                  <a:pt x="170" y="160"/>
                  <a:pt x="184" y="163"/>
                  <a:pt x="195" y="166"/>
                </a:cubicBezTo>
                <a:cubicBezTo>
                  <a:pt x="207" y="169"/>
                  <a:pt x="217" y="173"/>
                  <a:pt x="225" y="178"/>
                </a:cubicBezTo>
                <a:cubicBezTo>
                  <a:pt x="236" y="182"/>
                  <a:pt x="246" y="189"/>
                  <a:pt x="255" y="196"/>
                </a:cubicBezTo>
                <a:cubicBezTo>
                  <a:pt x="265" y="203"/>
                  <a:pt x="275" y="216"/>
                  <a:pt x="285" y="233"/>
                </a:cubicBezTo>
                <a:cubicBezTo>
                  <a:pt x="295" y="251"/>
                  <a:pt x="300" y="270"/>
                  <a:pt x="300" y="290"/>
                </a:cubicBezTo>
                <a:cubicBezTo>
                  <a:pt x="300" y="328"/>
                  <a:pt x="289" y="359"/>
                  <a:pt x="265" y="384"/>
                </a:cubicBezTo>
                <a:cubicBezTo>
                  <a:pt x="242" y="408"/>
                  <a:pt x="205" y="421"/>
                  <a:pt x="152" y="421"/>
                </a:cubicBezTo>
                <a:lnTo>
                  <a:pt x="144" y="421"/>
                </a:lnTo>
                <a:cubicBezTo>
                  <a:pt x="113" y="421"/>
                  <a:pt x="83" y="410"/>
                  <a:pt x="56" y="388"/>
                </a:cubicBezTo>
                <a:lnTo>
                  <a:pt x="49" y="395"/>
                </a:lnTo>
                <a:lnTo>
                  <a:pt x="41" y="403"/>
                </a:lnTo>
                <a:cubicBezTo>
                  <a:pt x="37" y="407"/>
                  <a:pt x="33" y="410"/>
                  <a:pt x="30" y="413"/>
                </a:cubicBezTo>
                <a:lnTo>
                  <a:pt x="20" y="422"/>
                </a:lnTo>
                <a:lnTo>
                  <a:pt x="12" y="422"/>
                </a:lnTo>
                <a:lnTo>
                  <a:pt x="9" y="422"/>
                </a:lnTo>
                <a:cubicBezTo>
                  <a:pt x="7" y="422"/>
                  <a:pt x="4" y="421"/>
                  <a:pt x="0" y="417"/>
                </a:cubicBezTo>
                <a:lnTo>
                  <a:pt x="0" y="344"/>
                </a:lnTo>
                <a:lnTo>
                  <a:pt x="0" y="291"/>
                </a:lnTo>
                <a:cubicBezTo>
                  <a:pt x="0" y="278"/>
                  <a:pt x="1" y="271"/>
                  <a:pt x="2" y="268"/>
                </a:cubicBezTo>
                <a:cubicBezTo>
                  <a:pt x="3" y="266"/>
                  <a:pt x="6" y="264"/>
                  <a:pt x="11" y="264"/>
                </a:cubicBezTo>
                <a:lnTo>
                  <a:pt x="20" y="264"/>
                </a:lnTo>
                <a:cubicBezTo>
                  <a:pt x="27" y="264"/>
                  <a:pt x="32" y="265"/>
                  <a:pt x="34" y="267"/>
                </a:cubicBezTo>
                <a:cubicBezTo>
                  <a:pt x="37" y="270"/>
                  <a:pt x="38" y="274"/>
                  <a:pt x="39" y="278"/>
                </a:cubicBezTo>
                <a:cubicBezTo>
                  <a:pt x="39" y="283"/>
                  <a:pt x="42" y="292"/>
                  <a:pt x="45" y="303"/>
                </a:cubicBezTo>
                <a:cubicBezTo>
                  <a:pt x="49" y="315"/>
                  <a:pt x="55" y="328"/>
                  <a:pt x="63" y="342"/>
                </a:cubicBezTo>
                <a:cubicBezTo>
                  <a:pt x="84" y="373"/>
                  <a:pt x="114" y="388"/>
                  <a:pt x="152" y="388"/>
                </a:cubicBezTo>
                <a:cubicBezTo>
                  <a:pt x="212" y="388"/>
                  <a:pt x="242" y="365"/>
                  <a:pt x="242" y="317"/>
                </a:cubicBezTo>
                <a:cubicBezTo>
                  <a:pt x="242" y="299"/>
                  <a:pt x="236" y="285"/>
                  <a:pt x="225" y="274"/>
                </a:cubicBezTo>
                <a:cubicBezTo>
                  <a:pt x="213" y="259"/>
                  <a:pt x="187" y="248"/>
                  <a:pt x="148" y="241"/>
                </a:cubicBezTo>
                <a:cubicBezTo>
                  <a:pt x="109" y="233"/>
                  <a:pt x="84" y="226"/>
                  <a:pt x="72" y="220"/>
                </a:cubicBezTo>
                <a:cubicBezTo>
                  <a:pt x="50" y="209"/>
                  <a:pt x="32" y="195"/>
                  <a:pt x="20" y="178"/>
                </a:cubicBezTo>
                <a:cubicBezTo>
                  <a:pt x="7" y="160"/>
                  <a:pt x="0" y="141"/>
                  <a:pt x="0" y="120"/>
                </a:cubicBezTo>
                <a:cubicBezTo>
                  <a:pt x="0" y="96"/>
                  <a:pt x="6" y="76"/>
                  <a:pt x="16" y="59"/>
                </a:cubicBezTo>
                <a:cubicBezTo>
                  <a:pt x="26" y="43"/>
                  <a:pt x="39" y="30"/>
                  <a:pt x="55" y="22"/>
                </a:cubicBezTo>
                <a:cubicBezTo>
                  <a:pt x="71" y="15"/>
                  <a:pt x="87" y="9"/>
                  <a:pt x="101" y="6"/>
                </a:cubicBezTo>
                <a:cubicBezTo>
                  <a:pt x="116" y="3"/>
                  <a:pt x="129" y="1"/>
                  <a:pt x="142" y="1"/>
                </a:cubicBezTo>
                <a:lnTo>
                  <a:pt x="152" y="1"/>
                </a:lnTo>
                <a:cubicBezTo>
                  <a:pt x="176" y="1"/>
                  <a:pt x="198" y="6"/>
                  <a:pt x="217" y="15"/>
                </a:cubicBezTo>
                <a:lnTo>
                  <a:pt x="231" y="22"/>
                </a:lnTo>
                <a:lnTo>
                  <a:pt x="239" y="16"/>
                </a:lnTo>
                <a:cubicBezTo>
                  <a:pt x="245" y="11"/>
                  <a:pt x="252" y="5"/>
                  <a:pt x="259" y="0"/>
                </a:cubicBezTo>
                <a:lnTo>
                  <a:pt x="266" y="0"/>
                </a:lnTo>
                <a:lnTo>
                  <a:pt x="270" y="0"/>
                </a:lnTo>
                <a:cubicBezTo>
                  <a:pt x="272" y="0"/>
                  <a:pt x="275" y="2"/>
                  <a:pt x="278" y="6"/>
                </a:cubicBezTo>
                <a:lnTo>
                  <a:pt x="278" y="127"/>
                </a:lnTo>
                <a:lnTo>
                  <a:pt x="273" y="134"/>
                </a:lnTo>
                <a:lnTo>
                  <a:pt x="247" y="134"/>
                </a:lnTo>
                <a:cubicBezTo>
                  <a:pt x="243" y="130"/>
                  <a:pt x="242" y="125"/>
                  <a:pt x="242" y="12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6" name=""/>
          <p:cNvSpPr/>
          <p:nvPr/>
        </p:nvSpPr>
        <p:spPr>
          <a:xfrm>
            <a:off x="8986320" y="1997280"/>
            <a:ext cx="165960" cy="210240"/>
          </a:xfrm>
          <a:custGeom>
            <a:avLst/>
            <a:gdLst/>
            <a:ahLst/>
            <a:rect l="0" t="0" r="r" b="b"/>
            <a:pathLst>
              <a:path w="461" h="584">
                <a:moveTo>
                  <a:pt x="15" y="541"/>
                </a:moveTo>
                <a:lnTo>
                  <a:pt x="28" y="541"/>
                </a:lnTo>
                <a:cubicBezTo>
                  <a:pt x="51" y="541"/>
                  <a:pt x="66" y="537"/>
                  <a:pt x="71" y="528"/>
                </a:cubicBezTo>
                <a:lnTo>
                  <a:pt x="71" y="521"/>
                </a:lnTo>
                <a:cubicBezTo>
                  <a:pt x="71" y="517"/>
                  <a:pt x="71" y="511"/>
                  <a:pt x="71" y="503"/>
                </a:cubicBezTo>
                <a:cubicBezTo>
                  <a:pt x="71" y="496"/>
                  <a:pt x="71" y="487"/>
                  <a:pt x="71" y="476"/>
                </a:cubicBezTo>
                <a:cubicBezTo>
                  <a:pt x="71" y="465"/>
                  <a:pt x="71" y="453"/>
                  <a:pt x="72" y="440"/>
                </a:cubicBezTo>
                <a:cubicBezTo>
                  <a:pt x="72" y="427"/>
                  <a:pt x="72" y="414"/>
                  <a:pt x="72" y="400"/>
                </a:cubicBezTo>
                <a:cubicBezTo>
                  <a:pt x="71" y="386"/>
                  <a:pt x="71" y="371"/>
                  <a:pt x="72" y="355"/>
                </a:cubicBezTo>
                <a:cubicBezTo>
                  <a:pt x="72" y="339"/>
                  <a:pt x="72" y="323"/>
                  <a:pt x="72" y="308"/>
                </a:cubicBezTo>
                <a:cubicBezTo>
                  <a:pt x="72" y="287"/>
                  <a:pt x="72" y="266"/>
                  <a:pt x="72" y="243"/>
                </a:cubicBezTo>
                <a:cubicBezTo>
                  <a:pt x="72" y="220"/>
                  <a:pt x="72" y="200"/>
                  <a:pt x="72" y="182"/>
                </a:cubicBezTo>
                <a:cubicBezTo>
                  <a:pt x="72" y="165"/>
                  <a:pt x="72" y="149"/>
                  <a:pt x="72" y="134"/>
                </a:cubicBezTo>
                <a:cubicBezTo>
                  <a:pt x="72" y="119"/>
                  <a:pt x="71" y="107"/>
                  <a:pt x="71" y="98"/>
                </a:cubicBezTo>
                <a:cubicBezTo>
                  <a:pt x="70" y="89"/>
                  <a:pt x="70" y="84"/>
                  <a:pt x="71" y="83"/>
                </a:cubicBezTo>
                <a:cubicBezTo>
                  <a:pt x="69" y="72"/>
                  <a:pt x="65" y="64"/>
                  <a:pt x="58" y="60"/>
                </a:cubicBezTo>
                <a:cubicBezTo>
                  <a:pt x="51" y="57"/>
                  <a:pt x="37" y="54"/>
                  <a:pt x="17" y="52"/>
                </a:cubicBezTo>
                <a:lnTo>
                  <a:pt x="0" y="52"/>
                </a:lnTo>
                <a:lnTo>
                  <a:pt x="0" y="31"/>
                </a:lnTo>
                <a:cubicBezTo>
                  <a:pt x="0" y="17"/>
                  <a:pt x="1" y="10"/>
                  <a:pt x="2" y="10"/>
                </a:cubicBezTo>
                <a:lnTo>
                  <a:pt x="11" y="9"/>
                </a:lnTo>
                <a:cubicBezTo>
                  <a:pt x="17" y="9"/>
                  <a:pt x="26" y="8"/>
                  <a:pt x="38" y="7"/>
                </a:cubicBezTo>
                <a:cubicBezTo>
                  <a:pt x="49" y="7"/>
                  <a:pt x="61" y="6"/>
                  <a:pt x="72" y="5"/>
                </a:cubicBezTo>
                <a:cubicBezTo>
                  <a:pt x="82" y="5"/>
                  <a:pt x="93" y="4"/>
                  <a:pt x="105" y="4"/>
                </a:cubicBezTo>
                <a:cubicBezTo>
                  <a:pt x="119" y="3"/>
                  <a:pt x="128" y="2"/>
                  <a:pt x="134" y="1"/>
                </a:cubicBezTo>
                <a:cubicBezTo>
                  <a:pt x="140" y="0"/>
                  <a:pt x="143" y="-1"/>
                  <a:pt x="144" y="0"/>
                </a:cubicBezTo>
                <a:lnTo>
                  <a:pt x="147" y="0"/>
                </a:lnTo>
                <a:lnTo>
                  <a:pt x="147" y="24"/>
                </a:lnTo>
                <a:lnTo>
                  <a:pt x="148" y="48"/>
                </a:lnTo>
                <a:lnTo>
                  <a:pt x="155" y="41"/>
                </a:lnTo>
                <a:cubicBezTo>
                  <a:pt x="191" y="14"/>
                  <a:pt x="233" y="1"/>
                  <a:pt x="282" y="1"/>
                </a:cubicBezTo>
                <a:cubicBezTo>
                  <a:pt x="331" y="1"/>
                  <a:pt x="373" y="20"/>
                  <a:pt x="408" y="60"/>
                </a:cubicBezTo>
                <a:cubicBezTo>
                  <a:pt x="443" y="99"/>
                  <a:pt x="461" y="148"/>
                  <a:pt x="461" y="207"/>
                </a:cubicBezTo>
                <a:cubicBezTo>
                  <a:pt x="461" y="269"/>
                  <a:pt x="442" y="319"/>
                  <a:pt x="402" y="358"/>
                </a:cubicBezTo>
                <a:cubicBezTo>
                  <a:pt x="362" y="396"/>
                  <a:pt x="317" y="415"/>
                  <a:pt x="267" y="415"/>
                </a:cubicBezTo>
                <a:cubicBezTo>
                  <a:pt x="225" y="415"/>
                  <a:pt x="189" y="402"/>
                  <a:pt x="157" y="375"/>
                </a:cubicBezTo>
                <a:lnTo>
                  <a:pt x="150" y="369"/>
                </a:lnTo>
                <a:lnTo>
                  <a:pt x="150" y="447"/>
                </a:lnTo>
                <a:lnTo>
                  <a:pt x="150" y="498"/>
                </a:lnTo>
                <a:cubicBezTo>
                  <a:pt x="150" y="514"/>
                  <a:pt x="150" y="525"/>
                  <a:pt x="151" y="528"/>
                </a:cubicBezTo>
                <a:cubicBezTo>
                  <a:pt x="153" y="532"/>
                  <a:pt x="156" y="535"/>
                  <a:pt x="162" y="538"/>
                </a:cubicBezTo>
                <a:cubicBezTo>
                  <a:pt x="174" y="540"/>
                  <a:pt x="189" y="541"/>
                  <a:pt x="206" y="541"/>
                </a:cubicBezTo>
                <a:lnTo>
                  <a:pt x="221" y="541"/>
                </a:lnTo>
                <a:lnTo>
                  <a:pt x="221" y="584"/>
                </a:lnTo>
                <a:lnTo>
                  <a:pt x="214" y="584"/>
                </a:lnTo>
                <a:lnTo>
                  <a:pt x="192" y="583"/>
                </a:lnTo>
                <a:cubicBezTo>
                  <a:pt x="178" y="583"/>
                  <a:pt x="162" y="582"/>
                  <a:pt x="146" y="582"/>
                </a:cubicBezTo>
                <a:cubicBezTo>
                  <a:pt x="129" y="582"/>
                  <a:pt x="118" y="582"/>
                  <a:pt x="111" y="581"/>
                </a:cubicBezTo>
                <a:cubicBezTo>
                  <a:pt x="47" y="581"/>
                  <a:pt x="13" y="582"/>
                  <a:pt x="7" y="584"/>
                </a:cubicBezTo>
                <a:lnTo>
                  <a:pt x="0" y="584"/>
                </a:lnTo>
                <a:lnTo>
                  <a:pt x="0" y="541"/>
                </a:lnTo>
                <a:lnTo>
                  <a:pt x="15" y="541"/>
                </a:lnTo>
                <a:moveTo>
                  <a:pt x="372" y="205"/>
                </a:moveTo>
                <a:cubicBezTo>
                  <a:pt x="372" y="160"/>
                  <a:pt x="361" y="121"/>
                  <a:pt x="340" y="87"/>
                </a:cubicBezTo>
                <a:cubicBezTo>
                  <a:pt x="320" y="53"/>
                  <a:pt x="294" y="37"/>
                  <a:pt x="262" y="37"/>
                </a:cubicBezTo>
                <a:cubicBezTo>
                  <a:pt x="219" y="37"/>
                  <a:pt x="181" y="57"/>
                  <a:pt x="150" y="96"/>
                </a:cubicBezTo>
                <a:lnTo>
                  <a:pt x="150" y="315"/>
                </a:lnTo>
                <a:cubicBezTo>
                  <a:pt x="174" y="359"/>
                  <a:pt x="208" y="381"/>
                  <a:pt x="252" y="381"/>
                </a:cubicBezTo>
                <a:cubicBezTo>
                  <a:pt x="283" y="381"/>
                  <a:pt x="311" y="365"/>
                  <a:pt x="335" y="332"/>
                </a:cubicBezTo>
                <a:cubicBezTo>
                  <a:pt x="359" y="299"/>
                  <a:pt x="371" y="257"/>
                  <a:pt x="372" y="20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7" name=""/>
          <p:cNvSpPr/>
          <p:nvPr/>
        </p:nvSpPr>
        <p:spPr>
          <a:xfrm>
            <a:off x="9169920" y="1997280"/>
            <a:ext cx="113760" cy="146160"/>
          </a:xfrm>
          <a:custGeom>
            <a:avLst/>
            <a:gdLst/>
            <a:ahLst/>
            <a:rect l="0" t="0" r="r" b="b"/>
            <a:pathLst>
              <a:path w="316" h="406">
                <a:moveTo>
                  <a:pt x="15" y="364"/>
                </a:moveTo>
                <a:lnTo>
                  <a:pt x="27" y="364"/>
                </a:lnTo>
                <a:cubicBezTo>
                  <a:pt x="51" y="364"/>
                  <a:pt x="66" y="360"/>
                  <a:pt x="71" y="351"/>
                </a:cubicBezTo>
                <a:lnTo>
                  <a:pt x="71" y="344"/>
                </a:lnTo>
                <a:cubicBezTo>
                  <a:pt x="71" y="338"/>
                  <a:pt x="71" y="331"/>
                  <a:pt x="71" y="322"/>
                </a:cubicBezTo>
                <a:cubicBezTo>
                  <a:pt x="71" y="313"/>
                  <a:pt x="71" y="304"/>
                  <a:pt x="71" y="293"/>
                </a:cubicBezTo>
                <a:cubicBezTo>
                  <a:pt x="72" y="283"/>
                  <a:pt x="72" y="271"/>
                  <a:pt x="71" y="258"/>
                </a:cubicBezTo>
                <a:cubicBezTo>
                  <a:pt x="71" y="244"/>
                  <a:pt x="71" y="231"/>
                  <a:pt x="71" y="219"/>
                </a:cubicBezTo>
                <a:cubicBezTo>
                  <a:pt x="71" y="200"/>
                  <a:pt x="71" y="180"/>
                  <a:pt x="71" y="159"/>
                </a:cubicBezTo>
                <a:cubicBezTo>
                  <a:pt x="71" y="137"/>
                  <a:pt x="71" y="119"/>
                  <a:pt x="71" y="105"/>
                </a:cubicBezTo>
                <a:lnTo>
                  <a:pt x="71" y="83"/>
                </a:lnTo>
                <a:cubicBezTo>
                  <a:pt x="69" y="72"/>
                  <a:pt x="64" y="64"/>
                  <a:pt x="58" y="60"/>
                </a:cubicBezTo>
                <a:cubicBezTo>
                  <a:pt x="51" y="57"/>
                  <a:pt x="37" y="54"/>
                  <a:pt x="16" y="52"/>
                </a:cubicBezTo>
                <a:lnTo>
                  <a:pt x="0" y="52"/>
                </a:lnTo>
                <a:lnTo>
                  <a:pt x="0" y="31"/>
                </a:lnTo>
                <a:cubicBezTo>
                  <a:pt x="0" y="17"/>
                  <a:pt x="1" y="10"/>
                  <a:pt x="2" y="10"/>
                </a:cubicBezTo>
                <a:lnTo>
                  <a:pt x="11" y="9"/>
                </a:lnTo>
                <a:cubicBezTo>
                  <a:pt x="17" y="9"/>
                  <a:pt x="26" y="8"/>
                  <a:pt x="37" y="7"/>
                </a:cubicBezTo>
                <a:cubicBezTo>
                  <a:pt x="48" y="7"/>
                  <a:pt x="59" y="6"/>
                  <a:pt x="70" y="5"/>
                </a:cubicBezTo>
                <a:cubicBezTo>
                  <a:pt x="79" y="5"/>
                  <a:pt x="90" y="4"/>
                  <a:pt x="102" y="4"/>
                </a:cubicBezTo>
                <a:cubicBezTo>
                  <a:pt x="113" y="3"/>
                  <a:pt x="122" y="2"/>
                  <a:pt x="128" y="1"/>
                </a:cubicBezTo>
                <a:cubicBezTo>
                  <a:pt x="134" y="0"/>
                  <a:pt x="138" y="-1"/>
                  <a:pt x="138" y="0"/>
                </a:cubicBezTo>
                <a:lnTo>
                  <a:pt x="141" y="0"/>
                </a:lnTo>
                <a:lnTo>
                  <a:pt x="141" y="63"/>
                </a:lnTo>
                <a:cubicBezTo>
                  <a:pt x="165" y="22"/>
                  <a:pt x="195" y="1"/>
                  <a:pt x="231" y="1"/>
                </a:cubicBezTo>
                <a:lnTo>
                  <a:pt x="237" y="1"/>
                </a:lnTo>
                <a:cubicBezTo>
                  <a:pt x="264" y="1"/>
                  <a:pt x="284" y="8"/>
                  <a:pt x="297" y="21"/>
                </a:cubicBezTo>
                <a:cubicBezTo>
                  <a:pt x="310" y="35"/>
                  <a:pt x="316" y="49"/>
                  <a:pt x="316" y="63"/>
                </a:cubicBezTo>
                <a:cubicBezTo>
                  <a:pt x="316" y="76"/>
                  <a:pt x="312" y="87"/>
                  <a:pt x="304" y="96"/>
                </a:cubicBezTo>
                <a:cubicBezTo>
                  <a:pt x="297" y="105"/>
                  <a:pt x="285" y="110"/>
                  <a:pt x="270" y="110"/>
                </a:cubicBezTo>
                <a:cubicBezTo>
                  <a:pt x="254" y="110"/>
                  <a:pt x="243" y="105"/>
                  <a:pt x="236" y="95"/>
                </a:cubicBezTo>
                <a:cubicBezTo>
                  <a:pt x="228" y="86"/>
                  <a:pt x="224" y="75"/>
                  <a:pt x="224" y="64"/>
                </a:cubicBezTo>
                <a:cubicBezTo>
                  <a:pt x="224" y="59"/>
                  <a:pt x="224" y="54"/>
                  <a:pt x="226" y="49"/>
                </a:cubicBezTo>
                <a:cubicBezTo>
                  <a:pt x="227" y="45"/>
                  <a:pt x="228" y="42"/>
                  <a:pt x="230" y="38"/>
                </a:cubicBezTo>
                <a:cubicBezTo>
                  <a:pt x="232" y="35"/>
                  <a:pt x="233" y="34"/>
                  <a:pt x="233" y="34"/>
                </a:cubicBezTo>
                <a:cubicBezTo>
                  <a:pt x="232" y="33"/>
                  <a:pt x="225" y="34"/>
                  <a:pt x="212" y="38"/>
                </a:cubicBezTo>
                <a:cubicBezTo>
                  <a:pt x="202" y="42"/>
                  <a:pt x="194" y="47"/>
                  <a:pt x="189" y="51"/>
                </a:cubicBezTo>
                <a:cubicBezTo>
                  <a:pt x="160" y="79"/>
                  <a:pt x="146" y="134"/>
                  <a:pt x="146" y="215"/>
                </a:cubicBezTo>
                <a:lnTo>
                  <a:pt x="146" y="264"/>
                </a:lnTo>
                <a:cubicBezTo>
                  <a:pt x="146" y="272"/>
                  <a:pt x="146" y="280"/>
                  <a:pt x="146" y="289"/>
                </a:cubicBezTo>
                <a:cubicBezTo>
                  <a:pt x="146" y="297"/>
                  <a:pt x="146" y="305"/>
                  <a:pt x="146" y="313"/>
                </a:cubicBezTo>
                <a:cubicBezTo>
                  <a:pt x="146" y="320"/>
                  <a:pt x="146" y="327"/>
                  <a:pt x="147" y="332"/>
                </a:cubicBezTo>
                <a:cubicBezTo>
                  <a:pt x="147" y="337"/>
                  <a:pt x="147" y="341"/>
                  <a:pt x="147" y="346"/>
                </a:cubicBezTo>
                <a:lnTo>
                  <a:pt x="147" y="350"/>
                </a:lnTo>
                <a:cubicBezTo>
                  <a:pt x="147" y="352"/>
                  <a:pt x="148" y="353"/>
                  <a:pt x="149" y="354"/>
                </a:cubicBezTo>
                <a:cubicBezTo>
                  <a:pt x="151" y="355"/>
                  <a:pt x="152" y="356"/>
                  <a:pt x="154" y="357"/>
                </a:cubicBezTo>
                <a:cubicBezTo>
                  <a:pt x="156" y="357"/>
                  <a:pt x="157" y="358"/>
                  <a:pt x="159" y="360"/>
                </a:cubicBezTo>
                <a:cubicBezTo>
                  <a:pt x="160" y="361"/>
                  <a:pt x="162" y="361"/>
                  <a:pt x="165" y="361"/>
                </a:cubicBezTo>
                <a:cubicBezTo>
                  <a:pt x="168" y="361"/>
                  <a:pt x="170" y="362"/>
                  <a:pt x="171" y="362"/>
                </a:cubicBezTo>
                <a:cubicBezTo>
                  <a:pt x="173" y="363"/>
                  <a:pt x="175" y="363"/>
                  <a:pt x="180" y="363"/>
                </a:cubicBezTo>
                <a:cubicBezTo>
                  <a:pt x="184" y="363"/>
                  <a:pt x="187" y="363"/>
                  <a:pt x="188" y="363"/>
                </a:cubicBezTo>
                <a:cubicBezTo>
                  <a:pt x="189" y="363"/>
                  <a:pt x="192" y="364"/>
                  <a:pt x="197" y="364"/>
                </a:cubicBezTo>
                <a:cubicBezTo>
                  <a:pt x="203" y="365"/>
                  <a:pt x="206" y="365"/>
                  <a:pt x="207" y="364"/>
                </a:cubicBezTo>
                <a:lnTo>
                  <a:pt x="236" y="364"/>
                </a:lnTo>
                <a:lnTo>
                  <a:pt x="236" y="406"/>
                </a:lnTo>
                <a:lnTo>
                  <a:pt x="227" y="406"/>
                </a:lnTo>
                <a:cubicBezTo>
                  <a:pt x="216" y="404"/>
                  <a:pt x="177" y="404"/>
                  <a:pt x="110" y="404"/>
                </a:cubicBezTo>
                <a:cubicBezTo>
                  <a:pt x="47" y="404"/>
                  <a:pt x="13" y="404"/>
                  <a:pt x="7" y="406"/>
                </a:cubicBezTo>
                <a:lnTo>
                  <a:pt x="0" y="406"/>
                </a:lnTo>
                <a:lnTo>
                  <a:pt x="0" y="364"/>
                </a:lnTo>
                <a:lnTo>
                  <a:pt x="15" y="364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8" name=""/>
          <p:cNvSpPr/>
          <p:nvPr/>
        </p:nvSpPr>
        <p:spPr>
          <a:xfrm>
            <a:off x="9302040" y="1995120"/>
            <a:ext cx="146520" cy="151560"/>
          </a:xfrm>
          <a:custGeom>
            <a:avLst/>
            <a:gdLst/>
            <a:ahLst/>
            <a:rect l="0" t="0" r="r" b="b"/>
            <a:pathLst>
              <a:path w="407" h="421">
                <a:moveTo>
                  <a:pt x="0" y="216"/>
                </a:moveTo>
                <a:cubicBezTo>
                  <a:pt x="0" y="158"/>
                  <a:pt x="20" y="107"/>
                  <a:pt x="59" y="65"/>
                </a:cubicBezTo>
                <a:cubicBezTo>
                  <a:pt x="99" y="22"/>
                  <a:pt x="147" y="1"/>
                  <a:pt x="203" y="0"/>
                </a:cubicBezTo>
                <a:cubicBezTo>
                  <a:pt x="258" y="0"/>
                  <a:pt x="306" y="21"/>
                  <a:pt x="345" y="63"/>
                </a:cubicBezTo>
                <a:cubicBezTo>
                  <a:pt x="386" y="104"/>
                  <a:pt x="406" y="156"/>
                  <a:pt x="407" y="215"/>
                </a:cubicBezTo>
                <a:cubicBezTo>
                  <a:pt x="407" y="273"/>
                  <a:pt x="387" y="322"/>
                  <a:pt x="347" y="362"/>
                </a:cubicBezTo>
                <a:cubicBezTo>
                  <a:pt x="308" y="402"/>
                  <a:pt x="260" y="421"/>
                  <a:pt x="203" y="421"/>
                </a:cubicBezTo>
                <a:cubicBezTo>
                  <a:pt x="144" y="421"/>
                  <a:pt x="95" y="401"/>
                  <a:pt x="58" y="360"/>
                </a:cubicBezTo>
                <a:cubicBezTo>
                  <a:pt x="20" y="319"/>
                  <a:pt x="0" y="271"/>
                  <a:pt x="0" y="216"/>
                </a:cubicBezTo>
                <a:moveTo>
                  <a:pt x="203" y="385"/>
                </a:moveTo>
                <a:cubicBezTo>
                  <a:pt x="278" y="385"/>
                  <a:pt x="315" y="335"/>
                  <a:pt x="315" y="235"/>
                </a:cubicBezTo>
                <a:lnTo>
                  <a:pt x="315" y="206"/>
                </a:lnTo>
                <a:lnTo>
                  <a:pt x="315" y="183"/>
                </a:lnTo>
                <a:cubicBezTo>
                  <a:pt x="315" y="170"/>
                  <a:pt x="315" y="158"/>
                  <a:pt x="314" y="148"/>
                </a:cubicBezTo>
                <a:cubicBezTo>
                  <a:pt x="314" y="138"/>
                  <a:pt x="312" y="126"/>
                  <a:pt x="308" y="112"/>
                </a:cubicBezTo>
                <a:cubicBezTo>
                  <a:pt x="304" y="99"/>
                  <a:pt x="299" y="88"/>
                  <a:pt x="293" y="79"/>
                </a:cubicBezTo>
                <a:cubicBezTo>
                  <a:pt x="287" y="71"/>
                  <a:pt x="278" y="62"/>
                  <a:pt x="265" y="54"/>
                </a:cubicBezTo>
                <a:cubicBezTo>
                  <a:pt x="252" y="45"/>
                  <a:pt x="237" y="39"/>
                  <a:pt x="220" y="35"/>
                </a:cubicBezTo>
                <a:cubicBezTo>
                  <a:pt x="217" y="35"/>
                  <a:pt x="212" y="34"/>
                  <a:pt x="205" y="34"/>
                </a:cubicBezTo>
                <a:cubicBezTo>
                  <a:pt x="187" y="34"/>
                  <a:pt x="169" y="38"/>
                  <a:pt x="153" y="45"/>
                </a:cubicBezTo>
                <a:cubicBezTo>
                  <a:pt x="127" y="59"/>
                  <a:pt x="109" y="77"/>
                  <a:pt x="102" y="101"/>
                </a:cubicBezTo>
                <a:cubicBezTo>
                  <a:pt x="94" y="125"/>
                  <a:pt x="90" y="154"/>
                  <a:pt x="90" y="187"/>
                </a:cubicBezTo>
                <a:lnTo>
                  <a:pt x="90" y="205"/>
                </a:lnTo>
                <a:cubicBezTo>
                  <a:pt x="90" y="264"/>
                  <a:pt x="95" y="305"/>
                  <a:pt x="107" y="329"/>
                </a:cubicBezTo>
                <a:cubicBezTo>
                  <a:pt x="127" y="366"/>
                  <a:pt x="159" y="385"/>
                  <a:pt x="203" y="38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9" name=""/>
          <p:cNvSpPr/>
          <p:nvPr/>
        </p:nvSpPr>
        <p:spPr>
          <a:xfrm>
            <a:off x="9469080" y="1995120"/>
            <a:ext cx="126000" cy="151920"/>
          </a:xfrm>
          <a:custGeom>
            <a:avLst/>
            <a:gdLst/>
            <a:ahLst/>
            <a:rect l="0" t="0" r="r" b="b"/>
            <a:pathLst>
              <a:path w="350" h="422">
                <a:moveTo>
                  <a:pt x="309" y="133"/>
                </a:moveTo>
                <a:cubicBezTo>
                  <a:pt x="309" y="133"/>
                  <a:pt x="303" y="133"/>
                  <a:pt x="290" y="133"/>
                </a:cubicBezTo>
                <a:cubicBezTo>
                  <a:pt x="277" y="133"/>
                  <a:pt x="266" y="127"/>
                  <a:pt x="257" y="118"/>
                </a:cubicBezTo>
                <a:cubicBezTo>
                  <a:pt x="247" y="109"/>
                  <a:pt x="243" y="97"/>
                  <a:pt x="242" y="83"/>
                </a:cubicBezTo>
                <a:cubicBezTo>
                  <a:pt x="242" y="69"/>
                  <a:pt x="247" y="57"/>
                  <a:pt x="256" y="48"/>
                </a:cubicBezTo>
                <a:cubicBezTo>
                  <a:pt x="259" y="45"/>
                  <a:pt x="260" y="43"/>
                  <a:pt x="260" y="43"/>
                </a:cubicBezTo>
                <a:cubicBezTo>
                  <a:pt x="260" y="42"/>
                  <a:pt x="257" y="41"/>
                  <a:pt x="251" y="41"/>
                </a:cubicBezTo>
                <a:cubicBezTo>
                  <a:pt x="235" y="38"/>
                  <a:pt x="220" y="37"/>
                  <a:pt x="206" y="37"/>
                </a:cubicBezTo>
                <a:cubicBezTo>
                  <a:pt x="176" y="37"/>
                  <a:pt x="152" y="47"/>
                  <a:pt x="133" y="66"/>
                </a:cubicBezTo>
                <a:cubicBezTo>
                  <a:pt x="104" y="95"/>
                  <a:pt x="90" y="144"/>
                  <a:pt x="90" y="211"/>
                </a:cubicBezTo>
                <a:cubicBezTo>
                  <a:pt x="90" y="262"/>
                  <a:pt x="99" y="301"/>
                  <a:pt x="118" y="330"/>
                </a:cubicBezTo>
                <a:cubicBezTo>
                  <a:pt x="143" y="367"/>
                  <a:pt x="177" y="386"/>
                  <a:pt x="219" y="386"/>
                </a:cubicBezTo>
                <a:cubicBezTo>
                  <a:pt x="244" y="386"/>
                  <a:pt x="264" y="378"/>
                  <a:pt x="280" y="362"/>
                </a:cubicBezTo>
                <a:cubicBezTo>
                  <a:pt x="295" y="346"/>
                  <a:pt x="306" y="327"/>
                  <a:pt x="313" y="305"/>
                </a:cubicBezTo>
                <a:cubicBezTo>
                  <a:pt x="314" y="300"/>
                  <a:pt x="315" y="297"/>
                  <a:pt x="317" y="296"/>
                </a:cubicBezTo>
                <a:cubicBezTo>
                  <a:pt x="319" y="295"/>
                  <a:pt x="324" y="294"/>
                  <a:pt x="332" y="294"/>
                </a:cubicBezTo>
                <a:lnTo>
                  <a:pt x="345" y="294"/>
                </a:lnTo>
                <a:cubicBezTo>
                  <a:pt x="348" y="298"/>
                  <a:pt x="350" y="300"/>
                  <a:pt x="350" y="302"/>
                </a:cubicBezTo>
                <a:cubicBezTo>
                  <a:pt x="350" y="305"/>
                  <a:pt x="349" y="310"/>
                  <a:pt x="347" y="317"/>
                </a:cubicBezTo>
                <a:cubicBezTo>
                  <a:pt x="344" y="324"/>
                  <a:pt x="339" y="334"/>
                  <a:pt x="332" y="347"/>
                </a:cubicBezTo>
                <a:cubicBezTo>
                  <a:pt x="325" y="360"/>
                  <a:pt x="316" y="372"/>
                  <a:pt x="305" y="382"/>
                </a:cubicBezTo>
                <a:cubicBezTo>
                  <a:pt x="295" y="392"/>
                  <a:pt x="280" y="402"/>
                  <a:pt x="261" y="410"/>
                </a:cubicBezTo>
                <a:cubicBezTo>
                  <a:pt x="242" y="419"/>
                  <a:pt x="221" y="423"/>
                  <a:pt x="198" y="422"/>
                </a:cubicBezTo>
                <a:cubicBezTo>
                  <a:pt x="145" y="422"/>
                  <a:pt x="100" y="403"/>
                  <a:pt x="60" y="364"/>
                </a:cubicBezTo>
                <a:cubicBezTo>
                  <a:pt x="20" y="325"/>
                  <a:pt x="0" y="275"/>
                  <a:pt x="0" y="216"/>
                </a:cubicBezTo>
                <a:cubicBezTo>
                  <a:pt x="0" y="152"/>
                  <a:pt x="20" y="100"/>
                  <a:pt x="60" y="60"/>
                </a:cubicBezTo>
                <a:cubicBezTo>
                  <a:pt x="100" y="20"/>
                  <a:pt x="146" y="0"/>
                  <a:pt x="199" y="0"/>
                </a:cubicBezTo>
                <a:cubicBezTo>
                  <a:pt x="251" y="0"/>
                  <a:pt x="288" y="9"/>
                  <a:pt x="309" y="25"/>
                </a:cubicBezTo>
                <a:cubicBezTo>
                  <a:pt x="330" y="42"/>
                  <a:pt x="340" y="61"/>
                  <a:pt x="340" y="84"/>
                </a:cubicBezTo>
                <a:cubicBezTo>
                  <a:pt x="340" y="98"/>
                  <a:pt x="335" y="109"/>
                  <a:pt x="325" y="118"/>
                </a:cubicBezTo>
                <a:lnTo>
                  <a:pt x="309" y="133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10" name=""/>
          <p:cNvSpPr/>
          <p:nvPr/>
        </p:nvSpPr>
        <p:spPr>
          <a:xfrm>
            <a:off x="9613440" y="1995120"/>
            <a:ext cx="128160" cy="151920"/>
          </a:xfrm>
          <a:custGeom>
            <a:avLst/>
            <a:gdLst/>
            <a:ahLst/>
            <a:rect l="0" t="0" r="r" b="b"/>
            <a:pathLst>
              <a:path w="356" h="422">
                <a:moveTo>
                  <a:pt x="0" y="212"/>
                </a:moveTo>
                <a:cubicBezTo>
                  <a:pt x="0" y="179"/>
                  <a:pt x="7" y="148"/>
                  <a:pt x="19" y="120"/>
                </a:cubicBezTo>
                <a:cubicBezTo>
                  <a:pt x="32" y="92"/>
                  <a:pt x="47" y="70"/>
                  <a:pt x="66" y="53"/>
                </a:cubicBezTo>
                <a:cubicBezTo>
                  <a:pt x="84" y="36"/>
                  <a:pt x="104" y="23"/>
                  <a:pt x="125" y="14"/>
                </a:cubicBezTo>
                <a:cubicBezTo>
                  <a:pt x="147" y="6"/>
                  <a:pt x="167" y="1"/>
                  <a:pt x="186" y="0"/>
                </a:cubicBezTo>
                <a:cubicBezTo>
                  <a:pt x="218" y="0"/>
                  <a:pt x="246" y="6"/>
                  <a:pt x="269" y="17"/>
                </a:cubicBezTo>
                <a:cubicBezTo>
                  <a:pt x="292" y="28"/>
                  <a:pt x="310" y="43"/>
                  <a:pt x="322" y="63"/>
                </a:cubicBezTo>
                <a:cubicBezTo>
                  <a:pt x="335" y="82"/>
                  <a:pt x="343" y="102"/>
                  <a:pt x="348" y="122"/>
                </a:cubicBezTo>
                <a:cubicBezTo>
                  <a:pt x="353" y="142"/>
                  <a:pt x="356" y="164"/>
                  <a:pt x="356" y="188"/>
                </a:cubicBezTo>
                <a:cubicBezTo>
                  <a:pt x="356" y="192"/>
                  <a:pt x="354" y="196"/>
                  <a:pt x="350" y="200"/>
                </a:cubicBezTo>
                <a:lnTo>
                  <a:pt x="91" y="200"/>
                </a:lnTo>
                <a:lnTo>
                  <a:pt x="91" y="214"/>
                </a:lnTo>
                <a:cubicBezTo>
                  <a:pt x="91" y="305"/>
                  <a:pt x="122" y="360"/>
                  <a:pt x="183" y="379"/>
                </a:cubicBezTo>
                <a:cubicBezTo>
                  <a:pt x="195" y="383"/>
                  <a:pt x="209" y="385"/>
                  <a:pt x="223" y="385"/>
                </a:cubicBezTo>
                <a:cubicBezTo>
                  <a:pt x="249" y="385"/>
                  <a:pt x="271" y="375"/>
                  <a:pt x="289" y="355"/>
                </a:cubicBezTo>
                <a:cubicBezTo>
                  <a:pt x="300" y="345"/>
                  <a:pt x="308" y="332"/>
                  <a:pt x="314" y="317"/>
                </a:cubicBezTo>
                <a:lnTo>
                  <a:pt x="323" y="295"/>
                </a:lnTo>
                <a:cubicBezTo>
                  <a:pt x="325" y="293"/>
                  <a:pt x="330" y="292"/>
                  <a:pt x="338" y="292"/>
                </a:cubicBezTo>
                <a:lnTo>
                  <a:pt x="341" y="292"/>
                </a:lnTo>
                <a:cubicBezTo>
                  <a:pt x="351" y="292"/>
                  <a:pt x="356" y="295"/>
                  <a:pt x="356" y="301"/>
                </a:cubicBezTo>
                <a:cubicBezTo>
                  <a:pt x="356" y="304"/>
                  <a:pt x="355" y="308"/>
                  <a:pt x="354" y="313"/>
                </a:cubicBezTo>
                <a:cubicBezTo>
                  <a:pt x="342" y="347"/>
                  <a:pt x="323" y="373"/>
                  <a:pt x="296" y="393"/>
                </a:cubicBezTo>
                <a:cubicBezTo>
                  <a:pt x="269" y="413"/>
                  <a:pt x="239" y="422"/>
                  <a:pt x="205" y="422"/>
                </a:cubicBezTo>
                <a:cubicBezTo>
                  <a:pt x="147" y="422"/>
                  <a:pt x="99" y="401"/>
                  <a:pt x="60" y="359"/>
                </a:cubicBezTo>
                <a:cubicBezTo>
                  <a:pt x="21" y="317"/>
                  <a:pt x="1" y="268"/>
                  <a:pt x="0" y="212"/>
                </a:cubicBezTo>
                <a:moveTo>
                  <a:pt x="281" y="160"/>
                </a:moveTo>
                <a:cubicBezTo>
                  <a:pt x="274" y="81"/>
                  <a:pt x="245" y="39"/>
                  <a:pt x="194" y="34"/>
                </a:cubicBezTo>
                <a:lnTo>
                  <a:pt x="192" y="34"/>
                </a:lnTo>
                <a:cubicBezTo>
                  <a:pt x="187" y="34"/>
                  <a:pt x="182" y="35"/>
                  <a:pt x="178" y="35"/>
                </a:cubicBezTo>
                <a:cubicBezTo>
                  <a:pt x="173" y="36"/>
                  <a:pt x="165" y="38"/>
                  <a:pt x="155" y="43"/>
                </a:cubicBezTo>
                <a:cubicBezTo>
                  <a:pt x="144" y="47"/>
                  <a:pt x="135" y="53"/>
                  <a:pt x="128" y="62"/>
                </a:cubicBezTo>
                <a:cubicBezTo>
                  <a:pt x="121" y="70"/>
                  <a:pt x="114" y="83"/>
                  <a:pt x="107" y="100"/>
                </a:cubicBezTo>
                <a:cubicBezTo>
                  <a:pt x="100" y="116"/>
                  <a:pt x="95" y="137"/>
                  <a:pt x="92" y="161"/>
                </a:cubicBezTo>
                <a:lnTo>
                  <a:pt x="92" y="167"/>
                </a:lnTo>
                <a:lnTo>
                  <a:pt x="281" y="167"/>
                </a:lnTo>
                <a:lnTo>
                  <a:pt x="281" y="16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11" name=""/>
          <p:cNvSpPr/>
          <p:nvPr/>
        </p:nvSpPr>
        <p:spPr>
          <a:xfrm>
            <a:off x="9761760" y="1995120"/>
            <a:ext cx="108000" cy="151920"/>
          </a:xfrm>
          <a:custGeom>
            <a:avLst/>
            <a:gdLst/>
            <a:ahLst/>
            <a:rect l="0" t="0" r="r" b="b"/>
            <a:pathLst>
              <a:path w="300" h="422">
                <a:moveTo>
                  <a:pt x="242" y="122"/>
                </a:moveTo>
                <a:cubicBezTo>
                  <a:pt x="242" y="97"/>
                  <a:pt x="233" y="76"/>
                  <a:pt x="217" y="58"/>
                </a:cubicBezTo>
                <a:cubicBezTo>
                  <a:pt x="200" y="41"/>
                  <a:pt x="176" y="32"/>
                  <a:pt x="144" y="32"/>
                </a:cubicBezTo>
                <a:cubicBezTo>
                  <a:pt x="122" y="32"/>
                  <a:pt x="103" y="36"/>
                  <a:pt x="87" y="44"/>
                </a:cubicBezTo>
                <a:cubicBezTo>
                  <a:pt x="69" y="55"/>
                  <a:pt x="60" y="71"/>
                  <a:pt x="60" y="91"/>
                </a:cubicBezTo>
                <a:cubicBezTo>
                  <a:pt x="59" y="94"/>
                  <a:pt x="59" y="98"/>
                  <a:pt x="60" y="103"/>
                </a:cubicBezTo>
                <a:cubicBezTo>
                  <a:pt x="60" y="108"/>
                  <a:pt x="65" y="115"/>
                  <a:pt x="75" y="125"/>
                </a:cubicBezTo>
                <a:cubicBezTo>
                  <a:pt x="84" y="136"/>
                  <a:pt x="97" y="144"/>
                  <a:pt x="114" y="149"/>
                </a:cubicBezTo>
                <a:cubicBezTo>
                  <a:pt x="125" y="152"/>
                  <a:pt x="138" y="155"/>
                  <a:pt x="155" y="157"/>
                </a:cubicBezTo>
                <a:cubicBezTo>
                  <a:pt x="171" y="160"/>
                  <a:pt x="185" y="163"/>
                  <a:pt x="196" y="166"/>
                </a:cubicBezTo>
                <a:cubicBezTo>
                  <a:pt x="207" y="169"/>
                  <a:pt x="216" y="173"/>
                  <a:pt x="225" y="178"/>
                </a:cubicBezTo>
                <a:cubicBezTo>
                  <a:pt x="235" y="182"/>
                  <a:pt x="245" y="189"/>
                  <a:pt x="255" y="196"/>
                </a:cubicBezTo>
                <a:cubicBezTo>
                  <a:pt x="265" y="203"/>
                  <a:pt x="275" y="216"/>
                  <a:pt x="285" y="233"/>
                </a:cubicBezTo>
                <a:cubicBezTo>
                  <a:pt x="294" y="251"/>
                  <a:pt x="300" y="270"/>
                  <a:pt x="300" y="290"/>
                </a:cubicBezTo>
                <a:cubicBezTo>
                  <a:pt x="300" y="328"/>
                  <a:pt x="289" y="359"/>
                  <a:pt x="265" y="384"/>
                </a:cubicBezTo>
                <a:cubicBezTo>
                  <a:pt x="242" y="408"/>
                  <a:pt x="205" y="421"/>
                  <a:pt x="153" y="421"/>
                </a:cubicBezTo>
                <a:lnTo>
                  <a:pt x="144" y="421"/>
                </a:lnTo>
                <a:cubicBezTo>
                  <a:pt x="112" y="421"/>
                  <a:pt x="83" y="410"/>
                  <a:pt x="56" y="388"/>
                </a:cubicBezTo>
                <a:lnTo>
                  <a:pt x="49" y="395"/>
                </a:lnTo>
                <a:lnTo>
                  <a:pt x="41" y="403"/>
                </a:lnTo>
                <a:cubicBezTo>
                  <a:pt x="37" y="407"/>
                  <a:pt x="33" y="410"/>
                  <a:pt x="30" y="413"/>
                </a:cubicBezTo>
                <a:lnTo>
                  <a:pt x="19" y="422"/>
                </a:lnTo>
                <a:lnTo>
                  <a:pt x="12" y="422"/>
                </a:lnTo>
                <a:lnTo>
                  <a:pt x="8" y="422"/>
                </a:lnTo>
                <a:cubicBezTo>
                  <a:pt x="7" y="422"/>
                  <a:pt x="4" y="421"/>
                  <a:pt x="0" y="417"/>
                </a:cubicBezTo>
                <a:lnTo>
                  <a:pt x="0" y="344"/>
                </a:lnTo>
                <a:lnTo>
                  <a:pt x="0" y="291"/>
                </a:lnTo>
                <a:cubicBezTo>
                  <a:pt x="0" y="278"/>
                  <a:pt x="1" y="271"/>
                  <a:pt x="2" y="268"/>
                </a:cubicBezTo>
                <a:cubicBezTo>
                  <a:pt x="3" y="266"/>
                  <a:pt x="6" y="264"/>
                  <a:pt x="11" y="264"/>
                </a:cubicBezTo>
                <a:lnTo>
                  <a:pt x="19" y="264"/>
                </a:lnTo>
                <a:cubicBezTo>
                  <a:pt x="27" y="264"/>
                  <a:pt x="32" y="265"/>
                  <a:pt x="34" y="267"/>
                </a:cubicBezTo>
                <a:cubicBezTo>
                  <a:pt x="37" y="270"/>
                  <a:pt x="38" y="274"/>
                  <a:pt x="39" y="278"/>
                </a:cubicBezTo>
                <a:cubicBezTo>
                  <a:pt x="39" y="283"/>
                  <a:pt x="42" y="292"/>
                  <a:pt x="45" y="303"/>
                </a:cubicBezTo>
                <a:cubicBezTo>
                  <a:pt x="49" y="315"/>
                  <a:pt x="55" y="328"/>
                  <a:pt x="63" y="342"/>
                </a:cubicBezTo>
                <a:cubicBezTo>
                  <a:pt x="84" y="373"/>
                  <a:pt x="114" y="388"/>
                  <a:pt x="153" y="388"/>
                </a:cubicBezTo>
                <a:cubicBezTo>
                  <a:pt x="212" y="388"/>
                  <a:pt x="242" y="365"/>
                  <a:pt x="242" y="317"/>
                </a:cubicBezTo>
                <a:cubicBezTo>
                  <a:pt x="242" y="299"/>
                  <a:pt x="236" y="285"/>
                  <a:pt x="225" y="274"/>
                </a:cubicBezTo>
                <a:cubicBezTo>
                  <a:pt x="213" y="259"/>
                  <a:pt x="187" y="248"/>
                  <a:pt x="148" y="241"/>
                </a:cubicBezTo>
                <a:cubicBezTo>
                  <a:pt x="109" y="233"/>
                  <a:pt x="84" y="226"/>
                  <a:pt x="72" y="220"/>
                </a:cubicBezTo>
                <a:cubicBezTo>
                  <a:pt x="50" y="209"/>
                  <a:pt x="32" y="195"/>
                  <a:pt x="19" y="178"/>
                </a:cubicBezTo>
                <a:cubicBezTo>
                  <a:pt x="7" y="160"/>
                  <a:pt x="0" y="141"/>
                  <a:pt x="0" y="120"/>
                </a:cubicBezTo>
                <a:cubicBezTo>
                  <a:pt x="0" y="96"/>
                  <a:pt x="5" y="76"/>
                  <a:pt x="16" y="59"/>
                </a:cubicBezTo>
                <a:cubicBezTo>
                  <a:pt x="26" y="43"/>
                  <a:pt x="39" y="30"/>
                  <a:pt x="55" y="22"/>
                </a:cubicBezTo>
                <a:cubicBezTo>
                  <a:pt x="71" y="15"/>
                  <a:pt x="86" y="9"/>
                  <a:pt x="101" y="6"/>
                </a:cubicBezTo>
                <a:cubicBezTo>
                  <a:pt x="116" y="3"/>
                  <a:pt x="129" y="1"/>
                  <a:pt x="141" y="1"/>
                </a:cubicBezTo>
                <a:lnTo>
                  <a:pt x="153" y="1"/>
                </a:lnTo>
                <a:cubicBezTo>
                  <a:pt x="177" y="1"/>
                  <a:pt x="198" y="6"/>
                  <a:pt x="217" y="15"/>
                </a:cubicBezTo>
                <a:lnTo>
                  <a:pt x="231" y="22"/>
                </a:lnTo>
                <a:lnTo>
                  <a:pt x="239" y="16"/>
                </a:lnTo>
                <a:cubicBezTo>
                  <a:pt x="245" y="11"/>
                  <a:pt x="252" y="5"/>
                  <a:pt x="259" y="0"/>
                </a:cubicBezTo>
                <a:lnTo>
                  <a:pt x="266" y="0"/>
                </a:lnTo>
                <a:lnTo>
                  <a:pt x="270" y="0"/>
                </a:lnTo>
                <a:cubicBezTo>
                  <a:pt x="272" y="0"/>
                  <a:pt x="275" y="2"/>
                  <a:pt x="278" y="6"/>
                </a:cubicBezTo>
                <a:lnTo>
                  <a:pt x="278" y="127"/>
                </a:lnTo>
                <a:lnTo>
                  <a:pt x="273" y="134"/>
                </a:lnTo>
                <a:lnTo>
                  <a:pt x="247" y="134"/>
                </a:lnTo>
                <a:cubicBezTo>
                  <a:pt x="243" y="130"/>
                  <a:pt x="242" y="125"/>
                  <a:pt x="242" y="12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12" name=""/>
          <p:cNvSpPr/>
          <p:nvPr/>
        </p:nvSpPr>
        <p:spPr>
          <a:xfrm>
            <a:off x="9892080" y="1995120"/>
            <a:ext cx="108000" cy="151920"/>
          </a:xfrm>
          <a:custGeom>
            <a:avLst/>
            <a:gdLst/>
            <a:ahLst/>
            <a:rect l="0" t="0" r="r" b="b"/>
            <a:pathLst>
              <a:path w="300" h="422">
                <a:moveTo>
                  <a:pt x="241" y="122"/>
                </a:moveTo>
                <a:cubicBezTo>
                  <a:pt x="241" y="97"/>
                  <a:pt x="233" y="76"/>
                  <a:pt x="216" y="58"/>
                </a:cubicBezTo>
                <a:cubicBezTo>
                  <a:pt x="200" y="41"/>
                  <a:pt x="176" y="32"/>
                  <a:pt x="145" y="32"/>
                </a:cubicBezTo>
                <a:cubicBezTo>
                  <a:pt x="123" y="32"/>
                  <a:pt x="104" y="36"/>
                  <a:pt x="88" y="44"/>
                </a:cubicBezTo>
                <a:cubicBezTo>
                  <a:pt x="68" y="55"/>
                  <a:pt x="59" y="71"/>
                  <a:pt x="59" y="91"/>
                </a:cubicBezTo>
                <a:cubicBezTo>
                  <a:pt x="59" y="94"/>
                  <a:pt x="59" y="98"/>
                  <a:pt x="59" y="103"/>
                </a:cubicBezTo>
                <a:cubicBezTo>
                  <a:pt x="60" y="108"/>
                  <a:pt x="65" y="115"/>
                  <a:pt x="74" y="125"/>
                </a:cubicBezTo>
                <a:cubicBezTo>
                  <a:pt x="83" y="136"/>
                  <a:pt x="97" y="144"/>
                  <a:pt x="114" y="149"/>
                </a:cubicBezTo>
                <a:cubicBezTo>
                  <a:pt x="125" y="152"/>
                  <a:pt x="139" y="155"/>
                  <a:pt x="155" y="157"/>
                </a:cubicBezTo>
                <a:cubicBezTo>
                  <a:pt x="171" y="160"/>
                  <a:pt x="184" y="163"/>
                  <a:pt x="195" y="166"/>
                </a:cubicBezTo>
                <a:cubicBezTo>
                  <a:pt x="206" y="169"/>
                  <a:pt x="216" y="173"/>
                  <a:pt x="224" y="178"/>
                </a:cubicBezTo>
                <a:cubicBezTo>
                  <a:pt x="235" y="182"/>
                  <a:pt x="245" y="189"/>
                  <a:pt x="255" y="196"/>
                </a:cubicBezTo>
                <a:cubicBezTo>
                  <a:pt x="264" y="203"/>
                  <a:pt x="274" y="216"/>
                  <a:pt x="284" y="233"/>
                </a:cubicBezTo>
                <a:cubicBezTo>
                  <a:pt x="294" y="251"/>
                  <a:pt x="299" y="270"/>
                  <a:pt x="300" y="290"/>
                </a:cubicBezTo>
                <a:cubicBezTo>
                  <a:pt x="300" y="328"/>
                  <a:pt x="288" y="359"/>
                  <a:pt x="265" y="384"/>
                </a:cubicBezTo>
                <a:cubicBezTo>
                  <a:pt x="241" y="408"/>
                  <a:pt x="204" y="421"/>
                  <a:pt x="152" y="421"/>
                </a:cubicBezTo>
                <a:lnTo>
                  <a:pt x="145" y="421"/>
                </a:lnTo>
                <a:cubicBezTo>
                  <a:pt x="113" y="421"/>
                  <a:pt x="82" y="410"/>
                  <a:pt x="56" y="388"/>
                </a:cubicBezTo>
                <a:lnTo>
                  <a:pt x="48" y="395"/>
                </a:lnTo>
                <a:lnTo>
                  <a:pt x="40" y="403"/>
                </a:lnTo>
                <a:cubicBezTo>
                  <a:pt x="36" y="407"/>
                  <a:pt x="33" y="410"/>
                  <a:pt x="29" y="413"/>
                </a:cubicBezTo>
                <a:lnTo>
                  <a:pt x="19" y="422"/>
                </a:lnTo>
                <a:lnTo>
                  <a:pt x="11" y="422"/>
                </a:lnTo>
                <a:lnTo>
                  <a:pt x="8" y="422"/>
                </a:lnTo>
                <a:cubicBezTo>
                  <a:pt x="6" y="422"/>
                  <a:pt x="3" y="421"/>
                  <a:pt x="0" y="417"/>
                </a:cubicBezTo>
                <a:lnTo>
                  <a:pt x="0" y="344"/>
                </a:lnTo>
                <a:lnTo>
                  <a:pt x="0" y="291"/>
                </a:lnTo>
                <a:cubicBezTo>
                  <a:pt x="0" y="278"/>
                  <a:pt x="0" y="271"/>
                  <a:pt x="1" y="268"/>
                </a:cubicBezTo>
                <a:cubicBezTo>
                  <a:pt x="3" y="266"/>
                  <a:pt x="6" y="264"/>
                  <a:pt x="11" y="264"/>
                </a:cubicBezTo>
                <a:lnTo>
                  <a:pt x="19" y="264"/>
                </a:lnTo>
                <a:cubicBezTo>
                  <a:pt x="26" y="264"/>
                  <a:pt x="31" y="265"/>
                  <a:pt x="33" y="267"/>
                </a:cubicBezTo>
                <a:cubicBezTo>
                  <a:pt x="36" y="270"/>
                  <a:pt x="37" y="274"/>
                  <a:pt x="38" y="278"/>
                </a:cubicBezTo>
                <a:cubicBezTo>
                  <a:pt x="39" y="283"/>
                  <a:pt x="41" y="292"/>
                  <a:pt x="44" y="303"/>
                </a:cubicBezTo>
                <a:cubicBezTo>
                  <a:pt x="48" y="315"/>
                  <a:pt x="54" y="328"/>
                  <a:pt x="62" y="342"/>
                </a:cubicBezTo>
                <a:cubicBezTo>
                  <a:pt x="83" y="373"/>
                  <a:pt x="114" y="388"/>
                  <a:pt x="152" y="388"/>
                </a:cubicBezTo>
                <a:cubicBezTo>
                  <a:pt x="211" y="388"/>
                  <a:pt x="241" y="365"/>
                  <a:pt x="241" y="317"/>
                </a:cubicBezTo>
                <a:cubicBezTo>
                  <a:pt x="241" y="299"/>
                  <a:pt x="235" y="285"/>
                  <a:pt x="224" y="274"/>
                </a:cubicBezTo>
                <a:cubicBezTo>
                  <a:pt x="212" y="259"/>
                  <a:pt x="187" y="248"/>
                  <a:pt x="148" y="241"/>
                </a:cubicBezTo>
                <a:cubicBezTo>
                  <a:pt x="110" y="233"/>
                  <a:pt x="83" y="226"/>
                  <a:pt x="71" y="220"/>
                </a:cubicBezTo>
                <a:cubicBezTo>
                  <a:pt x="49" y="209"/>
                  <a:pt x="32" y="195"/>
                  <a:pt x="19" y="178"/>
                </a:cubicBezTo>
                <a:cubicBezTo>
                  <a:pt x="6" y="160"/>
                  <a:pt x="0" y="141"/>
                  <a:pt x="0" y="120"/>
                </a:cubicBezTo>
                <a:cubicBezTo>
                  <a:pt x="0" y="96"/>
                  <a:pt x="5" y="76"/>
                  <a:pt x="15" y="59"/>
                </a:cubicBezTo>
                <a:cubicBezTo>
                  <a:pt x="26" y="43"/>
                  <a:pt x="39" y="30"/>
                  <a:pt x="55" y="22"/>
                </a:cubicBezTo>
                <a:cubicBezTo>
                  <a:pt x="70" y="15"/>
                  <a:pt x="86" y="9"/>
                  <a:pt x="101" y="6"/>
                </a:cubicBezTo>
                <a:cubicBezTo>
                  <a:pt x="116" y="3"/>
                  <a:pt x="130" y="1"/>
                  <a:pt x="142" y="1"/>
                </a:cubicBezTo>
                <a:lnTo>
                  <a:pt x="152" y="1"/>
                </a:lnTo>
                <a:cubicBezTo>
                  <a:pt x="176" y="1"/>
                  <a:pt x="198" y="6"/>
                  <a:pt x="216" y="15"/>
                </a:cubicBezTo>
                <a:lnTo>
                  <a:pt x="230" y="22"/>
                </a:lnTo>
                <a:lnTo>
                  <a:pt x="238" y="16"/>
                </a:lnTo>
                <a:cubicBezTo>
                  <a:pt x="244" y="11"/>
                  <a:pt x="251" y="5"/>
                  <a:pt x="258" y="0"/>
                </a:cubicBezTo>
                <a:lnTo>
                  <a:pt x="266" y="0"/>
                </a:lnTo>
                <a:lnTo>
                  <a:pt x="269" y="0"/>
                </a:lnTo>
                <a:cubicBezTo>
                  <a:pt x="271" y="0"/>
                  <a:pt x="274" y="2"/>
                  <a:pt x="278" y="6"/>
                </a:cubicBezTo>
                <a:lnTo>
                  <a:pt x="278" y="127"/>
                </a:lnTo>
                <a:lnTo>
                  <a:pt x="272" y="134"/>
                </a:lnTo>
                <a:lnTo>
                  <a:pt x="246" y="134"/>
                </a:lnTo>
                <a:cubicBezTo>
                  <a:pt x="243" y="130"/>
                  <a:pt x="241" y="125"/>
                  <a:pt x="241" y="12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13" name=""/>
          <p:cNvSpPr/>
          <p:nvPr/>
        </p:nvSpPr>
        <p:spPr>
          <a:xfrm>
            <a:off x="4950000" y="1824120"/>
            <a:ext cx="5205240" cy="20160"/>
          </a:xfrm>
          <a:custGeom>
            <a:avLst/>
            <a:gdLst/>
            <a:ahLst/>
            <a:rect l="0" t="0" r="r" b="b"/>
            <a:pathLst>
              <a:path w="14459" h="56">
                <a:moveTo>
                  <a:pt x="0" y="56"/>
                </a:moveTo>
                <a:lnTo>
                  <a:pt x="14459" y="56"/>
                </a:lnTo>
                <a:lnTo>
                  <a:pt x="14459" y="0"/>
                </a:lnTo>
                <a:lnTo>
                  <a:pt x="0" y="0"/>
                </a:lnTo>
                <a:lnTo>
                  <a:pt x="0" y="56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14" name=""/>
          <p:cNvSpPr/>
          <p:nvPr/>
        </p:nvSpPr>
        <p:spPr>
          <a:xfrm>
            <a:off x="2979360" y="2689560"/>
            <a:ext cx="220320" cy="77760"/>
          </a:xfrm>
          <a:custGeom>
            <a:avLst/>
            <a:gdLst/>
            <a:ahLst/>
            <a:rect l="0" t="0" r="r" b="b"/>
            <a:pathLst>
              <a:path w="612" h="216">
                <a:moveTo>
                  <a:pt x="0" y="18"/>
                </a:moveTo>
                <a:cubicBezTo>
                  <a:pt x="0" y="10"/>
                  <a:pt x="4" y="4"/>
                  <a:pt x="13" y="0"/>
                </a:cubicBezTo>
                <a:lnTo>
                  <a:pt x="598" y="0"/>
                </a:lnTo>
                <a:cubicBezTo>
                  <a:pt x="607" y="5"/>
                  <a:pt x="612" y="11"/>
                  <a:pt x="612" y="18"/>
                </a:cubicBezTo>
                <a:cubicBezTo>
                  <a:pt x="612" y="25"/>
                  <a:pt x="607" y="31"/>
                  <a:pt x="599" y="36"/>
                </a:cubicBezTo>
                <a:lnTo>
                  <a:pt x="306" y="37"/>
                </a:lnTo>
                <a:lnTo>
                  <a:pt x="14" y="37"/>
                </a:lnTo>
                <a:cubicBezTo>
                  <a:pt x="5" y="34"/>
                  <a:pt x="0" y="28"/>
                  <a:pt x="0" y="18"/>
                </a:cubicBezTo>
                <a:moveTo>
                  <a:pt x="0" y="197"/>
                </a:moveTo>
                <a:cubicBezTo>
                  <a:pt x="0" y="188"/>
                  <a:pt x="5" y="182"/>
                  <a:pt x="14" y="179"/>
                </a:cubicBezTo>
                <a:lnTo>
                  <a:pt x="599" y="179"/>
                </a:lnTo>
                <a:cubicBezTo>
                  <a:pt x="607" y="185"/>
                  <a:pt x="612" y="191"/>
                  <a:pt x="612" y="197"/>
                </a:cubicBezTo>
                <a:cubicBezTo>
                  <a:pt x="612" y="205"/>
                  <a:pt x="607" y="211"/>
                  <a:pt x="598" y="216"/>
                </a:cubicBezTo>
                <a:lnTo>
                  <a:pt x="13" y="216"/>
                </a:lnTo>
                <a:cubicBezTo>
                  <a:pt x="4" y="211"/>
                  <a:pt x="0" y="205"/>
                  <a:pt x="0" y="19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15" name=""/>
          <p:cNvSpPr/>
          <p:nvPr/>
        </p:nvSpPr>
        <p:spPr>
          <a:xfrm>
            <a:off x="3398400" y="2367720"/>
            <a:ext cx="132120" cy="220320"/>
          </a:xfrm>
          <a:custGeom>
            <a:avLst/>
            <a:gdLst/>
            <a:ahLst/>
            <a:rect l="0" t="0" r="r" b="b"/>
            <a:pathLst>
              <a:path w="367" h="612">
                <a:moveTo>
                  <a:pt x="55" y="217"/>
                </a:moveTo>
                <a:cubicBezTo>
                  <a:pt x="38" y="217"/>
                  <a:pt x="25" y="212"/>
                  <a:pt x="15" y="201"/>
                </a:cubicBezTo>
                <a:cubicBezTo>
                  <a:pt x="5" y="190"/>
                  <a:pt x="0" y="176"/>
                  <a:pt x="0" y="160"/>
                </a:cubicBezTo>
                <a:cubicBezTo>
                  <a:pt x="0" y="117"/>
                  <a:pt x="17" y="79"/>
                  <a:pt x="49" y="47"/>
                </a:cubicBezTo>
                <a:cubicBezTo>
                  <a:pt x="81" y="16"/>
                  <a:pt x="122" y="0"/>
                  <a:pt x="170" y="0"/>
                </a:cubicBezTo>
                <a:cubicBezTo>
                  <a:pt x="226" y="0"/>
                  <a:pt x="273" y="17"/>
                  <a:pt x="311" y="51"/>
                </a:cubicBezTo>
                <a:cubicBezTo>
                  <a:pt x="348" y="85"/>
                  <a:pt x="367" y="130"/>
                  <a:pt x="367" y="184"/>
                </a:cubicBezTo>
                <a:cubicBezTo>
                  <a:pt x="367" y="210"/>
                  <a:pt x="361" y="235"/>
                  <a:pt x="349" y="259"/>
                </a:cubicBezTo>
                <a:cubicBezTo>
                  <a:pt x="337" y="283"/>
                  <a:pt x="322" y="304"/>
                  <a:pt x="305" y="322"/>
                </a:cubicBezTo>
                <a:cubicBezTo>
                  <a:pt x="288" y="339"/>
                  <a:pt x="263" y="362"/>
                  <a:pt x="231" y="390"/>
                </a:cubicBezTo>
                <a:cubicBezTo>
                  <a:pt x="209" y="409"/>
                  <a:pt x="178" y="437"/>
                  <a:pt x="139" y="475"/>
                </a:cubicBezTo>
                <a:lnTo>
                  <a:pt x="85" y="526"/>
                </a:lnTo>
                <a:lnTo>
                  <a:pt x="155" y="527"/>
                </a:lnTo>
                <a:cubicBezTo>
                  <a:pt x="252" y="527"/>
                  <a:pt x="303" y="526"/>
                  <a:pt x="309" y="523"/>
                </a:cubicBezTo>
                <a:cubicBezTo>
                  <a:pt x="313" y="521"/>
                  <a:pt x="320" y="494"/>
                  <a:pt x="331" y="441"/>
                </a:cubicBezTo>
                <a:lnTo>
                  <a:pt x="331" y="437"/>
                </a:lnTo>
                <a:lnTo>
                  <a:pt x="367" y="437"/>
                </a:lnTo>
                <a:lnTo>
                  <a:pt x="367" y="441"/>
                </a:lnTo>
                <a:cubicBezTo>
                  <a:pt x="367" y="443"/>
                  <a:pt x="363" y="471"/>
                  <a:pt x="356" y="524"/>
                </a:cubicBezTo>
                <a:cubicBezTo>
                  <a:pt x="348" y="578"/>
                  <a:pt x="344" y="606"/>
                  <a:pt x="342" y="609"/>
                </a:cubicBezTo>
                <a:lnTo>
                  <a:pt x="342" y="612"/>
                </a:lnTo>
                <a:lnTo>
                  <a:pt x="0" y="612"/>
                </a:lnTo>
                <a:lnTo>
                  <a:pt x="0" y="594"/>
                </a:lnTo>
                <a:lnTo>
                  <a:pt x="0" y="583"/>
                </a:lnTo>
                <a:cubicBezTo>
                  <a:pt x="0" y="579"/>
                  <a:pt x="2" y="574"/>
                  <a:pt x="6" y="569"/>
                </a:cubicBezTo>
                <a:cubicBezTo>
                  <a:pt x="10" y="565"/>
                  <a:pt x="19" y="554"/>
                  <a:pt x="33" y="537"/>
                </a:cubicBezTo>
                <a:cubicBezTo>
                  <a:pt x="51" y="518"/>
                  <a:pt x="67" y="501"/>
                  <a:pt x="79" y="486"/>
                </a:cubicBezTo>
                <a:cubicBezTo>
                  <a:pt x="85" y="480"/>
                  <a:pt x="95" y="469"/>
                  <a:pt x="111" y="452"/>
                </a:cubicBezTo>
                <a:cubicBezTo>
                  <a:pt x="126" y="435"/>
                  <a:pt x="136" y="423"/>
                  <a:pt x="142" y="417"/>
                </a:cubicBezTo>
                <a:cubicBezTo>
                  <a:pt x="147" y="411"/>
                  <a:pt x="156" y="401"/>
                  <a:pt x="168" y="387"/>
                </a:cubicBezTo>
                <a:cubicBezTo>
                  <a:pt x="181" y="373"/>
                  <a:pt x="189" y="362"/>
                  <a:pt x="194" y="356"/>
                </a:cubicBezTo>
                <a:cubicBezTo>
                  <a:pt x="199" y="349"/>
                  <a:pt x="206" y="340"/>
                  <a:pt x="215" y="328"/>
                </a:cubicBezTo>
                <a:cubicBezTo>
                  <a:pt x="224" y="317"/>
                  <a:pt x="231" y="307"/>
                  <a:pt x="235" y="299"/>
                </a:cubicBezTo>
                <a:cubicBezTo>
                  <a:pt x="239" y="291"/>
                  <a:pt x="244" y="282"/>
                  <a:pt x="249" y="272"/>
                </a:cubicBezTo>
                <a:cubicBezTo>
                  <a:pt x="255" y="262"/>
                  <a:pt x="259" y="253"/>
                  <a:pt x="261" y="243"/>
                </a:cubicBezTo>
                <a:cubicBezTo>
                  <a:pt x="263" y="233"/>
                  <a:pt x="266" y="224"/>
                  <a:pt x="267" y="215"/>
                </a:cubicBezTo>
                <a:cubicBezTo>
                  <a:pt x="269" y="207"/>
                  <a:pt x="270" y="197"/>
                  <a:pt x="270" y="185"/>
                </a:cubicBezTo>
                <a:cubicBezTo>
                  <a:pt x="270" y="147"/>
                  <a:pt x="260" y="113"/>
                  <a:pt x="239" y="85"/>
                </a:cubicBezTo>
                <a:cubicBezTo>
                  <a:pt x="217" y="57"/>
                  <a:pt x="188" y="43"/>
                  <a:pt x="149" y="43"/>
                </a:cubicBezTo>
                <a:cubicBezTo>
                  <a:pt x="129" y="43"/>
                  <a:pt x="111" y="48"/>
                  <a:pt x="96" y="58"/>
                </a:cubicBezTo>
                <a:cubicBezTo>
                  <a:pt x="81" y="69"/>
                  <a:pt x="70" y="79"/>
                  <a:pt x="64" y="89"/>
                </a:cubicBezTo>
                <a:cubicBezTo>
                  <a:pt x="58" y="99"/>
                  <a:pt x="55" y="104"/>
                  <a:pt x="55" y="106"/>
                </a:cubicBezTo>
                <a:cubicBezTo>
                  <a:pt x="55" y="107"/>
                  <a:pt x="56" y="107"/>
                  <a:pt x="59" y="107"/>
                </a:cubicBezTo>
                <a:cubicBezTo>
                  <a:pt x="70" y="107"/>
                  <a:pt x="81" y="111"/>
                  <a:pt x="93" y="120"/>
                </a:cubicBezTo>
                <a:cubicBezTo>
                  <a:pt x="105" y="128"/>
                  <a:pt x="111" y="143"/>
                  <a:pt x="111" y="162"/>
                </a:cubicBezTo>
                <a:cubicBezTo>
                  <a:pt x="111" y="177"/>
                  <a:pt x="106" y="190"/>
                  <a:pt x="96" y="201"/>
                </a:cubicBezTo>
                <a:cubicBezTo>
                  <a:pt x="86" y="211"/>
                  <a:pt x="72" y="217"/>
                  <a:pt x="55" y="21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16" name=""/>
          <p:cNvSpPr/>
          <p:nvPr/>
        </p:nvSpPr>
        <p:spPr>
          <a:xfrm>
            <a:off x="3560040" y="2367720"/>
            <a:ext cx="139320" cy="227520"/>
          </a:xfrm>
          <a:custGeom>
            <a:avLst/>
            <a:gdLst/>
            <a:ahLst/>
            <a:rect l="0" t="0" r="r" b="b"/>
            <a:pathLst>
              <a:path w="387" h="632">
                <a:moveTo>
                  <a:pt x="52" y="75"/>
                </a:moveTo>
                <a:cubicBezTo>
                  <a:pt x="87" y="25"/>
                  <a:pt x="133" y="0"/>
                  <a:pt x="193" y="0"/>
                </a:cubicBezTo>
                <a:cubicBezTo>
                  <a:pt x="222" y="0"/>
                  <a:pt x="251" y="8"/>
                  <a:pt x="281" y="24"/>
                </a:cubicBezTo>
                <a:cubicBezTo>
                  <a:pt x="310" y="40"/>
                  <a:pt x="334" y="69"/>
                  <a:pt x="353" y="109"/>
                </a:cubicBezTo>
                <a:cubicBezTo>
                  <a:pt x="376" y="160"/>
                  <a:pt x="387" y="229"/>
                  <a:pt x="387" y="318"/>
                </a:cubicBezTo>
                <a:cubicBezTo>
                  <a:pt x="387" y="413"/>
                  <a:pt x="374" y="485"/>
                  <a:pt x="348" y="535"/>
                </a:cubicBezTo>
                <a:cubicBezTo>
                  <a:pt x="334" y="561"/>
                  <a:pt x="318" y="582"/>
                  <a:pt x="296" y="597"/>
                </a:cubicBezTo>
                <a:cubicBezTo>
                  <a:pt x="275" y="612"/>
                  <a:pt x="256" y="622"/>
                  <a:pt x="240" y="625"/>
                </a:cubicBezTo>
                <a:cubicBezTo>
                  <a:pt x="224" y="629"/>
                  <a:pt x="209" y="631"/>
                  <a:pt x="194" y="632"/>
                </a:cubicBezTo>
                <a:cubicBezTo>
                  <a:pt x="178" y="632"/>
                  <a:pt x="162" y="630"/>
                  <a:pt x="146" y="626"/>
                </a:cubicBezTo>
                <a:cubicBezTo>
                  <a:pt x="130" y="623"/>
                  <a:pt x="111" y="613"/>
                  <a:pt x="90" y="597"/>
                </a:cubicBezTo>
                <a:cubicBezTo>
                  <a:pt x="68" y="581"/>
                  <a:pt x="52" y="561"/>
                  <a:pt x="39" y="535"/>
                </a:cubicBezTo>
                <a:cubicBezTo>
                  <a:pt x="13" y="485"/>
                  <a:pt x="0" y="413"/>
                  <a:pt x="0" y="318"/>
                </a:cubicBezTo>
                <a:cubicBezTo>
                  <a:pt x="0" y="212"/>
                  <a:pt x="17" y="131"/>
                  <a:pt x="52" y="75"/>
                </a:cubicBezTo>
                <a:moveTo>
                  <a:pt x="259" y="64"/>
                </a:moveTo>
                <a:cubicBezTo>
                  <a:pt x="240" y="43"/>
                  <a:pt x="219" y="34"/>
                  <a:pt x="194" y="34"/>
                </a:cubicBezTo>
                <a:cubicBezTo>
                  <a:pt x="168" y="34"/>
                  <a:pt x="146" y="43"/>
                  <a:pt x="127" y="64"/>
                </a:cubicBezTo>
                <a:cubicBezTo>
                  <a:pt x="112" y="80"/>
                  <a:pt x="102" y="102"/>
                  <a:pt x="97" y="130"/>
                </a:cubicBezTo>
                <a:cubicBezTo>
                  <a:pt x="92" y="158"/>
                  <a:pt x="90" y="217"/>
                  <a:pt x="90" y="306"/>
                </a:cubicBezTo>
                <a:cubicBezTo>
                  <a:pt x="90" y="403"/>
                  <a:pt x="92" y="466"/>
                  <a:pt x="97" y="497"/>
                </a:cubicBezTo>
                <a:cubicBezTo>
                  <a:pt x="102" y="528"/>
                  <a:pt x="113" y="552"/>
                  <a:pt x="130" y="569"/>
                </a:cubicBezTo>
                <a:cubicBezTo>
                  <a:pt x="147" y="588"/>
                  <a:pt x="168" y="597"/>
                  <a:pt x="194" y="597"/>
                </a:cubicBezTo>
                <a:cubicBezTo>
                  <a:pt x="218" y="597"/>
                  <a:pt x="239" y="588"/>
                  <a:pt x="256" y="569"/>
                </a:cubicBezTo>
                <a:cubicBezTo>
                  <a:pt x="274" y="551"/>
                  <a:pt x="285" y="525"/>
                  <a:pt x="289" y="492"/>
                </a:cubicBezTo>
                <a:cubicBezTo>
                  <a:pt x="293" y="459"/>
                  <a:pt x="296" y="397"/>
                  <a:pt x="296" y="306"/>
                </a:cubicBezTo>
                <a:cubicBezTo>
                  <a:pt x="296" y="218"/>
                  <a:pt x="294" y="159"/>
                  <a:pt x="289" y="131"/>
                </a:cubicBezTo>
                <a:cubicBezTo>
                  <a:pt x="284" y="103"/>
                  <a:pt x="274" y="81"/>
                  <a:pt x="259" y="6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17" name=""/>
          <p:cNvSpPr/>
          <p:nvPr/>
        </p:nvSpPr>
        <p:spPr>
          <a:xfrm>
            <a:off x="3721320" y="2364120"/>
            <a:ext cx="146880" cy="223920"/>
          </a:xfrm>
          <a:custGeom>
            <a:avLst/>
            <a:gdLst/>
            <a:ahLst/>
            <a:rect l="0" t="0" r="r" b="b"/>
            <a:pathLst>
              <a:path w="408" h="622">
                <a:moveTo>
                  <a:pt x="400" y="622"/>
                </a:moveTo>
                <a:cubicBezTo>
                  <a:pt x="389" y="620"/>
                  <a:pt x="349" y="619"/>
                  <a:pt x="281" y="619"/>
                </a:cubicBezTo>
                <a:cubicBezTo>
                  <a:pt x="210" y="619"/>
                  <a:pt x="169" y="620"/>
                  <a:pt x="158" y="622"/>
                </a:cubicBezTo>
                <a:lnTo>
                  <a:pt x="150" y="622"/>
                </a:lnTo>
                <a:lnTo>
                  <a:pt x="150" y="579"/>
                </a:lnTo>
                <a:lnTo>
                  <a:pt x="179" y="579"/>
                </a:lnTo>
                <a:cubicBezTo>
                  <a:pt x="191" y="579"/>
                  <a:pt x="199" y="579"/>
                  <a:pt x="203" y="579"/>
                </a:cubicBezTo>
                <a:cubicBezTo>
                  <a:pt x="208" y="579"/>
                  <a:pt x="213" y="579"/>
                  <a:pt x="219" y="578"/>
                </a:cubicBezTo>
                <a:cubicBezTo>
                  <a:pt x="225" y="576"/>
                  <a:pt x="229" y="575"/>
                  <a:pt x="232" y="573"/>
                </a:cubicBezTo>
                <a:cubicBezTo>
                  <a:pt x="234" y="571"/>
                  <a:pt x="236" y="569"/>
                  <a:pt x="238" y="566"/>
                </a:cubicBezTo>
                <a:cubicBezTo>
                  <a:pt x="239" y="564"/>
                  <a:pt x="239" y="547"/>
                  <a:pt x="239" y="515"/>
                </a:cubicBezTo>
                <a:lnTo>
                  <a:pt x="239" y="469"/>
                </a:lnTo>
                <a:lnTo>
                  <a:pt x="0" y="469"/>
                </a:lnTo>
                <a:lnTo>
                  <a:pt x="0" y="427"/>
                </a:lnTo>
                <a:lnTo>
                  <a:pt x="140" y="215"/>
                </a:lnTo>
                <a:cubicBezTo>
                  <a:pt x="234" y="73"/>
                  <a:pt x="281" y="2"/>
                  <a:pt x="282" y="2"/>
                </a:cubicBezTo>
                <a:cubicBezTo>
                  <a:pt x="283" y="0"/>
                  <a:pt x="290" y="0"/>
                  <a:pt x="301" y="0"/>
                </a:cubicBezTo>
                <a:lnTo>
                  <a:pt x="318" y="0"/>
                </a:lnTo>
                <a:lnTo>
                  <a:pt x="323" y="5"/>
                </a:lnTo>
                <a:lnTo>
                  <a:pt x="323" y="427"/>
                </a:lnTo>
                <a:lnTo>
                  <a:pt x="408" y="427"/>
                </a:lnTo>
                <a:lnTo>
                  <a:pt x="408" y="469"/>
                </a:lnTo>
                <a:lnTo>
                  <a:pt x="323" y="469"/>
                </a:lnTo>
                <a:lnTo>
                  <a:pt x="323" y="516"/>
                </a:lnTo>
                <a:cubicBezTo>
                  <a:pt x="323" y="541"/>
                  <a:pt x="323" y="556"/>
                  <a:pt x="323" y="560"/>
                </a:cubicBezTo>
                <a:cubicBezTo>
                  <a:pt x="323" y="565"/>
                  <a:pt x="325" y="569"/>
                  <a:pt x="329" y="572"/>
                </a:cubicBezTo>
                <a:cubicBezTo>
                  <a:pt x="334" y="576"/>
                  <a:pt x="351" y="579"/>
                  <a:pt x="381" y="579"/>
                </a:cubicBezTo>
                <a:lnTo>
                  <a:pt x="408" y="579"/>
                </a:lnTo>
                <a:lnTo>
                  <a:pt x="408" y="622"/>
                </a:lnTo>
                <a:lnTo>
                  <a:pt x="400" y="622"/>
                </a:lnTo>
                <a:moveTo>
                  <a:pt x="245" y="427"/>
                </a:moveTo>
                <a:lnTo>
                  <a:pt x="245" y="121"/>
                </a:lnTo>
                <a:lnTo>
                  <a:pt x="44" y="426"/>
                </a:lnTo>
                <a:lnTo>
                  <a:pt x="144" y="427"/>
                </a:lnTo>
                <a:lnTo>
                  <a:pt x="245" y="427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18" name=""/>
          <p:cNvSpPr/>
          <p:nvPr/>
        </p:nvSpPr>
        <p:spPr>
          <a:xfrm>
            <a:off x="3891600" y="2367720"/>
            <a:ext cx="137160" cy="227520"/>
          </a:xfrm>
          <a:custGeom>
            <a:avLst/>
            <a:gdLst/>
            <a:ahLst/>
            <a:rect l="0" t="0" r="r" b="b"/>
            <a:pathLst>
              <a:path w="381" h="632">
                <a:moveTo>
                  <a:pt x="25" y="229"/>
                </a:moveTo>
                <a:cubicBezTo>
                  <a:pt x="25" y="229"/>
                  <a:pt x="25" y="206"/>
                  <a:pt x="25" y="159"/>
                </a:cubicBezTo>
                <a:cubicBezTo>
                  <a:pt x="25" y="111"/>
                  <a:pt x="41" y="74"/>
                  <a:pt x="74" y="44"/>
                </a:cubicBezTo>
                <a:cubicBezTo>
                  <a:pt x="107" y="15"/>
                  <a:pt x="145" y="0"/>
                  <a:pt x="188" y="0"/>
                </a:cubicBezTo>
                <a:cubicBezTo>
                  <a:pt x="231" y="0"/>
                  <a:pt x="270" y="13"/>
                  <a:pt x="303" y="38"/>
                </a:cubicBezTo>
                <a:cubicBezTo>
                  <a:pt x="337" y="65"/>
                  <a:pt x="354" y="98"/>
                  <a:pt x="354" y="139"/>
                </a:cubicBezTo>
                <a:cubicBezTo>
                  <a:pt x="354" y="158"/>
                  <a:pt x="351" y="175"/>
                  <a:pt x="344" y="191"/>
                </a:cubicBezTo>
                <a:cubicBezTo>
                  <a:pt x="337" y="207"/>
                  <a:pt x="329" y="219"/>
                  <a:pt x="320" y="229"/>
                </a:cubicBezTo>
                <a:cubicBezTo>
                  <a:pt x="311" y="239"/>
                  <a:pt x="301" y="247"/>
                  <a:pt x="292" y="255"/>
                </a:cubicBezTo>
                <a:cubicBezTo>
                  <a:pt x="282" y="262"/>
                  <a:pt x="274" y="268"/>
                  <a:pt x="268" y="271"/>
                </a:cubicBezTo>
                <a:cubicBezTo>
                  <a:pt x="262" y="275"/>
                  <a:pt x="258" y="277"/>
                  <a:pt x="258" y="279"/>
                </a:cubicBezTo>
                <a:lnTo>
                  <a:pt x="270" y="287"/>
                </a:lnTo>
                <a:cubicBezTo>
                  <a:pt x="279" y="293"/>
                  <a:pt x="288" y="299"/>
                  <a:pt x="296" y="305"/>
                </a:cubicBezTo>
                <a:cubicBezTo>
                  <a:pt x="305" y="311"/>
                  <a:pt x="310" y="315"/>
                  <a:pt x="311" y="315"/>
                </a:cubicBezTo>
                <a:cubicBezTo>
                  <a:pt x="357" y="351"/>
                  <a:pt x="381" y="397"/>
                  <a:pt x="381" y="452"/>
                </a:cubicBezTo>
                <a:cubicBezTo>
                  <a:pt x="381" y="500"/>
                  <a:pt x="362" y="542"/>
                  <a:pt x="326" y="578"/>
                </a:cubicBezTo>
                <a:cubicBezTo>
                  <a:pt x="291" y="613"/>
                  <a:pt x="245" y="631"/>
                  <a:pt x="189" y="632"/>
                </a:cubicBezTo>
                <a:cubicBezTo>
                  <a:pt x="134" y="632"/>
                  <a:pt x="89" y="616"/>
                  <a:pt x="53" y="585"/>
                </a:cubicBezTo>
                <a:cubicBezTo>
                  <a:pt x="18" y="554"/>
                  <a:pt x="0" y="515"/>
                  <a:pt x="0" y="469"/>
                </a:cubicBezTo>
                <a:cubicBezTo>
                  <a:pt x="0" y="403"/>
                  <a:pt x="39" y="348"/>
                  <a:pt x="118" y="304"/>
                </a:cubicBezTo>
                <a:lnTo>
                  <a:pt x="102" y="292"/>
                </a:lnTo>
                <a:cubicBezTo>
                  <a:pt x="89" y="284"/>
                  <a:pt x="81" y="278"/>
                  <a:pt x="77" y="274"/>
                </a:cubicBezTo>
                <a:cubicBezTo>
                  <a:pt x="42" y="244"/>
                  <a:pt x="25" y="206"/>
                  <a:pt x="25" y="159"/>
                </a:cubicBezTo>
                <a:lnTo>
                  <a:pt x="25" y="229"/>
                </a:lnTo>
                <a:moveTo>
                  <a:pt x="223" y="258"/>
                </a:moveTo>
                <a:lnTo>
                  <a:pt x="228" y="254"/>
                </a:lnTo>
                <a:cubicBezTo>
                  <a:pt x="232" y="251"/>
                  <a:pt x="235" y="250"/>
                  <a:pt x="236" y="248"/>
                </a:cubicBezTo>
                <a:cubicBezTo>
                  <a:pt x="238" y="247"/>
                  <a:pt x="241" y="245"/>
                  <a:pt x="246" y="242"/>
                </a:cubicBezTo>
                <a:cubicBezTo>
                  <a:pt x="250" y="239"/>
                  <a:pt x="254" y="236"/>
                  <a:pt x="257" y="233"/>
                </a:cubicBezTo>
                <a:cubicBezTo>
                  <a:pt x="260" y="230"/>
                  <a:pt x="263" y="226"/>
                  <a:pt x="267" y="222"/>
                </a:cubicBezTo>
                <a:cubicBezTo>
                  <a:pt x="270" y="218"/>
                  <a:pt x="274" y="214"/>
                  <a:pt x="277" y="210"/>
                </a:cubicBezTo>
                <a:cubicBezTo>
                  <a:pt x="280" y="206"/>
                  <a:pt x="283" y="201"/>
                  <a:pt x="286" y="195"/>
                </a:cubicBezTo>
                <a:cubicBezTo>
                  <a:pt x="289" y="189"/>
                  <a:pt x="292" y="184"/>
                  <a:pt x="294" y="180"/>
                </a:cubicBezTo>
                <a:cubicBezTo>
                  <a:pt x="297" y="175"/>
                  <a:pt x="298" y="169"/>
                  <a:pt x="299" y="161"/>
                </a:cubicBezTo>
                <a:cubicBezTo>
                  <a:pt x="299" y="153"/>
                  <a:pt x="300" y="147"/>
                  <a:pt x="301" y="141"/>
                </a:cubicBezTo>
                <a:cubicBezTo>
                  <a:pt x="301" y="115"/>
                  <a:pt x="292" y="92"/>
                  <a:pt x="274" y="74"/>
                </a:cubicBezTo>
                <a:cubicBezTo>
                  <a:pt x="256" y="56"/>
                  <a:pt x="236" y="43"/>
                  <a:pt x="213" y="38"/>
                </a:cubicBezTo>
                <a:cubicBezTo>
                  <a:pt x="208" y="38"/>
                  <a:pt x="198" y="37"/>
                  <a:pt x="182" y="37"/>
                </a:cubicBezTo>
                <a:cubicBezTo>
                  <a:pt x="157" y="37"/>
                  <a:pt x="134" y="45"/>
                  <a:pt x="112" y="62"/>
                </a:cubicBezTo>
                <a:cubicBezTo>
                  <a:pt x="90" y="78"/>
                  <a:pt x="78" y="98"/>
                  <a:pt x="78" y="122"/>
                </a:cubicBezTo>
                <a:cubicBezTo>
                  <a:pt x="78" y="136"/>
                  <a:pt x="82" y="149"/>
                  <a:pt x="90" y="160"/>
                </a:cubicBezTo>
                <a:cubicBezTo>
                  <a:pt x="98" y="172"/>
                  <a:pt x="106" y="181"/>
                  <a:pt x="114" y="187"/>
                </a:cubicBezTo>
                <a:cubicBezTo>
                  <a:pt x="122" y="193"/>
                  <a:pt x="137" y="203"/>
                  <a:pt x="159" y="216"/>
                </a:cubicBezTo>
                <a:cubicBezTo>
                  <a:pt x="164" y="219"/>
                  <a:pt x="167" y="222"/>
                  <a:pt x="170" y="223"/>
                </a:cubicBezTo>
                <a:lnTo>
                  <a:pt x="223" y="258"/>
                </a:lnTo>
                <a:moveTo>
                  <a:pt x="190" y="592"/>
                </a:moveTo>
                <a:cubicBezTo>
                  <a:pt x="225" y="592"/>
                  <a:pt x="256" y="582"/>
                  <a:pt x="281" y="561"/>
                </a:cubicBezTo>
                <a:cubicBezTo>
                  <a:pt x="307" y="540"/>
                  <a:pt x="320" y="515"/>
                  <a:pt x="320" y="486"/>
                </a:cubicBezTo>
                <a:cubicBezTo>
                  <a:pt x="320" y="476"/>
                  <a:pt x="318" y="466"/>
                  <a:pt x="315" y="457"/>
                </a:cubicBezTo>
                <a:cubicBezTo>
                  <a:pt x="312" y="447"/>
                  <a:pt x="309" y="440"/>
                  <a:pt x="304" y="434"/>
                </a:cubicBezTo>
                <a:cubicBezTo>
                  <a:pt x="300" y="428"/>
                  <a:pt x="293" y="421"/>
                  <a:pt x="284" y="414"/>
                </a:cubicBezTo>
                <a:cubicBezTo>
                  <a:pt x="275" y="406"/>
                  <a:pt x="268" y="401"/>
                  <a:pt x="263" y="397"/>
                </a:cubicBezTo>
                <a:cubicBezTo>
                  <a:pt x="258" y="393"/>
                  <a:pt x="249" y="388"/>
                  <a:pt x="236" y="380"/>
                </a:cubicBezTo>
                <a:cubicBezTo>
                  <a:pt x="224" y="372"/>
                  <a:pt x="215" y="366"/>
                  <a:pt x="212" y="364"/>
                </a:cubicBezTo>
                <a:cubicBezTo>
                  <a:pt x="203" y="358"/>
                  <a:pt x="194" y="353"/>
                  <a:pt x="184" y="347"/>
                </a:cubicBezTo>
                <a:cubicBezTo>
                  <a:pt x="174" y="340"/>
                  <a:pt x="166" y="335"/>
                  <a:pt x="160" y="331"/>
                </a:cubicBezTo>
                <a:lnTo>
                  <a:pt x="153" y="326"/>
                </a:lnTo>
                <a:cubicBezTo>
                  <a:pt x="149" y="326"/>
                  <a:pt x="140" y="332"/>
                  <a:pt x="126" y="342"/>
                </a:cubicBezTo>
                <a:cubicBezTo>
                  <a:pt x="112" y="352"/>
                  <a:pt x="98" y="369"/>
                  <a:pt x="82" y="392"/>
                </a:cubicBezTo>
                <a:cubicBezTo>
                  <a:pt x="67" y="416"/>
                  <a:pt x="59" y="441"/>
                  <a:pt x="59" y="468"/>
                </a:cubicBezTo>
                <a:cubicBezTo>
                  <a:pt x="59" y="504"/>
                  <a:pt x="72" y="533"/>
                  <a:pt x="98" y="557"/>
                </a:cubicBezTo>
                <a:cubicBezTo>
                  <a:pt x="124" y="580"/>
                  <a:pt x="155" y="592"/>
                  <a:pt x="190" y="59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19" name=""/>
          <p:cNvSpPr/>
          <p:nvPr/>
        </p:nvSpPr>
        <p:spPr>
          <a:xfrm>
            <a:off x="4134600" y="2361960"/>
            <a:ext cx="283680" cy="226080"/>
          </a:xfrm>
          <a:custGeom>
            <a:avLst/>
            <a:gdLst/>
            <a:ahLst/>
            <a:rect l="0" t="0" r="r" b="b"/>
            <a:pathLst>
              <a:path w="788" h="628">
                <a:moveTo>
                  <a:pt x="94" y="57"/>
                </a:moveTo>
                <a:cubicBezTo>
                  <a:pt x="90" y="53"/>
                  <a:pt x="87" y="50"/>
                  <a:pt x="84" y="49"/>
                </a:cubicBezTo>
                <a:cubicBezTo>
                  <a:pt x="82" y="48"/>
                  <a:pt x="77" y="47"/>
                  <a:pt x="70" y="46"/>
                </a:cubicBezTo>
                <a:cubicBezTo>
                  <a:pt x="62" y="45"/>
                  <a:pt x="49" y="45"/>
                  <a:pt x="30" y="43"/>
                </a:cubicBezTo>
                <a:lnTo>
                  <a:pt x="0" y="43"/>
                </a:lnTo>
                <a:lnTo>
                  <a:pt x="0" y="0"/>
                </a:lnTo>
                <a:lnTo>
                  <a:pt x="97" y="0"/>
                </a:lnTo>
                <a:cubicBezTo>
                  <a:pt x="150" y="0"/>
                  <a:pt x="179" y="0"/>
                  <a:pt x="186" y="1"/>
                </a:cubicBezTo>
                <a:cubicBezTo>
                  <a:pt x="193" y="2"/>
                  <a:pt x="198" y="4"/>
                  <a:pt x="202" y="8"/>
                </a:cubicBezTo>
                <a:cubicBezTo>
                  <a:pt x="202" y="8"/>
                  <a:pt x="234" y="94"/>
                  <a:pt x="298" y="263"/>
                </a:cubicBezTo>
                <a:lnTo>
                  <a:pt x="393" y="514"/>
                </a:lnTo>
                <a:lnTo>
                  <a:pt x="489" y="263"/>
                </a:lnTo>
                <a:cubicBezTo>
                  <a:pt x="552" y="94"/>
                  <a:pt x="585" y="8"/>
                  <a:pt x="586" y="8"/>
                </a:cubicBezTo>
                <a:cubicBezTo>
                  <a:pt x="588" y="4"/>
                  <a:pt x="592" y="2"/>
                  <a:pt x="600" y="1"/>
                </a:cubicBezTo>
                <a:cubicBezTo>
                  <a:pt x="607" y="0"/>
                  <a:pt x="637" y="0"/>
                  <a:pt x="690" y="0"/>
                </a:cubicBezTo>
                <a:lnTo>
                  <a:pt x="788" y="0"/>
                </a:lnTo>
                <a:lnTo>
                  <a:pt x="788" y="43"/>
                </a:lnTo>
                <a:lnTo>
                  <a:pt x="758" y="43"/>
                </a:lnTo>
                <a:cubicBezTo>
                  <a:pt x="733" y="44"/>
                  <a:pt x="718" y="45"/>
                  <a:pt x="711" y="46"/>
                </a:cubicBezTo>
                <a:cubicBezTo>
                  <a:pt x="704" y="47"/>
                  <a:pt x="699" y="51"/>
                  <a:pt x="693" y="57"/>
                </a:cubicBezTo>
                <a:lnTo>
                  <a:pt x="693" y="572"/>
                </a:lnTo>
                <a:cubicBezTo>
                  <a:pt x="697" y="578"/>
                  <a:pt x="703" y="581"/>
                  <a:pt x="710" y="583"/>
                </a:cubicBezTo>
                <a:cubicBezTo>
                  <a:pt x="717" y="584"/>
                  <a:pt x="733" y="585"/>
                  <a:pt x="758" y="585"/>
                </a:cubicBezTo>
                <a:lnTo>
                  <a:pt x="788" y="585"/>
                </a:lnTo>
                <a:lnTo>
                  <a:pt x="788" y="628"/>
                </a:lnTo>
                <a:lnTo>
                  <a:pt x="778" y="628"/>
                </a:lnTo>
                <a:cubicBezTo>
                  <a:pt x="765" y="626"/>
                  <a:pt x="722" y="625"/>
                  <a:pt x="648" y="625"/>
                </a:cubicBezTo>
                <a:cubicBezTo>
                  <a:pt x="568" y="625"/>
                  <a:pt x="525" y="626"/>
                  <a:pt x="520" y="628"/>
                </a:cubicBezTo>
                <a:lnTo>
                  <a:pt x="510" y="628"/>
                </a:lnTo>
                <a:lnTo>
                  <a:pt x="510" y="585"/>
                </a:lnTo>
                <a:lnTo>
                  <a:pt x="540" y="585"/>
                </a:lnTo>
                <a:cubicBezTo>
                  <a:pt x="566" y="585"/>
                  <a:pt x="581" y="584"/>
                  <a:pt x="587" y="583"/>
                </a:cubicBezTo>
                <a:cubicBezTo>
                  <a:pt x="592" y="581"/>
                  <a:pt x="598" y="578"/>
                  <a:pt x="604" y="572"/>
                </a:cubicBezTo>
                <a:lnTo>
                  <a:pt x="604" y="309"/>
                </a:lnTo>
                <a:cubicBezTo>
                  <a:pt x="604" y="262"/>
                  <a:pt x="604" y="227"/>
                  <a:pt x="604" y="205"/>
                </a:cubicBezTo>
                <a:cubicBezTo>
                  <a:pt x="604" y="182"/>
                  <a:pt x="604" y="156"/>
                  <a:pt x="604" y="127"/>
                </a:cubicBezTo>
                <a:cubicBezTo>
                  <a:pt x="604" y="97"/>
                  <a:pt x="604" y="77"/>
                  <a:pt x="604" y="65"/>
                </a:cubicBezTo>
                <a:lnTo>
                  <a:pt x="603" y="48"/>
                </a:lnTo>
                <a:cubicBezTo>
                  <a:pt x="461" y="426"/>
                  <a:pt x="389" y="617"/>
                  <a:pt x="386" y="621"/>
                </a:cubicBezTo>
                <a:cubicBezTo>
                  <a:pt x="384" y="625"/>
                  <a:pt x="378" y="627"/>
                  <a:pt x="368" y="627"/>
                </a:cubicBezTo>
                <a:cubicBezTo>
                  <a:pt x="358" y="627"/>
                  <a:pt x="352" y="625"/>
                  <a:pt x="349" y="621"/>
                </a:cubicBezTo>
                <a:cubicBezTo>
                  <a:pt x="349" y="620"/>
                  <a:pt x="313" y="526"/>
                  <a:pt x="241" y="338"/>
                </a:cubicBezTo>
                <a:lnTo>
                  <a:pt x="135" y="55"/>
                </a:lnTo>
                <a:lnTo>
                  <a:pt x="135" y="72"/>
                </a:lnTo>
                <a:cubicBezTo>
                  <a:pt x="134" y="83"/>
                  <a:pt x="134" y="102"/>
                  <a:pt x="134" y="130"/>
                </a:cubicBezTo>
                <a:cubicBezTo>
                  <a:pt x="134" y="157"/>
                  <a:pt x="134" y="182"/>
                  <a:pt x="134" y="203"/>
                </a:cubicBezTo>
                <a:cubicBezTo>
                  <a:pt x="134" y="224"/>
                  <a:pt x="134" y="257"/>
                  <a:pt x="134" y="301"/>
                </a:cubicBezTo>
                <a:lnTo>
                  <a:pt x="135" y="549"/>
                </a:lnTo>
                <a:cubicBezTo>
                  <a:pt x="141" y="571"/>
                  <a:pt x="167" y="583"/>
                  <a:pt x="213" y="585"/>
                </a:cubicBezTo>
                <a:lnTo>
                  <a:pt x="228" y="585"/>
                </a:lnTo>
                <a:lnTo>
                  <a:pt x="228" y="628"/>
                </a:lnTo>
                <a:lnTo>
                  <a:pt x="220" y="628"/>
                </a:lnTo>
                <a:cubicBezTo>
                  <a:pt x="211" y="626"/>
                  <a:pt x="176" y="625"/>
                  <a:pt x="115" y="625"/>
                </a:cubicBezTo>
                <a:cubicBezTo>
                  <a:pt x="52" y="625"/>
                  <a:pt x="16" y="626"/>
                  <a:pt x="7" y="628"/>
                </a:cubicBezTo>
                <a:lnTo>
                  <a:pt x="0" y="628"/>
                </a:lnTo>
                <a:lnTo>
                  <a:pt x="0" y="585"/>
                </a:lnTo>
                <a:lnTo>
                  <a:pt x="16" y="585"/>
                </a:lnTo>
                <a:cubicBezTo>
                  <a:pt x="35" y="584"/>
                  <a:pt x="51" y="581"/>
                  <a:pt x="63" y="576"/>
                </a:cubicBezTo>
                <a:cubicBezTo>
                  <a:pt x="75" y="571"/>
                  <a:pt x="83" y="567"/>
                  <a:pt x="85" y="564"/>
                </a:cubicBezTo>
                <a:cubicBezTo>
                  <a:pt x="88" y="561"/>
                  <a:pt x="91" y="556"/>
                  <a:pt x="94" y="549"/>
                </a:cubicBezTo>
                <a:lnTo>
                  <a:pt x="94" y="57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0" name=""/>
          <p:cNvSpPr/>
          <p:nvPr/>
        </p:nvSpPr>
        <p:spPr>
          <a:xfrm>
            <a:off x="4437000" y="2361960"/>
            <a:ext cx="206280" cy="226080"/>
          </a:xfrm>
          <a:custGeom>
            <a:avLst/>
            <a:gdLst/>
            <a:ahLst/>
            <a:rect l="0" t="0" r="r" b="b"/>
            <a:pathLst>
              <a:path w="573" h="628">
                <a:moveTo>
                  <a:pt x="95" y="57"/>
                </a:moveTo>
                <a:cubicBezTo>
                  <a:pt x="90" y="53"/>
                  <a:pt x="87" y="50"/>
                  <a:pt x="84" y="49"/>
                </a:cubicBezTo>
                <a:cubicBezTo>
                  <a:pt x="82" y="48"/>
                  <a:pt x="77" y="47"/>
                  <a:pt x="70" y="46"/>
                </a:cubicBezTo>
                <a:cubicBezTo>
                  <a:pt x="62" y="45"/>
                  <a:pt x="49" y="45"/>
                  <a:pt x="30" y="43"/>
                </a:cubicBezTo>
                <a:lnTo>
                  <a:pt x="0" y="43"/>
                </a:lnTo>
                <a:lnTo>
                  <a:pt x="0" y="0"/>
                </a:lnTo>
                <a:lnTo>
                  <a:pt x="184" y="0"/>
                </a:lnTo>
                <a:lnTo>
                  <a:pt x="219" y="0"/>
                </a:lnTo>
                <a:lnTo>
                  <a:pt x="292" y="0"/>
                </a:lnTo>
                <a:cubicBezTo>
                  <a:pt x="339" y="0"/>
                  <a:pt x="373" y="2"/>
                  <a:pt x="395" y="5"/>
                </a:cubicBezTo>
                <a:cubicBezTo>
                  <a:pt x="417" y="8"/>
                  <a:pt x="439" y="17"/>
                  <a:pt x="461" y="31"/>
                </a:cubicBezTo>
                <a:cubicBezTo>
                  <a:pt x="488" y="45"/>
                  <a:pt x="509" y="64"/>
                  <a:pt x="525" y="86"/>
                </a:cubicBezTo>
                <a:cubicBezTo>
                  <a:pt x="540" y="109"/>
                  <a:pt x="548" y="133"/>
                  <a:pt x="548" y="158"/>
                </a:cubicBezTo>
                <a:cubicBezTo>
                  <a:pt x="548" y="189"/>
                  <a:pt x="535" y="218"/>
                  <a:pt x="509" y="243"/>
                </a:cubicBezTo>
                <a:cubicBezTo>
                  <a:pt x="484" y="269"/>
                  <a:pt x="451" y="287"/>
                  <a:pt x="411" y="297"/>
                </a:cubicBezTo>
                <a:lnTo>
                  <a:pt x="402" y="300"/>
                </a:lnTo>
                <a:cubicBezTo>
                  <a:pt x="446" y="306"/>
                  <a:pt x="486" y="322"/>
                  <a:pt x="520" y="351"/>
                </a:cubicBezTo>
                <a:cubicBezTo>
                  <a:pt x="555" y="379"/>
                  <a:pt x="573" y="414"/>
                  <a:pt x="573" y="456"/>
                </a:cubicBezTo>
                <a:cubicBezTo>
                  <a:pt x="573" y="498"/>
                  <a:pt x="557" y="534"/>
                  <a:pt x="526" y="566"/>
                </a:cubicBezTo>
                <a:cubicBezTo>
                  <a:pt x="494" y="598"/>
                  <a:pt x="453" y="618"/>
                  <a:pt x="405" y="625"/>
                </a:cubicBezTo>
                <a:cubicBezTo>
                  <a:pt x="397" y="626"/>
                  <a:pt x="327" y="627"/>
                  <a:pt x="196" y="628"/>
                </a:cubicBezTo>
                <a:lnTo>
                  <a:pt x="0" y="628"/>
                </a:lnTo>
                <a:lnTo>
                  <a:pt x="0" y="585"/>
                </a:lnTo>
                <a:lnTo>
                  <a:pt x="30" y="585"/>
                </a:lnTo>
                <a:cubicBezTo>
                  <a:pt x="56" y="585"/>
                  <a:pt x="72" y="584"/>
                  <a:pt x="77" y="583"/>
                </a:cubicBezTo>
                <a:cubicBezTo>
                  <a:pt x="83" y="581"/>
                  <a:pt x="88" y="578"/>
                  <a:pt x="95" y="572"/>
                </a:cubicBezTo>
                <a:lnTo>
                  <a:pt x="95" y="57"/>
                </a:lnTo>
                <a:moveTo>
                  <a:pt x="443" y="157"/>
                </a:moveTo>
                <a:cubicBezTo>
                  <a:pt x="443" y="128"/>
                  <a:pt x="435" y="104"/>
                  <a:pt x="419" y="83"/>
                </a:cubicBezTo>
                <a:cubicBezTo>
                  <a:pt x="403" y="62"/>
                  <a:pt x="382" y="49"/>
                  <a:pt x="356" y="44"/>
                </a:cubicBezTo>
                <a:cubicBezTo>
                  <a:pt x="355" y="44"/>
                  <a:pt x="351" y="44"/>
                  <a:pt x="344" y="44"/>
                </a:cubicBezTo>
                <a:cubicBezTo>
                  <a:pt x="337" y="44"/>
                  <a:pt x="327" y="44"/>
                  <a:pt x="315" y="44"/>
                </a:cubicBezTo>
                <a:cubicBezTo>
                  <a:pt x="302" y="44"/>
                  <a:pt x="291" y="44"/>
                  <a:pt x="280" y="43"/>
                </a:cubicBezTo>
                <a:cubicBezTo>
                  <a:pt x="239" y="43"/>
                  <a:pt x="214" y="44"/>
                  <a:pt x="205" y="44"/>
                </a:cubicBezTo>
                <a:cubicBezTo>
                  <a:pt x="195" y="45"/>
                  <a:pt x="190" y="47"/>
                  <a:pt x="187" y="52"/>
                </a:cubicBezTo>
                <a:cubicBezTo>
                  <a:pt x="185" y="54"/>
                  <a:pt x="184" y="93"/>
                  <a:pt x="184" y="170"/>
                </a:cubicBezTo>
                <a:lnTo>
                  <a:pt x="184" y="285"/>
                </a:lnTo>
                <a:lnTo>
                  <a:pt x="261" y="285"/>
                </a:lnTo>
                <a:lnTo>
                  <a:pt x="338" y="284"/>
                </a:lnTo>
                <a:lnTo>
                  <a:pt x="347" y="282"/>
                </a:lnTo>
                <a:cubicBezTo>
                  <a:pt x="349" y="281"/>
                  <a:pt x="353" y="280"/>
                  <a:pt x="357" y="279"/>
                </a:cubicBezTo>
                <a:cubicBezTo>
                  <a:pt x="361" y="278"/>
                  <a:pt x="369" y="274"/>
                  <a:pt x="380" y="267"/>
                </a:cubicBezTo>
                <a:cubicBezTo>
                  <a:pt x="391" y="260"/>
                  <a:pt x="401" y="253"/>
                  <a:pt x="409" y="245"/>
                </a:cubicBezTo>
                <a:cubicBezTo>
                  <a:pt x="418" y="237"/>
                  <a:pt x="425" y="225"/>
                  <a:pt x="432" y="209"/>
                </a:cubicBezTo>
                <a:cubicBezTo>
                  <a:pt x="439" y="193"/>
                  <a:pt x="442" y="176"/>
                  <a:pt x="443" y="157"/>
                </a:cubicBezTo>
                <a:moveTo>
                  <a:pt x="467" y="455"/>
                </a:moveTo>
                <a:cubicBezTo>
                  <a:pt x="467" y="424"/>
                  <a:pt x="458" y="395"/>
                  <a:pt x="441" y="369"/>
                </a:cubicBezTo>
                <a:cubicBezTo>
                  <a:pt x="424" y="343"/>
                  <a:pt x="400" y="326"/>
                  <a:pt x="369" y="319"/>
                </a:cubicBezTo>
                <a:lnTo>
                  <a:pt x="276" y="319"/>
                </a:lnTo>
                <a:lnTo>
                  <a:pt x="184" y="319"/>
                </a:lnTo>
                <a:lnTo>
                  <a:pt x="184" y="444"/>
                </a:lnTo>
                <a:lnTo>
                  <a:pt x="184" y="521"/>
                </a:lnTo>
                <a:cubicBezTo>
                  <a:pt x="184" y="557"/>
                  <a:pt x="186" y="577"/>
                  <a:pt x="189" y="580"/>
                </a:cubicBezTo>
                <a:cubicBezTo>
                  <a:pt x="193" y="583"/>
                  <a:pt x="223" y="585"/>
                  <a:pt x="281" y="585"/>
                </a:cubicBezTo>
                <a:lnTo>
                  <a:pt x="326" y="585"/>
                </a:lnTo>
                <a:cubicBezTo>
                  <a:pt x="351" y="585"/>
                  <a:pt x="370" y="583"/>
                  <a:pt x="381" y="579"/>
                </a:cubicBezTo>
                <a:cubicBezTo>
                  <a:pt x="407" y="570"/>
                  <a:pt x="428" y="555"/>
                  <a:pt x="443" y="532"/>
                </a:cubicBezTo>
                <a:cubicBezTo>
                  <a:pt x="458" y="510"/>
                  <a:pt x="466" y="484"/>
                  <a:pt x="467" y="45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1" name=""/>
          <p:cNvSpPr/>
          <p:nvPr/>
        </p:nvSpPr>
        <p:spPr>
          <a:xfrm>
            <a:off x="4762800" y="2498400"/>
            <a:ext cx="201600" cy="13680"/>
          </a:xfrm>
          <a:custGeom>
            <a:avLst/>
            <a:gdLst/>
            <a:ahLst/>
            <a:rect l="0" t="0" r="r" b="b"/>
            <a:pathLst>
              <a:path w="560" h="38">
                <a:moveTo>
                  <a:pt x="0" y="31"/>
                </a:moveTo>
                <a:cubicBezTo>
                  <a:pt x="0" y="31"/>
                  <a:pt x="0" y="27"/>
                  <a:pt x="0" y="18"/>
                </a:cubicBezTo>
                <a:cubicBezTo>
                  <a:pt x="0" y="10"/>
                  <a:pt x="4" y="4"/>
                  <a:pt x="12" y="0"/>
                </a:cubicBezTo>
                <a:lnTo>
                  <a:pt x="546" y="0"/>
                </a:lnTo>
                <a:cubicBezTo>
                  <a:pt x="556" y="5"/>
                  <a:pt x="560" y="11"/>
                  <a:pt x="560" y="18"/>
                </a:cubicBezTo>
                <a:cubicBezTo>
                  <a:pt x="560" y="27"/>
                  <a:pt x="556" y="33"/>
                  <a:pt x="546" y="38"/>
                </a:cubicBezTo>
                <a:lnTo>
                  <a:pt x="12" y="38"/>
                </a:lnTo>
                <a:cubicBezTo>
                  <a:pt x="4" y="33"/>
                  <a:pt x="0" y="27"/>
                  <a:pt x="0" y="18"/>
                </a:cubicBezTo>
                <a:lnTo>
                  <a:pt x="0" y="31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2" name=""/>
          <p:cNvSpPr/>
          <p:nvPr/>
        </p:nvSpPr>
        <p:spPr>
          <a:xfrm>
            <a:off x="5081760" y="2367720"/>
            <a:ext cx="132120" cy="227520"/>
          </a:xfrm>
          <a:custGeom>
            <a:avLst/>
            <a:gdLst/>
            <a:ahLst/>
            <a:rect l="0" t="0" r="r" b="b"/>
            <a:pathLst>
              <a:path w="367" h="632">
                <a:moveTo>
                  <a:pt x="104" y="468"/>
                </a:moveTo>
                <a:cubicBezTo>
                  <a:pt x="104" y="482"/>
                  <a:pt x="100" y="495"/>
                  <a:pt x="90" y="504"/>
                </a:cubicBezTo>
                <a:cubicBezTo>
                  <a:pt x="80" y="514"/>
                  <a:pt x="68" y="519"/>
                  <a:pt x="54" y="519"/>
                </a:cubicBezTo>
                <a:lnTo>
                  <a:pt x="48" y="519"/>
                </a:lnTo>
                <a:cubicBezTo>
                  <a:pt x="76" y="567"/>
                  <a:pt x="113" y="591"/>
                  <a:pt x="159" y="591"/>
                </a:cubicBezTo>
                <a:cubicBezTo>
                  <a:pt x="202" y="591"/>
                  <a:pt x="233" y="573"/>
                  <a:pt x="253" y="536"/>
                </a:cubicBezTo>
                <a:cubicBezTo>
                  <a:pt x="265" y="516"/>
                  <a:pt x="270" y="477"/>
                  <a:pt x="270" y="419"/>
                </a:cubicBezTo>
                <a:cubicBezTo>
                  <a:pt x="270" y="356"/>
                  <a:pt x="262" y="314"/>
                  <a:pt x="246" y="292"/>
                </a:cubicBezTo>
                <a:cubicBezTo>
                  <a:pt x="230" y="271"/>
                  <a:pt x="212" y="261"/>
                  <a:pt x="192" y="261"/>
                </a:cubicBezTo>
                <a:lnTo>
                  <a:pt x="187" y="261"/>
                </a:lnTo>
                <a:cubicBezTo>
                  <a:pt x="139" y="261"/>
                  <a:pt x="103" y="282"/>
                  <a:pt x="79" y="324"/>
                </a:cubicBezTo>
                <a:cubicBezTo>
                  <a:pt x="76" y="328"/>
                  <a:pt x="74" y="330"/>
                  <a:pt x="72" y="331"/>
                </a:cubicBezTo>
                <a:cubicBezTo>
                  <a:pt x="70" y="332"/>
                  <a:pt x="66" y="332"/>
                  <a:pt x="59" y="333"/>
                </a:cubicBezTo>
                <a:cubicBezTo>
                  <a:pt x="48" y="333"/>
                  <a:pt x="42" y="331"/>
                  <a:pt x="41" y="327"/>
                </a:cubicBezTo>
                <a:cubicBezTo>
                  <a:pt x="40" y="325"/>
                  <a:pt x="39" y="271"/>
                  <a:pt x="39" y="167"/>
                </a:cubicBezTo>
                <a:lnTo>
                  <a:pt x="39" y="47"/>
                </a:lnTo>
                <a:cubicBezTo>
                  <a:pt x="39" y="17"/>
                  <a:pt x="41" y="2"/>
                  <a:pt x="44" y="2"/>
                </a:cubicBezTo>
                <a:cubicBezTo>
                  <a:pt x="45" y="0"/>
                  <a:pt x="46" y="0"/>
                  <a:pt x="48" y="0"/>
                </a:cubicBezTo>
                <a:cubicBezTo>
                  <a:pt x="48" y="0"/>
                  <a:pt x="55" y="2"/>
                  <a:pt x="67" y="7"/>
                </a:cubicBezTo>
                <a:cubicBezTo>
                  <a:pt x="79" y="12"/>
                  <a:pt x="96" y="17"/>
                  <a:pt x="117" y="22"/>
                </a:cubicBezTo>
                <a:cubicBezTo>
                  <a:pt x="139" y="27"/>
                  <a:pt x="162" y="29"/>
                  <a:pt x="186" y="29"/>
                </a:cubicBezTo>
                <a:cubicBezTo>
                  <a:pt x="229" y="29"/>
                  <a:pt x="271" y="21"/>
                  <a:pt x="312" y="3"/>
                </a:cubicBezTo>
                <a:cubicBezTo>
                  <a:pt x="317" y="1"/>
                  <a:pt x="321" y="0"/>
                  <a:pt x="324" y="0"/>
                </a:cubicBezTo>
                <a:cubicBezTo>
                  <a:pt x="329" y="0"/>
                  <a:pt x="331" y="5"/>
                  <a:pt x="331" y="16"/>
                </a:cubicBezTo>
                <a:lnTo>
                  <a:pt x="331" y="28"/>
                </a:lnTo>
                <a:cubicBezTo>
                  <a:pt x="280" y="89"/>
                  <a:pt x="217" y="118"/>
                  <a:pt x="142" y="118"/>
                </a:cubicBezTo>
                <a:cubicBezTo>
                  <a:pt x="123" y="118"/>
                  <a:pt x="106" y="116"/>
                  <a:pt x="91" y="113"/>
                </a:cubicBezTo>
                <a:lnTo>
                  <a:pt x="81" y="111"/>
                </a:lnTo>
                <a:lnTo>
                  <a:pt x="81" y="269"/>
                </a:lnTo>
                <a:cubicBezTo>
                  <a:pt x="93" y="260"/>
                  <a:pt x="102" y="253"/>
                  <a:pt x="109" y="248"/>
                </a:cubicBezTo>
                <a:cubicBezTo>
                  <a:pt x="116" y="244"/>
                  <a:pt x="127" y="239"/>
                  <a:pt x="142" y="234"/>
                </a:cubicBezTo>
                <a:cubicBezTo>
                  <a:pt x="157" y="229"/>
                  <a:pt x="173" y="226"/>
                  <a:pt x="189" y="226"/>
                </a:cubicBezTo>
                <a:cubicBezTo>
                  <a:pt x="238" y="226"/>
                  <a:pt x="280" y="246"/>
                  <a:pt x="315" y="286"/>
                </a:cubicBezTo>
                <a:cubicBezTo>
                  <a:pt x="350" y="326"/>
                  <a:pt x="367" y="373"/>
                  <a:pt x="367" y="427"/>
                </a:cubicBezTo>
                <a:cubicBezTo>
                  <a:pt x="367" y="484"/>
                  <a:pt x="347" y="532"/>
                  <a:pt x="308" y="571"/>
                </a:cubicBezTo>
                <a:cubicBezTo>
                  <a:pt x="268" y="611"/>
                  <a:pt x="220" y="631"/>
                  <a:pt x="164" y="632"/>
                </a:cubicBezTo>
                <a:cubicBezTo>
                  <a:pt x="114" y="632"/>
                  <a:pt x="75" y="615"/>
                  <a:pt x="45" y="582"/>
                </a:cubicBezTo>
                <a:cubicBezTo>
                  <a:pt x="15" y="549"/>
                  <a:pt x="0" y="512"/>
                  <a:pt x="0" y="470"/>
                </a:cubicBezTo>
                <a:cubicBezTo>
                  <a:pt x="0" y="456"/>
                  <a:pt x="3" y="444"/>
                  <a:pt x="10" y="436"/>
                </a:cubicBezTo>
                <a:cubicBezTo>
                  <a:pt x="17" y="427"/>
                  <a:pt x="24" y="421"/>
                  <a:pt x="31" y="419"/>
                </a:cubicBezTo>
                <a:cubicBezTo>
                  <a:pt x="38" y="417"/>
                  <a:pt x="45" y="415"/>
                  <a:pt x="52" y="415"/>
                </a:cubicBezTo>
                <a:cubicBezTo>
                  <a:pt x="67" y="415"/>
                  <a:pt x="80" y="421"/>
                  <a:pt x="90" y="431"/>
                </a:cubicBezTo>
                <a:cubicBezTo>
                  <a:pt x="100" y="441"/>
                  <a:pt x="104" y="454"/>
                  <a:pt x="104" y="468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3" name=""/>
          <p:cNvSpPr/>
          <p:nvPr/>
        </p:nvSpPr>
        <p:spPr>
          <a:xfrm>
            <a:off x="5257800" y="2367720"/>
            <a:ext cx="113760" cy="220320"/>
          </a:xfrm>
          <a:custGeom>
            <a:avLst/>
            <a:gdLst/>
            <a:ahLst/>
            <a:rect l="0" t="0" r="r" b="b"/>
            <a:pathLst>
              <a:path w="316" h="612">
                <a:moveTo>
                  <a:pt x="120" y="80"/>
                </a:moveTo>
                <a:lnTo>
                  <a:pt x="108" y="85"/>
                </a:lnTo>
                <a:cubicBezTo>
                  <a:pt x="99" y="88"/>
                  <a:pt x="87" y="91"/>
                  <a:pt x="71" y="94"/>
                </a:cubicBezTo>
                <a:cubicBezTo>
                  <a:pt x="55" y="97"/>
                  <a:pt x="37" y="99"/>
                  <a:pt x="17" y="101"/>
                </a:cubicBezTo>
                <a:lnTo>
                  <a:pt x="0" y="101"/>
                </a:lnTo>
                <a:lnTo>
                  <a:pt x="0" y="58"/>
                </a:lnTo>
                <a:lnTo>
                  <a:pt x="17" y="58"/>
                </a:lnTo>
                <a:cubicBezTo>
                  <a:pt x="47" y="57"/>
                  <a:pt x="73" y="53"/>
                  <a:pt x="98" y="45"/>
                </a:cubicBezTo>
                <a:cubicBezTo>
                  <a:pt x="122" y="37"/>
                  <a:pt x="140" y="29"/>
                  <a:pt x="149" y="23"/>
                </a:cubicBezTo>
                <a:cubicBezTo>
                  <a:pt x="159" y="16"/>
                  <a:pt x="168" y="9"/>
                  <a:pt x="175" y="3"/>
                </a:cubicBezTo>
                <a:cubicBezTo>
                  <a:pt x="176" y="1"/>
                  <a:pt x="180" y="0"/>
                  <a:pt x="186" y="0"/>
                </a:cubicBezTo>
                <a:cubicBezTo>
                  <a:pt x="191" y="0"/>
                  <a:pt x="197" y="2"/>
                  <a:pt x="202" y="5"/>
                </a:cubicBezTo>
                <a:lnTo>
                  <a:pt x="202" y="280"/>
                </a:lnTo>
                <a:lnTo>
                  <a:pt x="202" y="556"/>
                </a:lnTo>
                <a:cubicBezTo>
                  <a:pt x="207" y="560"/>
                  <a:pt x="210" y="563"/>
                  <a:pt x="214" y="564"/>
                </a:cubicBezTo>
                <a:cubicBezTo>
                  <a:pt x="217" y="565"/>
                  <a:pt x="224" y="566"/>
                  <a:pt x="236" y="568"/>
                </a:cubicBezTo>
                <a:cubicBezTo>
                  <a:pt x="247" y="569"/>
                  <a:pt x="266" y="569"/>
                  <a:pt x="292" y="569"/>
                </a:cubicBezTo>
                <a:lnTo>
                  <a:pt x="316" y="569"/>
                </a:lnTo>
                <a:lnTo>
                  <a:pt x="316" y="612"/>
                </a:lnTo>
                <a:lnTo>
                  <a:pt x="306" y="612"/>
                </a:lnTo>
                <a:cubicBezTo>
                  <a:pt x="293" y="610"/>
                  <a:pt x="245" y="609"/>
                  <a:pt x="160" y="609"/>
                </a:cubicBezTo>
                <a:cubicBezTo>
                  <a:pt x="77" y="609"/>
                  <a:pt x="28" y="610"/>
                  <a:pt x="15" y="612"/>
                </a:cubicBezTo>
                <a:lnTo>
                  <a:pt x="4" y="612"/>
                </a:lnTo>
                <a:lnTo>
                  <a:pt x="4" y="569"/>
                </a:lnTo>
                <a:lnTo>
                  <a:pt x="28" y="569"/>
                </a:lnTo>
                <a:cubicBezTo>
                  <a:pt x="42" y="569"/>
                  <a:pt x="54" y="569"/>
                  <a:pt x="64" y="569"/>
                </a:cubicBezTo>
                <a:cubicBezTo>
                  <a:pt x="74" y="569"/>
                  <a:pt x="81" y="569"/>
                  <a:pt x="87" y="569"/>
                </a:cubicBezTo>
                <a:cubicBezTo>
                  <a:pt x="92" y="568"/>
                  <a:pt x="97" y="567"/>
                  <a:pt x="102" y="566"/>
                </a:cubicBezTo>
                <a:cubicBezTo>
                  <a:pt x="106" y="565"/>
                  <a:pt x="108" y="564"/>
                  <a:pt x="109" y="564"/>
                </a:cubicBezTo>
                <a:cubicBezTo>
                  <a:pt x="110" y="564"/>
                  <a:pt x="111" y="562"/>
                  <a:pt x="114" y="559"/>
                </a:cubicBezTo>
                <a:cubicBezTo>
                  <a:pt x="117" y="556"/>
                  <a:pt x="119" y="555"/>
                  <a:pt x="120" y="556"/>
                </a:cubicBezTo>
                <a:lnTo>
                  <a:pt x="120" y="8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4" name=""/>
          <p:cNvSpPr/>
          <p:nvPr/>
        </p:nvSpPr>
        <p:spPr>
          <a:xfrm>
            <a:off x="5411880" y="2367720"/>
            <a:ext cx="132120" cy="220320"/>
          </a:xfrm>
          <a:custGeom>
            <a:avLst/>
            <a:gdLst/>
            <a:ahLst/>
            <a:rect l="0" t="0" r="r" b="b"/>
            <a:pathLst>
              <a:path w="367" h="612">
                <a:moveTo>
                  <a:pt x="54" y="217"/>
                </a:moveTo>
                <a:cubicBezTo>
                  <a:pt x="38" y="217"/>
                  <a:pt x="25" y="212"/>
                  <a:pt x="15" y="201"/>
                </a:cubicBezTo>
                <a:cubicBezTo>
                  <a:pt x="5" y="190"/>
                  <a:pt x="0" y="176"/>
                  <a:pt x="0" y="160"/>
                </a:cubicBezTo>
                <a:cubicBezTo>
                  <a:pt x="0" y="117"/>
                  <a:pt x="16" y="79"/>
                  <a:pt x="49" y="47"/>
                </a:cubicBezTo>
                <a:cubicBezTo>
                  <a:pt x="81" y="16"/>
                  <a:pt x="122" y="0"/>
                  <a:pt x="171" y="0"/>
                </a:cubicBezTo>
                <a:cubicBezTo>
                  <a:pt x="226" y="0"/>
                  <a:pt x="273" y="17"/>
                  <a:pt x="310" y="51"/>
                </a:cubicBezTo>
                <a:cubicBezTo>
                  <a:pt x="347" y="85"/>
                  <a:pt x="366" y="130"/>
                  <a:pt x="367" y="184"/>
                </a:cubicBezTo>
                <a:cubicBezTo>
                  <a:pt x="367" y="210"/>
                  <a:pt x="361" y="235"/>
                  <a:pt x="349" y="259"/>
                </a:cubicBezTo>
                <a:cubicBezTo>
                  <a:pt x="336" y="283"/>
                  <a:pt x="322" y="304"/>
                  <a:pt x="305" y="322"/>
                </a:cubicBezTo>
                <a:cubicBezTo>
                  <a:pt x="288" y="339"/>
                  <a:pt x="263" y="362"/>
                  <a:pt x="231" y="390"/>
                </a:cubicBezTo>
                <a:cubicBezTo>
                  <a:pt x="209" y="409"/>
                  <a:pt x="179" y="437"/>
                  <a:pt x="140" y="475"/>
                </a:cubicBezTo>
                <a:lnTo>
                  <a:pt x="84" y="526"/>
                </a:lnTo>
                <a:lnTo>
                  <a:pt x="155" y="527"/>
                </a:lnTo>
                <a:cubicBezTo>
                  <a:pt x="251" y="527"/>
                  <a:pt x="302" y="526"/>
                  <a:pt x="308" y="523"/>
                </a:cubicBezTo>
                <a:cubicBezTo>
                  <a:pt x="313" y="521"/>
                  <a:pt x="320" y="494"/>
                  <a:pt x="330" y="441"/>
                </a:cubicBezTo>
                <a:lnTo>
                  <a:pt x="330" y="437"/>
                </a:lnTo>
                <a:lnTo>
                  <a:pt x="367" y="437"/>
                </a:lnTo>
                <a:lnTo>
                  <a:pt x="367" y="441"/>
                </a:lnTo>
                <a:cubicBezTo>
                  <a:pt x="366" y="443"/>
                  <a:pt x="362" y="471"/>
                  <a:pt x="355" y="524"/>
                </a:cubicBezTo>
                <a:cubicBezTo>
                  <a:pt x="348" y="578"/>
                  <a:pt x="343" y="606"/>
                  <a:pt x="341" y="609"/>
                </a:cubicBezTo>
                <a:lnTo>
                  <a:pt x="341" y="612"/>
                </a:lnTo>
                <a:lnTo>
                  <a:pt x="0" y="612"/>
                </a:lnTo>
                <a:lnTo>
                  <a:pt x="0" y="594"/>
                </a:lnTo>
                <a:lnTo>
                  <a:pt x="0" y="583"/>
                </a:lnTo>
                <a:cubicBezTo>
                  <a:pt x="0" y="579"/>
                  <a:pt x="2" y="574"/>
                  <a:pt x="6" y="569"/>
                </a:cubicBezTo>
                <a:cubicBezTo>
                  <a:pt x="9" y="565"/>
                  <a:pt x="18" y="554"/>
                  <a:pt x="33" y="537"/>
                </a:cubicBezTo>
                <a:cubicBezTo>
                  <a:pt x="51" y="518"/>
                  <a:pt x="66" y="501"/>
                  <a:pt x="79" y="486"/>
                </a:cubicBezTo>
                <a:cubicBezTo>
                  <a:pt x="84" y="480"/>
                  <a:pt x="95" y="469"/>
                  <a:pt x="110" y="452"/>
                </a:cubicBezTo>
                <a:cubicBezTo>
                  <a:pt x="126" y="435"/>
                  <a:pt x="137" y="423"/>
                  <a:pt x="142" y="417"/>
                </a:cubicBezTo>
                <a:cubicBezTo>
                  <a:pt x="148" y="411"/>
                  <a:pt x="157" y="401"/>
                  <a:pt x="169" y="387"/>
                </a:cubicBezTo>
                <a:cubicBezTo>
                  <a:pt x="181" y="373"/>
                  <a:pt x="190" y="362"/>
                  <a:pt x="195" y="356"/>
                </a:cubicBezTo>
                <a:cubicBezTo>
                  <a:pt x="199" y="349"/>
                  <a:pt x="206" y="340"/>
                  <a:pt x="216" y="328"/>
                </a:cubicBezTo>
                <a:cubicBezTo>
                  <a:pt x="225" y="317"/>
                  <a:pt x="231" y="307"/>
                  <a:pt x="235" y="299"/>
                </a:cubicBezTo>
                <a:cubicBezTo>
                  <a:pt x="239" y="291"/>
                  <a:pt x="243" y="282"/>
                  <a:pt x="249" y="272"/>
                </a:cubicBezTo>
                <a:cubicBezTo>
                  <a:pt x="254" y="262"/>
                  <a:pt x="258" y="253"/>
                  <a:pt x="261" y="243"/>
                </a:cubicBezTo>
                <a:cubicBezTo>
                  <a:pt x="263" y="233"/>
                  <a:pt x="265" y="224"/>
                  <a:pt x="267" y="215"/>
                </a:cubicBezTo>
                <a:cubicBezTo>
                  <a:pt x="269" y="207"/>
                  <a:pt x="270" y="197"/>
                  <a:pt x="270" y="185"/>
                </a:cubicBezTo>
                <a:cubicBezTo>
                  <a:pt x="270" y="147"/>
                  <a:pt x="259" y="113"/>
                  <a:pt x="239" y="85"/>
                </a:cubicBezTo>
                <a:cubicBezTo>
                  <a:pt x="218" y="57"/>
                  <a:pt x="188" y="43"/>
                  <a:pt x="150" y="43"/>
                </a:cubicBezTo>
                <a:cubicBezTo>
                  <a:pt x="129" y="43"/>
                  <a:pt x="111" y="48"/>
                  <a:pt x="95" y="58"/>
                </a:cubicBezTo>
                <a:cubicBezTo>
                  <a:pt x="80" y="69"/>
                  <a:pt x="69" y="79"/>
                  <a:pt x="63" y="89"/>
                </a:cubicBezTo>
                <a:cubicBezTo>
                  <a:pt x="57" y="99"/>
                  <a:pt x="54" y="104"/>
                  <a:pt x="54" y="106"/>
                </a:cubicBezTo>
                <a:cubicBezTo>
                  <a:pt x="54" y="107"/>
                  <a:pt x="56" y="107"/>
                  <a:pt x="59" y="107"/>
                </a:cubicBezTo>
                <a:cubicBezTo>
                  <a:pt x="70" y="107"/>
                  <a:pt x="81" y="111"/>
                  <a:pt x="93" y="120"/>
                </a:cubicBezTo>
                <a:cubicBezTo>
                  <a:pt x="104" y="128"/>
                  <a:pt x="110" y="143"/>
                  <a:pt x="110" y="162"/>
                </a:cubicBezTo>
                <a:cubicBezTo>
                  <a:pt x="110" y="177"/>
                  <a:pt x="105" y="190"/>
                  <a:pt x="95" y="201"/>
                </a:cubicBezTo>
                <a:cubicBezTo>
                  <a:pt x="86" y="211"/>
                  <a:pt x="72" y="217"/>
                  <a:pt x="54" y="21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5" name=""/>
          <p:cNvSpPr/>
          <p:nvPr/>
        </p:nvSpPr>
        <p:spPr>
          <a:xfrm>
            <a:off x="5652720" y="2361960"/>
            <a:ext cx="283680" cy="226080"/>
          </a:xfrm>
          <a:custGeom>
            <a:avLst/>
            <a:gdLst/>
            <a:ahLst/>
            <a:rect l="0" t="0" r="r" b="b"/>
            <a:pathLst>
              <a:path w="788" h="628">
                <a:moveTo>
                  <a:pt x="94" y="57"/>
                </a:moveTo>
                <a:cubicBezTo>
                  <a:pt x="90" y="53"/>
                  <a:pt x="87" y="50"/>
                  <a:pt x="84" y="49"/>
                </a:cubicBezTo>
                <a:cubicBezTo>
                  <a:pt x="82" y="48"/>
                  <a:pt x="77" y="47"/>
                  <a:pt x="69" y="46"/>
                </a:cubicBezTo>
                <a:cubicBezTo>
                  <a:pt x="62" y="45"/>
                  <a:pt x="49" y="45"/>
                  <a:pt x="30" y="43"/>
                </a:cubicBezTo>
                <a:lnTo>
                  <a:pt x="0" y="43"/>
                </a:lnTo>
                <a:lnTo>
                  <a:pt x="0" y="0"/>
                </a:lnTo>
                <a:lnTo>
                  <a:pt x="97" y="0"/>
                </a:lnTo>
                <a:cubicBezTo>
                  <a:pt x="149" y="0"/>
                  <a:pt x="179" y="0"/>
                  <a:pt x="186" y="1"/>
                </a:cubicBezTo>
                <a:cubicBezTo>
                  <a:pt x="193" y="2"/>
                  <a:pt x="198" y="4"/>
                  <a:pt x="201" y="8"/>
                </a:cubicBezTo>
                <a:cubicBezTo>
                  <a:pt x="202" y="8"/>
                  <a:pt x="234" y="94"/>
                  <a:pt x="298" y="263"/>
                </a:cubicBezTo>
                <a:lnTo>
                  <a:pt x="393" y="514"/>
                </a:lnTo>
                <a:lnTo>
                  <a:pt x="490" y="263"/>
                </a:lnTo>
                <a:cubicBezTo>
                  <a:pt x="553" y="94"/>
                  <a:pt x="586" y="8"/>
                  <a:pt x="587" y="8"/>
                </a:cubicBezTo>
                <a:cubicBezTo>
                  <a:pt x="589" y="4"/>
                  <a:pt x="593" y="2"/>
                  <a:pt x="601" y="1"/>
                </a:cubicBezTo>
                <a:cubicBezTo>
                  <a:pt x="608" y="0"/>
                  <a:pt x="638" y="0"/>
                  <a:pt x="690" y="0"/>
                </a:cubicBezTo>
                <a:lnTo>
                  <a:pt x="788" y="0"/>
                </a:lnTo>
                <a:lnTo>
                  <a:pt x="788" y="43"/>
                </a:lnTo>
                <a:lnTo>
                  <a:pt x="757" y="43"/>
                </a:lnTo>
                <a:cubicBezTo>
                  <a:pt x="733" y="44"/>
                  <a:pt x="717" y="45"/>
                  <a:pt x="711" y="46"/>
                </a:cubicBezTo>
                <a:cubicBezTo>
                  <a:pt x="704" y="47"/>
                  <a:pt x="698" y="51"/>
                  <a:pt x="694" y="57"/>
                </a:cubicBezTo>
                <a:lnTo>
                  <a:pt x="694" y="572"/>
                </a:lnTo>
                <a:cubicBezTo>
                  <a:pt x="698" y="578"/>
                  <a:pt x="703" y="581"/>
                  <a:pt x="710" y="583"/>
                </a:cubicBezTo>
                <a:cubicBezTo>
                  <a:pt x="716" y="584"/>
                  <a:pt x="732" y="585"/>
                  <a:pt x="757" y="585"/>
                </a:cubicBezTo>
                <a:lnTo>
                  <a:pt x="788" y="585"/>
                </a:lnTo>
                <a:lnTo>
                  <a:pt x="788" y="628"/>
                </a:lnTo>
                <a:lnTo>
                  <a:pt x="778" y="628"/>
                </a:lnTo>
                <a:cubicBezTo>
                  <a:pt x="765" y="626"/>
                  <a:pt x="722" y="625"/>
                  <a:pt x="649" y="625"/>
                </a:cubicBezTo>
                <a:cubicBezTo>
                  <a:pt x="569" y="625"/>
                  <a:pt x="526" y="626"/>
                  <a:pt x="521" y="628"/>
                </a:cubicBezTo>
                <a:lnTo>
                  <a:pt x="511" y="628"/>
                </a:lnTo>
                <a:lnTo>
                  <a:pt x="511" y="585"/>
                </a:lnTo>
                <a:lnTo>
                  <a:pt x="541" y="585"/>
                </a:lnTo>
                <a:cubicBezTo>
                  <a:pt x="567" y="585"/>
                  <a:pt x="582" y="584"/>
                  <a:pt x="588" y="583"/>
                </a:cubicBezTo>
                <a:cubicBezTo>
                  <a:pt x="593" y="581"/>
                  <a:pt x="599" y="578"/>
                  <a:pt x="605" y="572"/>
                </a:cubicBezTo>
                <a:lnTo>
                  <a:pt x="605" y="309"/>
                </a:lnTo>
                <a:cubicBezTo>
                  <a:pt x="605" y="262"/>
                  <a:pt x="605" y="227"/>
                  <a:pt x="605" y="205"/>
                </a:cubicBezTo>
                <a:cubicBezTo>
                  <a:pt x="605" y="182"/>
                  <a:pt x="605" y="156"/>
                  <a:pt x="605" y="127"/>
                </a:cubicBezTo>
                <a:cubicBezTo>
                  <a:pt x="605" y="97"/>
                  <a:pt x="605" y="77"/>
                  <a:pt x="605" y="65"/>
                </a:cubicBezTo>
                <a:lnTo>
                  <a:pt x="604" y="48"/>
                </a:lnTo>
                <a:cubicBezTo>
                  <a:pt x="462" y="426"/>
                  <a:pt x="388" y="617"/>
                  <a:pt x="386" y="621"/>
                </a:cubicBezTo>
                <a:cubicBezTo>
                  <a:pt x="383" y="625"/>
                  <a:pt x="377" y="627"/>
                  <a:pt x="367" y="627"/>
                </a:cubicBezTo>
                <a:cubicBezTo>
                  <a:pt x="358" y="627"/>
                  <a:pt x="352" y="625"/>
                  <a:pt x="349" y="621"/>
                </a:cubicBezTo>
                <a:cubicBezTo>
                  <a:pt x="349" y="620"/>
                  <a:pt x="312" y="526"/>
                  <a:pt x="241" y="338"/>
                </a:cubicBezTo>
                <a:lnTo>
                  <a:pt x="135" y="55"/>
                </a:lnTo>
                <a:lnTo>
                  <a:pt x="135" y="72"/>
                </a:lnTo>
                <a:cubicBezTo>
                  <a:pt x="134" y="83"/>
                  <a:pt x="134" y="102"/>
                  <a:pt x="134" y="130"/>
                </a:cubicBezTo>
                <a:cubicBezTo>
                  <a:pt x="134" y="157"/>
                  <a:pt x="134" y="182"/>
                  <a:pt x="134" y="203"/>
                </a:cubicBezTo>
                <a:cubicBezTo>
                  <a:pt x="134" y="224"/>
                  <a:pt x="134" y="257"/>
                  <a:pt x="134" y="301"/>
                </a:cubicBezTo>
                <a:lnTo>
                  <a:pt x="135" y="549"/>
                </a:lnTo>
                <a:cubicBezTo>
                  <a:pt x="141" y="571"/>
                  <a:pt x="167" y="583"/>
                  <a:pt x="212" y="585"/>
                </a:cubicBezTo>
                <a:lnTo>
                  <a:pt x="228" y="585"/>
                </a:lnTo>
                <a:lnTo>
                  <a:pt x="228" y="628"/>
                </a:lnTo>
                <a:lnTo>
                  <a:pt x="220" y="628"/>
                </a:lnTo>
                <a:cubicBezTo>
                  <a:pt x="211" y="626"/>
                  <a:pt x="175" y="625"/>
                  <a:pt x="114" y="625"/>
                </a:cubicBezTo>
                <a:cubicBezTo>
                  <a:pt x="52" y="625"/>
                  <a:pt x="16" y="626"/>
                  <a:pt x="7" y="628"/>
                </a:cubicBezTo>
                <a:lnTo>
                  <a:pt x="0" y="628"/>
                </a:lnTo>
                <a:lnTo>
                  <a:pt x="0" y="585"/>
                </a:lnTo>
                <a:lnTo>
                  <a:pt x="15" y="585"/>
                </a:lnTo>
                <a:cubicBezTo>
                  <a:pt x="35" y="584"/>
                  <a:pt x="51" y="581"/>
                  <a:pt x="63" y="576"/>
                </a:cubicBezTo>
                <a:cubicBezTo>
                  <a:pt x="75" y="571"/>
                  <a:pt x="83" y="567"/>
                  <a:pt x="85" y="564"/>
                </a:cubicBezTo>
                <a:cubicBezTo>
                  <a:pt x="87" y="561"/>
                  <a:pt x="90" y="556"/>
                  <a:pt x="94" y="549"/>
                </a:cubicBezTo>
                <a:lnTo>
                  <a:pt x="94" y="57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6" name=""/>
          <p:cNvSpPr/>
          <p:nvPr/>
        </p:nvSpPr>
        <p:spPr>
          <a:xfrm>
            <a:off x="5955120" y="2361960"/>
            <a:ext cx="205920" cy="226080"/>
          </a:xfrm>
          <a:custGeom>
            <a:avLst/>
            <a:gdLst/>
            <a:ahLst/>
            <a:rect l="0" t="0" r="r" b="b"/>
            <a:pathLst>
              <a:path w="572" h="628">
                <a:moveTo>
                  <a:pt x="94" y="57"/>
                </a:moveTo>
                <a:cubicBezTo>
                  <a:pt x="90" y="53"/>
                  <a:pt x="87" y="50"/>
                  <a:pt x="84" y="49"/>
                </a:cubicBezTo>
                <a:cubicBezTo>
                  <a:pt x="82" y="48"/>
                  <a:pt x="77" y="47"/>
                  <a:pt x="70" y="46"/>
                </a:cubicBezTo>
                <a:cubicBezTo>
                  <a:pt x="62" y="45"/>
                  <a:pt x="49" y="45"/>
                  <a:pt x="30" y="43"/>
                </a:cubicBezTo>
                <a:lnTo>
                  <a:pt x="0" y="43"/>
                </a:lnTo>
                <a:lnTo>
                  <a:pt x="0" y="0"/>
                </a:lnTo>
                <a:lnTo>
                  <a:pt x="184" y="0"/>
                </a:lnTo>
                <a:lnTo>
                  <a:pt x="219" y="0"/>
                </a:lnTo>
                <a:lnTo>
                  <a:pt x="292" y="0"/>
                </a:lnTo>
                <a:cubicBezTo>
                  <a:pt x="340" y="0"/>
                  <a:pt x="374" y="2"/>
                  <a:pt x="396" y="5"/>
                </a:cubicBezTo>
                <a:cubicBezTo>
                  <a:pt x="418" y="8"/>
                  <a:pt x="440" y="17"/>
                  <a:pt x="462" y="31"/>
                </a:cubicBezTo>
                <a:cubicBezTo>
                  <a:pt x="488" y="45"/>
                  <a:pt x="509" y="64"/>
                  <a:pt x="525" y="86"/>
                </a:cubicBezTo>
                <a:cubicBezTo>
                  <a:pt x="540" y="109"/>
                  <a:pt x="548" y="133"/>
                  <a:pt x="548" y="158"/>
                </a:cubicBezTo>
                <a:cubicBezTo>
                  <a:pt x="548" y="189"/>
                  <a:pt x="535" y="218"/>
                  <a:pt x="510" y="243"/>
                </a:cubicBezTo>
                <a:cubicBezTo>
                  <a:pt x="485" y="269"/>
                  <a:pt x="452" y="287"/>
                  <a:pt x="412" y="297"/>
                </a:cubicBezTo>
                <a:lnTo>
                  <a:pt x="403" y="300"/>
                </a:lnTo>
                <a:cubicBezTo>
                  <a:pt x="447" y="306"/>
                  <a:pt x="487" y="322"/>
                  <a:pt x="521" y="351"/>
                </a:cubicBezTo>
                <a:cubicBezTo>
                  <a:pt x="555" y="379"/>
                  <a:pt x="572" y="414"/>
                  <a:pt x="572" y="456"/>
                </a:cubicBezTo>
                <a:cubicBezTo>
                  <a:pt x="572" y="498"/>
                  <a:pt x="557" y="534"/>
                  <a:pt x="525" y="566"/>
                </a:cubicBezTo>
                <a:cubicBezTo>
                  <a:pt x="494" y="598"/>
                  <a:pt x="454" y="618"/>
                  <a:pt x="405" y="625"/>
                </a:cubicBezTo>
                <a:cubicBezTo>
                  <a:pt x="397" y="626"/>
                  <a:pt x="328" y="627"/>
                  <a:pt x="196" y="628"/>
                </a:cubicBezTo>
                <a:lnTo>
                  <a:pt x="0" y="628"/>
                </a:lnTo>
                <a:lnTo>
                  <a:pt x="0" y="585"/>
                </a:lnTo>
                <a:lnTo>
                  <a:pt x="30" y="585"/>
                </a:lnTo>
                <a:cubicBezTo>
                  <a:pt x="56" y="585"/>
                  <a:pt x="71" y="584"/>
                  <a:pt x="77" y="583"/>
                </a:cubicBezTo>
                <a:cubicBezTo>
                  <a:pt x="82" y="581"/>
                  <a:pt x="88" y="578"/>
                  <a:pt x="94" y="572"/>
                </a:cubicBezTo>
                <a:lnTo>
                  <a:pt x="94" y="57"/>
                </a:lnTo>
                <a:moveTo>
                  <a:pt x="444" y="157"/>
                </a:moveTo>
                <a:cubicBezTo>
                  <a:pt x="444" y="128"/>
                  <a:pt x="436" y="104"/>
                  <a:pt x="420" y="83"/>
                </a:cubicBezTo>
                <a:cubicBezTo>
                  <a:pt x="404" y="62"/>
                  <a:pt x="383" y="49"/>
                  <a:pt x="357" y="44"/>
                </a:cubicBezTo>
                <a:cubicBezTo>
                  <a:pt x="356" y="44"/>
                  <a:pt x="352" y="44"/>
                  <a:pt x="345" y="44"/>
                </a:cubicBezTo>
                <a:cubicBezTo>
                  <a:pt x="337" y="44"/>
                  <a:pt x="328" y="44"/>
                  <a:pt x="315" y="44"/>
                </a:cubicBezTo>
                <a:cubicBezTo>
                  <a:pt x="302" y="44"/>
                  <a:pt x="291" y="44"/>
                  <a:pt x="280" y="43"/>
                </a:cubicBezTo>
                <a:cubicBezTo>
                  <a:pt x="239" y="43"/>
                  <a:pt x="214" y="44"/>
                  <a:pt x="204" y="44"/>
                </a:cubicBezTo>
                <a:cubicBezTo>
                  <a:pt x="195" y="45"/>
                  <a:pt x="189" y="47"/>
                  <a:pt x="187" y="52"/>
                </a:cubicBezTo>
                <a:cubicBezTo>
                  <a:pt x="185" y="54"/>
                  <a:pt x="184" y="93"/>
                  <a:pt x="184" y="170"/>
                </a:cubicBezTo>
                <a:lnTo>
                  <a:pt x="184" y="285"/>
                </a:lnTo>
                <a:lnTo>
                  <a:pt x="260" y="285"/>
                </a:lnTo>
                <a:lnTo>
                  <a:pt x="338" y="284"/>
                </a:lnTo>
                <a:lnTo>
                  <a:pt x="348" y="282"/>
                </a:lnTo>
                <a:cubicBezTo>
                  <a:pt x="350" y="281"/>
                  <a:pt x="353" y="280"/>
                  <a:pt x="358" y="279"/>
                </a:cubicBezTo>
                <a:cubicBezTo>
                  <a:pt x="362" y="278"/>
                  <a:pt x="370" y="274"/>
                  <a:pt x="381" y="267"/>
                </a:cubicBezTo>
                <a:cubicBezTo>
                  <a:pt x="392" y="260"/>
                  <a:pt x="401" y="253"/>
                  <a:pt x="410" y="245"/>
                </a:cubicBezTo>
                <a:cubicBezTo>
                  <a:pt x="418" y="237"/>
                  <a:pt x="426" y="225"/>
                  <a:pt x="433" y="209"/>
                </a:cubicBezTo>
                <a:cubicBezTo>
                  <a:pt x="440" y="193"/>
                  <a:pt x="443" y="176"/>
                  <a:pt x="444" y="157"/>
                </a:cubicBezTo>
                <a:moveTo>
                  <a:pt x="468" y="455"/>
                </a:moveTo>
                <a:cubicBezTo>
                  <a:pt x="468" y="424"/>
                  <a:pt x="459" y="395"/>
                  <a:pt x="442" y="369"/>
                </a:cubicBezTo>
                <a:cubicBezTo>
                  <a:pt x="425" y="343"/>
                  <a:pt x="401" y="326"/>
                  <a:pt x="370" y="319"/>
                </a:cubicBezTo>
                <a:lnTo>
                  <a:pt x="276" y="319"/>
                </a:lnTo>
                <a:lnTo>
                  <a:pt x="184" y="319"/>
                </a:lnTo>
                <a:lnTo>
                  <a:pt x="184" y="444"/>
                </a:lnTo>
                <a:lnTo>
                  <a:pt x="184" y="521"/>
                </a:lnTo>
                <a:cubicBezTo>
                  <a:pt x="184" y="557"/>
                  <a:pt x="186" y="577"/>
                  <a:pt x="189" y="580"/>
                </a:cubicBezTo>
                <a:cubicBezTo>
                  <a:pt x="192" y="583"/>
                  <a:pt x="223" y="585"/>
                  <a:pt x="281" y="585"/>
                </a:cubicBezTo>
                <a:lnTo>
                  <a:pt x="326" y="585"/>
                </a:lnTo>
                <a:cubicBezTo>
                  <a:pt x="352" y="585"/>
                  <a:pt x="370" y="583"/>
                  <a:pt x="381" y="579"/>
                </a:cubicBezTo>
                <a:cubicBezTo>
                  <a:pt x="408" y="570"/>
                  <a:pt x="429" y="555"/>
                  <a:pt x="444" y="532"/>
                </a:cubicBezTo>
                <a:cubicBezTo>
                  <a:pt x="459" y="510"/>
                  <a:pt x="467" y="484"/>
                  <a:pt x="468" y="45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7" name=""/>
          <p:cNvSpPr/>
          <p:nvPr/>
        </p:nvSpPr>
        <p:spPr>
          <a:xfrm>
            <a:off x="3745800" y="2825640"/>
            <a:ext cx="137520" cy="227160"/>
          </a:xfrm>
          <a:custGeom>
            <a:avLst/>
            <a:gdLst/>
            <a:ahLst/>
            <a:rect l="0" t="0" r="r" b="b"/>
            <a:pathLst>
              <a:path w="382" h="631">
                <a:moveTo>
                  <a:pt x="79" y="186"/>
                </a:moveTo>
                <a:cubicBezTo>
                  <a:pt x="63" y="186"/>
                  <a:pt x="50" y="181"/>
                  <a:pt x="40" y="171"/>
                </a:cubicBezTo>
                <a:cubicBezTo>
                  <a:pt x="30" y="160"/>
                  <a:pt x="25" y="147"/>
                  <a:pt x="25" y="130"/>
                </a:cubicBezTo>
                <a:cubicBezTo>
                  <a:pt x="25" y="97"/>
                  <a:pt x="40" y="67"/>
                  <a:pt x="70" y="40"/>
                </a:cubicBezTo>
                <a:cubicBezTo>
                  <a:pt x="99" y="13"/>
                  <a:pt x="135" y="0"/>
                  <a:pt x="176" y="0"/>
                </a:cubicBezTo>
                <a:cubicBezTo>
                  <a:pt x="198" y="0"/>
                  <a:pt x="211" y="0"/>
                  <a:pt x="217" y="1"/>
                </a:cubicBezTo>
                <a:cubicBezTo>
                  <a:pt x="262" y="8"/>
                  <a:pt x="296" y="24"/>
                  <a:pt x="320" y="50"/>
                </a:cubicBezTo>
                <a:cubicBezTo>
                  <a:pt x="344" y="76"/>
                  <a:pt x="356" y="103"/>
                  <a:pt x="357" y="132"/>
                </a:cubicBezTo>
                <a:cubicBezTo>
                  <a:pt x="357" y="164"/>
                  <a:pt x="347" y="195"/>
                  <a:pt x="326" y="225"/>
                </a:cubicBezTo>
                <a:cubicBezTo>
                  <a:pt x="305" y="255"/>
                  <a:pt x="276" y="276"/>
                  <a:pt x="240" y="290"/>
                </a:cubicBezTo>
                <a:lnTo>
                  <a:pt x="237" y="292"/>
                </a:lnTo>
                <a:cubicBezTo>
                  <a:pt x="237" y="292"/>
                  <a:pt x="240" y="293"/>
                  <a:pt x="245" y="294"/>
                </a:cubicBezTo>
                <a:cubicBezTo>
                  <a:pt x="251" y="296"/>
                  <a:pt x="259" y="298"/>
                  <a:pt x="272" y="303"/>
                </a:cubicBezTo>
                <a:cubicBezTo>
                  <a:pt x="284" y="307"/>
                  <a:pt x="296" y="313"/>
                  <a:pt x="307" y="322"/>
                </a:cubicBezTo>
                <a:cubicBezTo>
                  <a:pt x="357" y="354"/>
                  <a:pt x="382" y="397"/>
                  <a:pt x="382" y="450"/>
                </a:cubicBezTo>
                <a:cubicBezTo>
                  <a:pt x="382" y="499"/>
                  <a:pt x="363" y="541"/>
                  <a:pt x="325" y="577"/>
                </a:cubicBezTo>
                <a:cubicBezTo>
                  <a:pt x="287" y="613"/>
                  <a:pt x="239" y="631"/>
                  <a:pt x="181" y="631"/>
                </a:cubicBezTo>
                <a:cubicBezTo>
                  <a:pt x="132" y="631"/>
                  <a:pt x="90" y="618"/>
                  <a:pt x="54" y="592"/>
                </a:cubicBezTo>
                <a:cubicBezTo>
                  <a:pt x="18" y="565"/>
                  <a:pt x="0" y="532"/>
                  <a:pt x="0" y="492"/>
                </a:cubicBezTo>
                <a:cubicBezTo>
                  <a:pt x="0" y="475"/>
                  <a:pt x="6" y="461"/>
                  <a:pt x="17" y="450"/>
                </a:cubicBezTo>
                <a:cubicBezTo>
                  <a:pt x="28" y="440"/>
                  <a:pt x="41" y="434"/>
                  <a:pt x="59" y="434"/>
                </a:cubicBezTo>
                <a:cubicBezTo>
                  <a:pt x="76" y="434"/>
                  <a:pt x="90" y="439"/>
                  <a:pt x="101" y="450"/>
                </a:cubicBezTo>
                <a:cubicBezTo>
                  <a:pt x="112" y="461"/>
                  <a:pt x="118" y="475"/>
                  <a:pt x="118" y="492"/>
                </a:cubicBezTo>
                <a:cubicBezTo>
                  <a:pt x="118" y="498"/>
                  <a:pt x="117" y="504"/>
                  <a:pt x="115" y="510"/>
                </a:cubicBezTo>
                <a:cubicBezTo>
                  <a:pt x="113" y="515"/>
                  <a:pt x="111" y="520"/>
                  <a:pt x="108" y="525"/>
                </a:cubicBezTo>
                <a:cubicBezTo>
                  <a:pt x="106" y="529"/>
                  <a:pt x="103" y="533"/>
                  <a:pt x="98" y="536"/>
                </a:cubicBezTo>
                <a:cubicBezTo>
                  <a:pt x="94" y="539"/>
                  <a:pt x="90" y="541"/>
                  <a:pt x="87" y="543"/>
                </a:cubicBezTo>
                <a:cubicBezTo>
                  <a:pt x="84" y="545"/>
                  <a:pt x="81" y="546"/>
                  <a:pt x="78" y="547"/>
                </a:cubicBezTo>
                <a:cubicBezTo>
                  <a:pt x="75" y="547"/>
                  <a:pt x="73" y="548"/>
                  <a:pt x="71" y="549"/>
                </a:cubicBezTo>
                <a:lnTo>
                  <a:pt x="67" y="550"/>
                </a:lnTo>
                <a:cubicBezTo>
                  <a:pt x="98" y="578"/>
                  <a:pt x="136" y="592"/>
                  <a:pt x="181" y="592"/>
                </a:cubicBezTo>
                <a:cubicBezTo>
                  <a:pt x="214" y="592"/>
                  <a:pt x="240" y="575"/>
                  <a:pt x="257" y="543"/>
                </a:cubicBezTo>
                <a:cubicBezTo>
                  <a:pt x="267" y="523"/>
                  <a:pt x="273" y="492"/>
                  <a:pt x="273" y="450"/>
                </a:cubicBezTo>
                <a:lnTo>
                  <a:pt x="273" y="432"/>
                </a:lnTo>
                <a:cubicBezTo>
                  <a:pt x="273" y="374"/>
                  <a:pt x="253" y="335"/>
                  <a:pt x="214" y="316"/>
                </a:cubicBezTo>
                <a:cubicBezTo>
                  <a:pt x="205" y="312"/>
                  <a:pt x="186" y="310"/>
                  <a:pt x="158" y="309"/>
                </a:cubicBezTo>
                <a:lnTo>
                  <a:pt x="119" y="308"/>
                </a:lnTo>
                <a:lnTo>
                  <a:pt x="117" y="306"/>
                </a:lnTo>
                <a:cubicBezTo>
                  <a:pt x="115" y="305"/>
                  <a:pt x="115" y="300"/>
                  <a:pt x="115" y="292"/>
                </a:cubicBezTo>
                <a:cubicBezTo>
                  <a:pt x="115" y="281"/>
                  <a:pt x="117" y="275"/>
                  <a:pt x="122" y="275"/>
                </a:cubicBezTo>
                <a:cubicBezTo>
                  <a:pt x="139" y="275"/>
                  <a:pt x="157" y="274"/>
                  <a:pt x="175" y="271"/>
                </a:cubicBezTo>
                <a:cubicBezTo>
                  <a:pt x="196" y="268"/>
                  <a:pt x="215" y="255"/>
                  <a:pt x="232" y="232"/>
                </a:cubicBezTo>
                <a:cubicBezTo>
                  <a:pt x="249" y="209"/>
                  <a:pt x="258" y="175"/>
                  <a:pt x="258" y="129"/>
                </a:cubicBezTo>
                <a:lnTo>
                  <a:pt x="258" y="122"/>
                </a:lnTo>
                <a:cubicBezTo>
                  <a:pt x="258" y="87"/>
                  <a:pt x="247" y="63"/>
                  <a:pt x="226" y="50"/>
                </a:cubicBezTo>
                <a:cubicBezTo>
                  <a:pt x="212" y="41"/>
                  <a:pt x="198" y="37"/>
                  <a:pt x="183" y="37"/>
                </a:cubicBezTo>
                <a:cubicBezTo>
                  <a:pt x="163" y="37"/>
                  <a:pt x="145" y="40"/>
                  <a:pt x="129" y="47"/>
                </a:cubicBezTo>
                <a:cubicBezTo>
                  <a:pt x="112" y="54"/>
                  <a:pt x="100" y="61"/>
                  <a:pt x="94" y="68"/>
                </a:cubicBezTo>
                <a:cubicBezTo>
                  <a:pt x="87" y="75"/>
                  <a:pt x="84" y="79"/>
                  <a:pt x="84" y="79"/>
                </a:cubicBezTo>
                <a:lnTo>
                  <a:pt x="86" y="79"/>
                </a:lnTo>
                <a:cubicBezTo>
                  <a:pt x="88" y="79"/>
                  <a:pt x="91" y="80"/>
                  <a:pt x="94" y="81"/>
                </a:cubicBezTo>
                <a:cubicBezTo>
                  <a:pt x="97" y="81"/>
                  <a:pt x="100" y="83"/>
                  <a:pt x="103" y="85"/>
                </a:cubicBezTo>
                <a:cubicBezTo>
                  <a:pt x="106" y="88"/>
                  <a:pt x="110" y="90"/>
                  <a:pt x="114" y="92"/>
                </a:cubicBezTo>
                <a:cubicBezTo>
                  <a:pt x="118" y="94"/>
                  <a:pt x="121" y="97"/>
                  <a:pt x="123" y="102"/>
                </a:cubicBezTo>
                <a:cubicBezTo>
                  <a:pt x="125" y="107"/>
                  <a:pt x="127" y="111"/>
                  <a:pt x="130" y="116"/>
                </a:cubicBezTo>
                <a:cubicBezTo>
                  <a:pt x="133" y="120"/>
                  <a:pt x="134" y="126"/>
                  <a:pt x="133" y="134"/>
                </a:cubicBezTo>
                <a:cubicBezTo>
                  <a:pt x="133" y="147"/>
                  <a:pt x="129" y="159"/>
                  <a:pt x="120" y="170"/>
                </a:cubicBezTo>
                <a:cubicBezTo>
                  <a:pt x="112" y="180"/>
                  <a:pt x="98" y="186"/>
                  <a:pt x="79" y="18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8" name=""/>
          <p:cNvSpPr/>
          <p:nvPr/>
        </p:nvSpPr>
        <p:spPr>
          <a:xfrm>
            <a:off x="3913560" y="2825280"/>
            <a:ext cx="132120" cy="220320"/>
          </a:xfrm>
          <a:custGeom>
            <a:avLst/>
            <a:gdLst/>
            <a:ahLst/>
            <a:rect l="0" t="0" r="r" b="b"/>
            <a:pathLst>
              <a:path w="367" h="612">
                <a:moveTo>
                  <a:pt x="54" y="217"/>
                </a:moveTo>
                <a:cubicBezTo>
                  <a:pt x="38" y="217"/>
                  <a:pt x="24" y="212"/>
                  <a:pt x="15" y="201"/>
                </a:cubicBezTo>
                <a:cubicBezTo>
                  <a:pt x="5" y="190"/>
                  <a:pt x="0" y="176"/>
                  <a:pt x="0" y="161"/>
                </a:cubicBezTo>
                <a:cubicBezTo>
                  <a:pt x="0" y="117"/>
                  <a:pt x="16" y="79"/>
                  <a:pt x="49" y="48"/>
                </a:cubicBezTo>
                <a:cubicBezTo>
                  <a:pt x="81" y="16"/>
                  <a:pt x="121" y="0"/>
                  <a:pt x="170" y="0"/>
                </a:cubicBezTo>
                <a:cubicBezTo>
                  <a:pt x="225" y="0"/>
                  <a:pt x="273" y="17"/>
                  <a:pt x="310" y="51"/>
                </a:cubicBezTo>
                <a:cubicBezTo>
                  <a:pt x="347" y="86"/>
                  <a:pt x="366" y="130"/>
                  <a:pt x="367" y="184"/>
                </a:cubicBezTo>
                <a:cubicBezTo>
                  <a:pt x="367" y="211"/>
                  <a:pt x="361" y="236"/>
                  <a:pt x="349" y="260"/>
                </a:cubicBezTo>
                <a:cubicBezTo>
                  <a:pt x="336" y="283"/>
                  <a:pt x="322" y="304"/>
                  <a:pt x="305" y="322"/>
                </a:cubicBezTo>
                <a:cubicBezTo>
                  <a:pt x="288" y="340"/>
                  <a:pt x="263" y="362"/>
                  <a:pt x="230" y="391"/>
                </a:cubicBezTo>
                <a:cubicBezTo>
                  <a:pt x="208" y="410"/>
                  <a:pt x="178" y="438"/>
                  <a:pt x="139" y="475"/>
                </a:cubicBezTo>
                <a:lnTo>
                  <a:pt x="84" y="527"/>
                </a:lnTo>
                <a:lnTo>
                  <a:pt x="154" y="527"/>
                </a:lnTo>
                <a:cubicBezTo>
                  <a:pt x="250" y="527"/>
                  <a:pt x="302" y="526"/>
                  <a:pt x="308" y="523"/>
                </a:cubicBezTo>
                <a:cubicBezTo>
                  <a:pt x="313" y="522"/>
                  <a:pt x="320" y="494"/>
                  <a:pt x="330" y="441"/>
                </a:cubicBezTo>
                <a:lnTo>
                  <a:pt x="330" y="439"/>
                </a:lnTo>
                <a:lnTo>
                  <a:pt x="367" y="439"/>
                </a:lnTo>
                <a:lnTo>
                  <a:pt x="367" y="441"/>
                </a:lnTo>
                <a:cubicBezTo>
                  <a:pt x="366" y="443"/>
                  <a:pt x="362" y="471"/>
                  <a:pt x="355" y="525"/>
                </a:cubicBezTo>
                <a:cubicBezTo>
                  <a:pt x="348" y="579"/>
                  <a:pt x="343" y="607"/>
                  <a:pt x="341" y="609"/>
                </a:cubicBezTo>
                <a:lnTo>
                  <a:pt x="341" y="612"/>
                </a:lnTo>
                <a:lnTo>
                  <a:pt x="0" y="612"/>
                </a:lnTo>
                <a:lnTo>
                  <a:pt x="0" y="594"/>
                </a:lnTo>
                <a:lnTo>
                  <a:pt x="0" y="583"/>
                </a:lnTo>
                <a:cubicBezTo>
                  <a:pt x="0" y="579"/>
                  <a:pt x="2" y="575"/>
                  <a:pt x="6" y="570"/>
                </a:cubicBezTo>
                <a:cubicBezTo>
                  <a:pt x="9" y="565"/>
                  <a:pt x="18" y="554"/>
                  <a:pt x="33" y="538"/>
                </a:cubicBezTo>
                <a:cubicBezTo>
                  <a:pt x="51" y="518"/>
                  <a:pt x="66" y="501"/>
                  <a:pt x="79" y="486"/>
                </a:cubicBezTo>
                <a:cubicBezTo>
                  <a:pt x="84" y="480"/>
                  <a:pt x="95" y="469"/>
                  <a:pt x="110" y="452"/>
                </a:cubicBezTo>
                <a:cubicBezTo>
                  <a:pt x="125" y="436"/>
                  <a:pt x="136" y="424"/>
                  <a:pt x="141" y="418"/>
                </a:cubicBezTo>
                <a:cubicBezTo>
                  <a:pt x="147" y="412"/>
                  <a:pt x="156" y="402"/>
                  <a:pt x="168" y="388"/>
                </a:cubicBezTo>
                <a:cubicBezTo>
                  <a:pt x="180" y="373"/>
                  <a:pt x="189" y="363"/>
                  <a:pt x="194" y="356"/>
                </a:cubicBezTo>
                <a:cubicBezTo>
                  <a:pt x="198" y="349"/>
                  <a:pt x="205" y="340"/>
                  <a:pt x="215" y="328"/>
                </a:cubicBezTo>
                <a:cubicBezTo>
                  <a:pt x="224" y="317"/>
                  <a:pt x="230" y="307"/>
                  <a:pt x="234" y="299"/>
                </a:cubicBezTo>
                <a:cubicBezTo>
                  <a:pt x="238" y="291"/>
                  <a:pt x="242" y="282"/>
                  <a:pt x="248" y="272"/>
                </a:cubicBezTo>
                <a:cubicBezTo>
                  <a:pt x="253" y="263"/>
                  <a:pt x="257" y="253"/>
                  <a:pt x="260" y="243"/>
                </a:cubicBezTo>
                <a:cubicBezTo>
                  <a:pt x="263" y="233"/>
                  <a:pt x="265" y="224"/>
                  <a:pt x="267" y="216"/>
                </a:cubicBezTo>
                <a:cubicBezTo>
                  <a:pt x="269" y="207"/>
                  <a:pt x="270" y="197"/>
                  <a:pt x="270" y="185"/>
                </a:cubicBezTo>
                <a:cubicBezTo>
                  <a:pt x="270" y="147"/>
                  <a:pt x="258" y="113"/>
                  <a:pt x="238" y="85"/>
                </a:cubicBezTo>
                <a:cubicBezTo>
                  <a:pt x="217" y="57"/>
                  <a:pt x="187" y="43"/>
                  <a:pt x="149" y="43"/>
                </a:cubicBezTo>
                <a:cubicBezTo>
                  <a:pt x="128" y="43"/>
                  <a:pt x="111" y="48"/>
                  <a:pt x="95" y="59"/>
                </a:cubicBezTo>
                <a:cubicBezTo>
                  <a:pt x="80" y="69"/>
                  <a:pt x="69" y="79"/>
                  <a:pt x="63" y="89"/>
                </a:cubicBezTo>
                <a:cubicBezTo>
                  <a:pt x="57" y="99"/>
                  <a:pt x="54" y="105"/>
                  <a:pt x="54" y="106"/>
                </a:cubicBezTo>
                <a:cubicBezTo>
                  <a:pt x="54" y="107"/>
                  <a:pt x="56" y="107"/>
                  <a:pt x="59" y="107"/>
                </a:cubicBezTo>
                <a:cubicBezTo>
                  <a:pt x="70" y="107"/>
                  <a:pt x="81" y="112"/>
                  <a:pt x="93" y="120"/>
                </a:cubicBezTo>
                <a:cubicBezTo>
                  <a:pt x="104" y="129"/>
                  <a:pt x="110" y="143"/>
                  <a:pt x="110" y="162"/>
                </a:cubicBezTo>
                <a:cubicBezTo>
                  <a:pt x="110" y="178"/>
                  <a:pt x="105" y="190"/>
                  <a:pt x="95" y="201"/>
                </a:cubicBezTo>
                <a:cubicBezTo>
                  <a:pt x="86" y="211"/>
                  <a:pt x="72" y="217"/>
                  <a:pt x="54" y="21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9" name=""/>
          <p:cNvSpPr/>
          <p:nvPr/>
        </p:nvSpPr>
        <p:spPr>
          <a:xfrm>
            <a:off x="4154400" y="2819520"/>
            <a:ext cx="283680" cy="226080"/>
          </a:xfrm>
          <a:custGeom>
            <a:avLst/>
            <a:gdLst/>
            <a:ahLst/>
            <a:rect l="0" t="0" r="r" b="b"/>
            <a:pathLst>
              <a:path w="788" h="628">
                <a:moveTo>
                  <a:pt x="94" y="56"/>
                </a:moveTo>
                <a:cubicBezTo>
                  <a:pt x="90" y="52"/>
                  <a:pt x="87" y="49"/>
                  <a:pt x="84" y="48"/>
                </a:cubicBezTo>
                <a:cubicBezTo>
                  <a:pt x="82" y="47"/>
                  <a:pt x="77" y="46"/>
                  <a:pt x="69" y="45"/>
                </a:cubicBezTo>
                <a:cubicBezTo>
                  <a:pt x="62" y="45"/>
                  <a:pt x="49" y="44"/>
                  <a:pt x="30" y="43"/>
                </a:cubicBezTo>
                <a:lnTo>
                  <a:pt x="0" y="43"/>
                </a:lnTo>
                <a:lnTo>
                  <a:pt x="0" y="0"/>
                </a:lnTo>
                <a:lnTo>
                  <a:pt x="97" y="0"/>
                </a:lnTo>
                <a:cubicBezTo>
                  <a:pt x="149" y="0"/>
                  <a:pt x="179" y="1"/>
                  <a:pt x="186" y="1"/>
                </a:cubicBezTo>
                <a:cubicBezTo>
                  <a:pt x="193" y="2"/>
                  <a:pt x="198" y="4"/>
                  <a:pt x="201" y="8"/>
                </a:cubicBezTo>
                <a:cubicBezTo>
                  <a:pt x="202" y="8"/>
                  <a:pt x="234" y="93"/>
                  <a:pt x="298" y="262"/>
                </a:cubicBezTo>
                <a:lnTo>
                  <a:pt x="393" y="513"/>
                </a:lnTo>
                <a:lnTo>
                  <a:pt x="489" y="262"/>
                </a:lnTo>
                <a:cubicBezTo>
                  <a:pt x="552" y="93"/>
                  <a:pt x="585" y="8"/>
                  <a:pt x="586" y="8"/>
                </a:cubicBezTo>
                <a:cubicBezTo>
                  <a:pt x="588" y="4"/>
                  <a:pt x="592" y="2"/>
                  <a:pt x="600" y="1"/>
                </a:cubicBezTo>
                <a:cubicBezTo>
                  <a:pt x="607" y="1"/>
                  <a:pt x="637" y="0"/>
                  <a:pt x="690" y="0"/>
                </a:cubicBezTo>
                <a:lnTo>
                  <a:pt x="788" y="0"/>
                </a:lnTo>
                <a:lnTo>
                  <a:pt x="788" y="43"/>
                </a:lnTo>
                <a:lnTo>
                  <a:pt x="757" y="43"/>
                </a:lnTo>
                <a:cubicBezTo>
                  <a:pt x="733" y="43"/>
                  <a:pt x="717" y="44"/>
                  <a:pt x="711" y="45"/>
                </a:cubicBezTo>
                <a:cubicBezTo>
                  <a:pt x="704" y="47"/>
                  <a:pt x="698" y="50"/>
                  <a:pt x="694" y="56"/>
                </a:cubicBezTo>
                <a:lnTo>
                  <a:pt x="694" y="571"/>
                </a:lnTo>
                <a:cubicBezTo>
                  <a:pt x="698" y="577"/>
                  <a:pt x="703" y="581"/>
                  <a:pt x="710" y="582"/>
                </a:cubicBezTo>
                <a:cubicBezTo>
                  <a:pt x="716" y="583"/>
                  <a:pt x="732" y="584"/>
                  <a:pt x="757" y="585"/>
                </a:cubicBezTo>
                <a:lnTo>
                  <a:pt x="788" y="585"/>
                </a:lnTo>
                <a:lnTo>
                  <a:pt x="788" y="628"/>
                </a:lnTo>
                <a:lnTo>
                  <a:pt x="778" y="628"/>
                </a:lnTo>
                <a:cubicBezTo>
                  <a:pt x="765" y="626"/>
                  <a:pt x="722" y="625"/>
                  <a:pt x="649" y="625"/>
                </a:cubicBezTo>
                <a:cubicBezTo>
                  <a:pt x="568" y="625"/>
                  <a:pt x="525" y="626"/>
                  <a:pt x="520" y="628"/>
                </a:cubicBezTo>
                <a:lnTo>
                  <a:pt x="510" y="628"/>
                </a:lnTo>
                <a:lnTo>
                  <a:pt x="510" y="585"/>
                </a:lnTo>
                <a:lnTo>
                  <a:pt x="540" y="585"/>
                </a:lnTo>
                <a:cubicBezTo>
                  <a:pt x="566" y="584"/>
                  <a:pt x="581" y="583"/>
                  <a:pt x="587" y="582"/>
                </a:cubicBezTo>
                <a:cubicBezTo>
                  <a:pt x="592" y="581"/>
                  <a:pt x="598" y="577"/>
                  <a:pt x="604" y="571"/>
                </a:cubicBezTo>
                <a:lnTo>
                  <a:pt x="604" y="309"/>
                </a:lnTo>
                <a:cubicBezTo>
                  <a:pt x="604" y="262"/>
                  <a:pt x="604" y="227"/>
                  <a:pt x="604" y="204"/>
                </a:cubicBezTo>
                <a:cubicBezTo>
                  <a:pt x="604" y="181"/>
                  <a:pt x="604" y="155"/>
                  <a:pt x="604" y="126"/>
                </a:cubicBezTo>
                <a:cubicBezTo>
                  <a:pt x="604" y="97"/>
                  <a:pt x="604" y="76"/>
                  <a:pt x="604" y="65"/>
                </a:cubicBezTo>
                <a:lnTo>
                  <a:pt x="603" y="47"/>
                </a:lnTo>
                <a:cubicBezTo>
                  <a:pt x="461" y="425"/>
                  <a:pt x="388" y="616"/>
                  <a:pt x="386" y="621"/>
                </a:cubicBezTo>
                <a:cubicBezTo>
                  <a:pt x="383" y="625"/>
                  <a:pt x="377" y="627"/>
                  <a:pt x="367" y="627"/>
                </a:cubicBezTo>
                <a:cubicBezTo>
                  <a:pt x="358" y="627"/>
                  <a:pt x="352" y="625"/>
                  <a:pt x="349" y="621"/>
                </a:cubicBezTo>
                <a:cubicBezTo>
                  <a:pt x="349" y="619"/>
                  <a:pt x="312" y="525"/>
                  <a:pt x="241" y="337"/>
                </a:cubicBezTo>
                <a:lnTo>
                  <a:pt x="135" y="55"/>
                </a:lnTo>
                <a:lnTo>
                  <a:pt x="135" y="71"/>
                </a:lnTo>
                <a:cubicBezTo>
                  <a:pt x="134" y="82"/>
                  <a:pt x="134" y="101"/>
                  <a:pt x="134" y="129"/>
                </a:cubicBezTo>
                <a:cubicBezTo>
                  <a:pt x="134" y="156"/>
                  <a:pt x="134" y="181"/>
                  <a:pt x="134" y="202"/>
                </a:cubicBezTo>
                <a:cubicBezTo>
                  <a:pt x="134" y="224"/>
                  <a:pt x="134" y="256"/>
                  <a:pt x="134" y="300"/>
                </a:cubicBezTo>
                <a:lnTo>
                  <a:pt x="135" y="548"/>
                </a:lnTo>
                <a:cubicBezTo>
                  <a:pt x="141" y="570"/>
                  <a:pt x="167" y="582"/>
                  <a:pt x="212" y="585"/>
                </a:cubicBezTo>
                <a:lnTo>
                  <a:pt x="228" y="585"/>
                </a:lnTo>
                <a:lnTo>
                  <a:pt x="228" y="628"/>
                </a:lnTo>
                <a:lnTo>
                  <a:pt x="220" y="628"/>
                </a:lnTo>
                <a:cubicBezTo>
                  <a:pt x="211" y="626"/>
                  <a:pt x="175" y="625"/>
                  <a:pt x="114" y="625"/>
                </a:cubicBezTo>
                <a:cubicBezTo>
                  <a:pt x="52" y="625"/>
                  <a:pt x="16" y="626"/>
                  <a:pt x="7" y="628"/>
                </a:cubicBezTo>
                <a:lnTo>
                  <a:pt x="0" y="628"/>
                </a:lnTo>
                <a:lnTo>
                  <a:pt x="0" y="585"/>
                </a:lnTo>
                <a:lnTo>
                  <a:pt x="15" y="585"/>
                </a:lnTo>
                <a:cubicBezTo>
                  <a:pt x="35" y="583"/>
                  <a:pt x="51" y="580"/>
                  <a:pt x="63" y="576"/>
                </a:cubicBezTo>
                <a:cubicBezTo>
                  <a:pt x="75" y="571"/>
                  <a:pt x="83" y="567"/>
                  <a:pt x="85" y="564"/>
                </a:cubicBezTo>
                <a:cubicBezTo>
                  <a:pt x="87" y="561"/>
                  <a:pt x="90" y="555"/>
                  <a:pt x="94" y="548"/>
                </a:cubicBezTo>
                <a:lnTo>
                  <a:pt x="94" y="56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0" name=""/>
          <p:cNvSpPr/>
          <p:nvPr/>
        </p:nvSpPr>
        <p:spPr>
          <a:xfrm>
            <a:off x="4456800" y="2819520"/>
            <a:ext cx="205920" cy="226080"/>
          </a:xfrm>
          <a:custGeom>
            <a:avLst/>
            <a:gdLst/>
            <a:ahLst/>
            <a:rect l="0" t="0" r="r" b="b"/>
            <a:pathLst>
              <a:path w="572" h="628">
                <a:moveTo>
                  <a:pt x="94" y="56"/>
                </a:moveTo>
                <a:cubicBezTo>
                  <a:pt x="90" y="52"/>
                  <a:pt x="87" y="49"/>
                  <a:pt x="84" y="48"/>
                </a:cubicBezTo>
                <a:cubicBezTo>
                  <a:pt x="82" y="47"/>
                  <a:pt x="77" y="46"/>
                  <a:pt x="70" y="45"/>
                </a:cubicBezTo>
                <a:cubicBezTo>
                  <a:pt x="62" y="45"/>
                  <a:pt x="49" y="44"/>
                  <a:pt x="30" y="43"/>
                </a:cubicBezTo>
                <a:lnTo>
                  <a:pt x="0" y="43"/>
                </a:lnTo>
                <a:lnTo>
                  <a:pt x="0" y="0"/>
                </a:lnTo>
                <a:lnTo>
                  <a:pt x="184" y="0"/>
                </a:lnTo>
                <a:lnTo>
                  <a:pt x="219" y="0"/>
                </a:lnTo>
                <a:lnTo>
                  <a:pt x="292" y="0"/>
                </a:lnTo>
                <a:cubicBezTo>
                  <a:pt x="339" y="0"/>
                  <a:pt x="373" y="2"/>
                  <a:pt x="395" y="5"/>
                </a:cubicBezTo>
                <a:cubicBezTo>
                  <a:pt x="417" y="8"/>
                  <a:pt x="439" y="16"/>
                  <a:pt x="461" y="30"/>
                </a:cubicBezTo>
                <a:cubicBezTo>
                  <a:pt x="488" y="44"/>
                  <a:pt x="509" y="63"/>
                  <a:pt x="525" y="86"/>
                </a:cubicBezTo>
                <a:cubicBezTo>
                  <a:pt x="540" y="108"/>
                  <a:pt x="547" y="132"/>
                  <a:pt x="547" y="157"/>
                </a:cubicBezTo>
                <a:cubicBezTo>
                  <a:pt x="547" y="188"/>
                  <a:pt x="535" y="217"/>
                  <a:pt x="510" y="243"/>
                </a:cubicBezTo>
                <a:cubicBezTo>
                  <a:pt x="485" y="268"/>
                  <a:pt x="451" y="286"/>
                  <a:pt x="411" y="297"/>
                </a:cubicBezTo>
                <a:lnTo>
                  <a:pt x="402" y="299"/>
                </a:lnTo>
                <a:cubicBezTo>
                  <a:pt x="446" y="305"/>
                  <a:pt x="487" y="322"/>
                  <a:pt x="521" y="350"/>
                </a:cubicBezTo>
                <a:cubicBezTo>
                  <a:pt x="555" y="378"/>
                  <a:pt x="572" y="413"/>
                  <a:pt x="572" y="455"/>
                </a:cubicBezTo>
                <a:cubicBezTo>
                  <a:pt x="572" y="497"/>
                  <a:pt x="557" y="534"/>
                  <a:pt x="525" y="565"/>
                </a:cubicBezTo>
                <a:cubicBezTo>
                  <a:pt x="494" y="597"/>
                  <a:pt x="453" y="617"/>
                  <a:pt x="404" y="625"/>
                </a:cubicBezTo>
                <a:cubicBezTo>
                  <a:pt x="396" y="626"/>
                  <a:pt x="327" y="627"/>
                  <a:pt x="196" y="628"/>
                </a:cubicBezTo>
                <a:lnTo>
                  <a:pt x="0" y="628"/>
                </a:lnTo>
                <a:lnTo>
                  <a:pt x="0" y="585"/>
                </a:lnTo>
                <a:lnTo>
                  <a:pt x="30" y="585"/>
                </a:lnTo>
                <a:cubicBezTo>
                  <a:pt x="56" y="584"/>
                  <a:pt x="71" y="583"/>
                  <a:pt x="77" y="582"/>
                </a:cubicBezTo>
                <a:cubicBezTo>
                  <a:pt x="82" y="581"/>
                  <a:pt x="88" y="577"/>
                  <a:pt x="94" y="571"/>
                </a:cubicBezTo>
                <a:lnTo>
                  <a:pt x="94" y="56"/>
                </a:lnTo>
                <a:moveTo>
                  <a:pt x="443" y="156"/>
                </a:moveTo>
                <a:cubicBezTo>
                  <a:pt x="443" y="128"/>
                  <a:pt x="435" y="103"/>
                  <a:pt x="419" y="82"/>
                </a:cubicBezTo>
                <a:cubicBezTo>
                  <a:pt x="403" y="61"/>
                  <a:pt x="382" y="48"/>
                  <a:pt x="356" y="44"/>
                </a:cubicBezTo>
                <a:cubicBezTo>
                  <a:pt x="355" y="44"/>
                  <a:pt x="351" y="44"/>
                  <a:pt x="344" y="44"/>
                </a:cubicBezTo>
                <a:cubicBezTo>
                  <a:pt x="336" y="44"/>
                  <a:pt x="327" y="44"/>
                  <a:pt x="314" y="44"/>
                </a:cubicBezTo>
                <a:cubicBezTo>
                  <a:pt x="302" y="44"/>
                  <a:pt x="291" y="43"/>
                  <a:pt x="280" y="43"/>
                </a:cubicBezTo>
                <a:cubicBezTo>
                  <a:pt x="239" y="43"/>
                  <a:pt x="214" y="43"/>
                  <a:pt x="204" y="44"/>
                </a:cubicBezTo>
                <a:cubicBezTo>
                  <a:pt x="195" y="44"/>
                  <a:pt x="189" y="47"/>
                  <a:pt x="187" y="51"/>
                </a:cubicBezTo>
                <a:cubicBezTo>
                  <a:pt x="185" y="53"/>
                  <a:pt x="184" y="93"/>
                  <a:pt x="184" y="169"/>
                </a:cubicBezTo>
                <a:lnTo>
                  <a:pt x="184" y="284"/>
                </a:lnTo>
                <a:lnTo>
                  <a:pt x="260" y="284"/>
                </a:lnTo>
                <a:lnTo>
                  <a:pt x="337" y="283"/>
                </a:lnTo>
                <a:lnTo>
                  <a:pt x="347" y="281"/>
                </a:lnTo>
                <a:cubicBezTo>
                  <a:pt x="349" y="280"/>
                  <a:pt x="352" y="280"/>
                  <a:pt x="357" y="278"/>
                </a:cubicBezTo>
                <a:cubicBezTo>
                  <a:pt x="361" y="277"/>
                  <a:pt x="369" y="273"/>
                  <a:pt x="380" y="266"/>
                </a:cubicBezTo>
                <a:cubicBezTo>
                  <a:pt x="391" y="260"/>
                  <a:pt x="400" y="252"/>
                  <a:pt x="409" y="244"/>
                </a:cubicBezTo>
                <a:cubicBezTo>
                  <a:pt x="417" y="236"/>
                  <a:pt x="425" y="225"/>
                  <a:pt x="432" y="209"/>
                </a:cubicBezTo>
                <a:cubicBezTo>
                  <a:pt x="439" y="193"/>
                  <a:pt x="442" y="175"/>
                  <a:pt x="443" y="156"/>
                </a:cubicBezTo>
                <a:moveTo>
                  <a:pt x="467" y="454"/>
                </a:moveTo>
                <a:cubicBezTo>
                  <a:pt x="467" y="423"/>
                  <a:pt x="458" y="395"/>
                  <a:pt x="441" y="368"/>
                </a:cubicBezTo>
                <a:cubicBezTo>
                  <a:pt x="424" y="342"/>
                  <a:pt x="400" y="325"/>
                  <a:pt x="369" y="319"/>
                </a:cubicBezTo>
                <a:lnTo>
                  <a:pt x="276" y="318"/>
                </a:lnTo>
                <a:lnTo>
                  <a:pt x="184" y="318"/>
                </a:lnTo>
                <a:lnTo>
                  <a:pt x="184" y="443"/>
                </a:lnTo>
                <a:lnTo>
                  <a:pt x="184" y="520"/>
                </a:lnTo>
                <a:cubicBezTo>
                  <a:pt x="184" y="557"/>
                  <a:pt x="186" y="576"/>
                  <a:pt x="189" y="579"/>
                </a:cubicBezTo>
                <a:cubicBezTo>
                  <a:pt x="192" y="582"/>
                  <a:pt x="223" y="584"/>
                  <a:pt x="281" y="584"/>
                </a:cubicBezTo>
                <a:lnTo>
                  <a:pt x="325" y="584"/>
                </a:lnTo>
                <a:cubicBezTo>
                  <a:pt x="351" y="584"/>
                  <a:pt x="369" y="582"/>
                  <a:pt x="380" y="578"/>
                </a:cubicBezTo>
                <a:cubicBezTo>
                  <a:pt x="407" y="570"/>
                  <a:pt x="428" y="554"/>
                  <a:pt x="443" y="531"/>
                </a:cubicBezTo>
                <a:cubicBezTo>
                  <a:pt x="458" y="509"/>
                  <a:pt x="466" y="483"/>
                  <a:pt x="467" y="45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1" name=""/>
          <p:cNvSpPr/>
          <p:nvPr/>
        </p:nvSpPr>
        <p:spPr>
          <a:xfrm>
            <a:off x="4699800" y="2797560"/>
            <a:ext cx="128520" cy="330480"/>
          </a:xfrm>
          <a:custGeom>
            <a:avLst/>
            <a:gdLst/>
            <a:ahLst/>
            <a:rect l="0" t="0" r="r" b="b"/>
            <a:pathLst>
              <a:path w="357" h="918">
                <a:moveTo>
                  <a:pt x="338" y="0"/>
                </a:moveTo>
                <a:cubicBezTo>
                  <a:pt x="343" y="0"/>
                  <a:pt x="348" y="2"/>
                  <a:pt x="351" y="5"/>
                </a:cubicBezTo>
                <a:cubicBezTo>
                  <a:pt x="355" y="9"/>
                  <a:pt x="357" y="13"/>
                  <a:pt x="357" y="18"/>
                </a:cubicBezTo>
                <a:cubicBezTo>
                  <a:pt x="357" y="21"/>
                  <a:pt x="304" y="170"/>
                  <a:pt x="197" y="461"/>
                </a:cubicBezTo>
                <a:cubicBezTo>
                  <a:pt x="91" y="753"/>
                  <a:pt x="37" y="902"/>
                  <a:pt x="33" y="909"/>
                </a:cubicBezTo>
                <a:cubicBezTo>
                  <a:pt x="29" y="915"/>
                  <a:pt x="23" y="918"/>
                  <a:pt x="17" y="918"/>
                </a:cubicBezTo>
                <a:cubicBezTo>
                  <a:pt x="13" y="918"/>
                  <a:pt x="9" y="917"/>
                  <a:pt x="5" y="914"/>
                </a:cubicBezTo>
                <a:cubicBezTo>
                  <a:pt x="2" y="911"/>
                  <a:pt x="0" y="906"/>
                  <a:pt x="0" y="901"/>
                </a:cubicBezTo>
                <a:cubicBezTo>
                  <a:pt x="0" y="895"/>
                  <a:pt x="53" y="745"/>
                  <a:pt x="159" y="453"/>
                </a:cubicBezTo>
                <a:cubicBezTo>
                  <a:pt x="267" y="161"/>
                  <a:pt x="321" y="12"/>
                  <a:pt x="323" y="9"/>
                </a:cubicBezTo>
                <a:cubicBezTo>
                  <a:pt x="325" y="3"/>
                  <a:pt x="330" y="0"/>
                  <a:pt x="338" y="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2" name=""/>
          <p:cNvSpPr/>
          <p:nvPr/>
        </p:nvSpPr>
        <p:spPr>
          <a:xfrm>
            <a:off x="4852440" y="2903040"/>
            <a:ext cx="226440" cy="146160"/>
          </a:xfrm>
          <a:custGeom>
            <a:avLst/>
            <a:gdLst/>
            <a:ahLst/>
            <a:rect l="0" t="0" r="r" b="b"/>
            <a:pathLst>
              <a:path w="629" h="406">
                <a:moveTo>
                  <a:pt x="67" y="57"/>
                </a:moveTo>
                <a:cubicBezTo>
                  <a:pt x="63" y="51"/>
                  <a:pt x="59" y="48"/>
                  <a:pt x="54" y="46"/>
                </a:cubicBezTo>
                <a:cubicBezTo>
                  <a:pt x="49" y="45"/>
                  <a:pt x="38" y="44"/>
                  <a:pt x="20" y="42"/>
                </a:cubicBezTo>
                <a:lnTo>
                  <a:pt x="0" y="42"/>
                </a:lnTo>
                <a:lnTo>
                  <a:pt x="0" y="0"/>
                </a:lnTo>
                <a:lnTo>
                  <a:pt x="5" y="0"/>
                </a:lnTo>
                <a:lnTo>
                  <a:pt x="24" y="0"/>
                </a:lnTo>
                <a:cubicBezTo>
                  <a:pt x="35" y="0"/>
                  <a:pt x="48" y="1"/>
                  <a:pt x="61" y="1"/>
                </a:cubicBezTo>
                <a:cubicBezTo>
                  <a:pt x="75" y="2"/>
                  <a:pt x="84" y="2"/>
                  <a:pt x="91" y="2"/>
                </a:cubicBezTo>
                <a:cubicBezTo>
                  <a:pt x="146" y="2"/>
                  <a:pt x="178" y="1"/>
                  <a:pt x="187" y="0"/>
                </a:cubicBezTo>
                <a:lnTo>
                  <a:pt x="194" y="0"/>
                </a:lnTo>
                <a:lnTo>
                  <a:pt x="194" y="42"/>
                </a:lnTo>
                <a:lnTo>
                  <a:pt x="181" y="42"/>
                </a:lnTo>
                <a:cubicBezTo>
                  <a:pt x="158" y="43"/>
                  <a:pt x="146" y="48"/>
                  <a:pt x="146" y="57"/>
                </a:cubicBezTo>
                <a:cubicBezTo>
                  <a:pt x="146" y="58"/>
                  <a:pt x="160" y="97"/>
                  <a:pt x="187" y="176"/>
                </a:cubicBezTo>
                <a:lnTo>
                  <a:pt x="227" y="292"/>
                </a:lnTo>
                <a:lnTo>
                  <a:pt x="295" y="94"/>
                </a:lnTo>
                <a:lnTo>
                  <a:pt x="290" y="78"/>
                </a:lnTo>
                <a:cubicBezTo>
                  <a:pt x="283" y="61"/>
                  <a:pt x="278" y="50"/>
                  <a:pt x="274" y="47"/>
                </a:cubicBezTo>
                <a:cubicBezTo>
                  <a:pt x="269" y="44"/>
                  <a:pt x="257" y="42"/>
                  <a:pt x="239" y="42"/>
                </a:cubicBezTo>
                <a:lnTo>
                  <a:pt x="221" y="42"/>
                </a:lnTo>
                <a:lnTo>
                  <a:pt x="221" y="0"/>
                </a:lnTo>
                <a:lnTo>
                  <a:pt x="226" y="0"/>
                </a:lnTo>
                <a:cubicBezTo>
                  <a:pt x="230" y="1"/>
                  <a:pt x="256" y="2"/>
                  <a:pt x="303" y="2"/>
                </a:cubicBezTo>
                <a:cubicBezTo>
                  <a:pt x="359" y="2"/>
                  <a:pt x="391" y="1"/>
                  <a:pt x="401" y="0"/>
                </a:cubicBezTo>
                <a:lnTo>
                  <a:pt x="407" y="0"/>
                </a:lnTo>
                <a:lnTo>
                  <a:pt x="407" y="42"/>
                </a:lnTo>
                <a:lnTo>
                  <a:pt x="399" y="42"/>
                </a:lnTo>
                <a:cubicBezTo>
                  <a:pt x="369" y="42"/>
                  <a:pt x="355" y="47"/>
                  <a:pt x="355" y="56"/>
                </a:cubicBezTo>
                <a:cubicBezTo>
                  <a:pt x="355" y="58"/>
                  <a:pt x="359" y="72"/>
                  <a:pt x="368" y="98"/>
                </a:cubicBezTo>
                <a:cubicBezTo>
                  <a:pt x="376" y="123"/>
                  <a:pt x="386" y="151"/>
                  <a:pt x="396" y="180"/>
                </a:cubicBezTo>
                <a:cubicBezTo>
                  <a:pt x="406" y="210"/>
                  <a:pt x="416" y="237"/>
                  <a:pt x="425" y="265"/>
                </a:cubicBezTo>
                <a:lnTo>
                  <a:pt x="439" y="304"/>
                </a:lnTo>
                <a:lnTo>
                  <a:pt x="477" y="194"/>
                </a:lnTo>
                <a:cubicBezTo>
                  <a:pt x="502" y="119"/>
                  <a:pt x="515" y="80"/>
                  <a:pt x="515" y="77"/>
                </a:cubicBezTo>
                <a:cubicBezTo>
                  <a:pt x="515" y="67"/>
                  <a:pt x="511" y="59"/>
                  <a:pt x="501" y="53"/>
                </a:cubicBezTo>
                <a:cubicBezTo>
                  <a:pt x="492" y="47"/>
                  <a:pt x="482" y="43"/>
                  <a:pt x="470" y="42"/>
                </a:cubicBezTo>
                <a:lnTo>
                  <a:pt x="463" y="42"/>
                </a:lnTo>
                <a:lnTo>
                  <a:pt x="463" y="0"/>
                </a:lnTo>
                <a:lnTo>
                  <a:pt x="469" y="0"/>
                </a:lnTo>
                <a:cubicBezTo>
                  <a:pt x="477" y="1"/>
                  <a:pt x="506" y="2"/>
                  <a:pt x="556" y="2"/>
                </a:cubicBezTo>
                <a:cubicBezTo>
                  <a:pt x="598" y="2"/>
                  <a:pt x="621" y="1"/>
                  <a:pt x="624" y="0"/>
                </a:cubicBezTo>
                <a:lnTo>
                  <a:pt x="629" y="0"/>
                </a:lnTo>
                <a:lnTo>
                  <a:pt x="629" y="42"/>
                </a:lnTo>
                <a:lnTo>
                  <a:pt x="623" y="42"/>
                </a:lnTo>
                <a:cubicBezTo>
                  <a:pt x="623" y="42"/>
                  <a:pt x="621" y="42"/>
                  <a:pt x="618" y="42"/>
                </a:cubicBezTo>
                <a:cubicBezTo>
                  <a:pt x="615" y="42"/>
                  <a:pt x="612" y="42"/>
                  <a:pt x="610" y="43"/>
                </a:cubicBezTo>
                <a:cubicBezTo>
                  <a:pt x="581" y="47"/>
                  <a:pt x="562" y="62"/>
                  <a:pt x="552" y="89"/>
                </a:cubicBezTo>
                <a:lnTo>
                  <a:pt x="497" y="248"/>
                </a:lnTo>
                <a:cubicBezTo>
                  <a:pt x="489" y="271"/>
                  <a:pt x="479" y="298"/>
                  <a:pt x="468" y="331"/>
                </a:cubicBezTo>
                <a:cubicBezTo>
                  <a:pt x="456" y="367"/>
                  <a:pt x="449" y="388"/>
                  <a:pt x="445" y="395"/>
                </a:cubicBezTo>
                <a:cubicBezTo>
                  <a:pt x="442" y="402"/>
                  <a:pt x="438" y="405"/>
                  <a:pt x="431" y="406"/>
                </a:cubicBezTo>
                <a:lnTo>
                  <a:pt x="423" y="406"/>
                </a:lnTo>
                <a:cubicBezTo>
                  <a:pt x="412" y="406"/>
                  <a:pt x="405" y="404"/>
                  <a:pt x="402" y="400"/>
                </a:cubicBezTo>
                <a:cubicBezTo>
                  <a:pt x="402" y="399"/>
                  <a:pt x="387" y="357"/>
                  <a:pt x="357" y="274"/>
                </a:cubicBezTo>
                <a:lnTo>
                  <a:pt x="315" y="150"/>
                </a:lnTo>
                <a:cubicBezTo>
                  <a:pt x="314" y="152"/>
                  <a:pt x="285" y="235"/>
                  <a:pt x="228" y="400"/>
                </a:cubicBezTo>
                <a:cubicBezTo>
                  <a:pt x="225" y="404"/>
                  <a:pt x="218" y="406"/>
                  <a:pt x="207" y="406"/>
                </a:cubicBezTo>
                <a:lnTo>
                  <a:pt x="202" y="406"/>
                </a:lnTo>
                <a:cubicBezTo>
                  <a:pt x="194" y="406"/>
                  <a:pt x="189" y="404"/>
                  <a:pt x="186" y="399"/>
                </a:cubicBezTo>
                <a:lnTo>
                  <a:pt x="67" y="57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3" name=""/>
          <p:cNvSpPr/>
          <p:nvPr/>
        </p:nvSpPr>
        <p:spPr>
          <a:xfrm>
            <a:off x="5094000" y="2897280"/>
            <a:ext cx="146520" cy="151560"/>
          </a:xfrm>
          <a:custGeom>
            <a:avLst/>
            <a:gdLst/>
            <a:ahLst/>
            <a:rect l="0" t="0" r="r" b="b"/>
            <a:pathLst>
              <a:path w="407" h="421">
                <a:moveTo>
                  <a:pt x="0" y="216"/>
                </a:moveTo>
                <a:cubicBezTo>
                  <a:pt x="0" y="157"/>
                  <a:pt x="20" y="106"/>
                  <a:pt x="60" y="64"/>
                </a:cubicBezTo>
                <a:cubicBezTo>
                  <a:pt x="99" y="22"/>
                  <a:pt x="147" y="1"/>
                  <a:pt x="204" y="0"/>
                </a:cubicBezTo>
                <a:cubicBezTo>
                  <a:pt x="259" y="0"/>
                  <a:pt x="307" y="21"/>
                  <a:pt x="347" y="62"/>
                </a:cubicBezTo>
                <a:cubicBezTo>
                  <a:pt x="387" y="104"/>
                  <a:pt x="407" y="155"/>
                  <a:pt x="407" y="215"/>
                </a:cubicBezTo>
                <a:cubicBezTo>
                  <a:pt x="407" y="273"/>
                  <a:pt x="388" y="322"/>
                  <a:pt x="349" y="361"/>
                </a:cubicBezTo>
                <a:cubicBezTo>
                  <a:pt x="310" y="401"/>
                  <a:pt x="261" y="421"/>
                  <a:pt x="204" y="421"/>
                </a:cubicBezTo>
                <a:cubicBezTo>
                  <a:pt x="144" y="421"/>
                  <a:pt x="96" y="401"/>
                  <a:pt x="58" y="360"/>
                </a:cubicBezTo>
                <a:cubicBezTo>
                  <a:pt x="20" y="319"/>
                  <a:pt x="1" y="271"/>
                  <a:pt x="0" y="216"/>
                </a:cubicBezTo>
                <a:moveTo>
                  <a:pt x="204" y="384"/>
                </a:moveTo>
                <a:cubicBezTo>
                  <a:pt x="279" y="384"/>
                  <a:pt x="317" y="335"/>
                  <a:pt x="317" y="235"/>
                </a:cubicBezTo>
                <a:lnTo>
                  <a:pt x="317" y="205"/>
                </a:lnTo>
                <a:lnTo>
                  <a:pt x="317" y="183"/>
                </a:lnTo>
                <a:cubicBezTo>
                  <a:pt x="317" y="169"/>
                  <a:pt x="316" y="157"/>
                  <a:pt x="316" y="148"/>
                </a:cubicBezTo>
                <a:cubicBezTo>
                  <a:pt x="315" y="137"/>
                  <a:pt x="313" y="125"/>
                  <a:pt x="309" y="112"/>
                </a:cubicBezTo>
                <a:cubicBezTo>
                  <a:pt x="306" y="98"/>
                  <a:pt x="301" y="87"/>
                  <a:pt x="295" y="79"/>
                </a:cubicBezTo>
                <a:cubicBezTo>
                  <a:pt x="288" y="70"/>
                  <a:pt x="279" y="62"/>
                  <a:pt x="266" y="53"/>
                </a:cubicBezTo>
                <a:cubicBezTo>
                  <a:pt x="252" y="45"/>
                  <a:pt x="237" y="38"/>
                  <a:pt x="220" y="35"/>
                </a:cubicBezTo>
                <a:cubicBezTo>
                  <a:pt x="217" y="34"/>
                  <a:pt x="212" y="34"/>
                  <a:pt x="206" y="34"/>
                </a:cubicBezTo>
                <a:cubicBezTo>
                  <a:pt x="187" y="34"/>
                  <a:pt x="170" y="38"/>
                  <a:pt x="153" y="45"/>
                </a:cubicBezTo>
                <a:cubicBezTo>
                  <a:pt x="127" y="58"/>
                  <a:pt x="110" y="77"/>
                  <a:pt x="102" y="101"/>
                </a:cubicBezTo>
                <a:cubicBezTo>
                  <a:pt x="94" y="125"/>
                  <a:pt x="90" y="154"/>
                  <a:pt x="90" y="186"/>
                </a:cubicBezTo>
                <a:lnTo>
                  <a:pt x="90" y="205"/>
                </a:lnTo>
                <a:cubicBezTo>
                  <a:pt x="90" y="263"/>
                  <a:pt x="96" y="305"/>
                  <a:pt x="107" y="328"/>
                </a:cubicBezTo>
                <a:cubicBezTo>
                  <a:pt x="127" y="366"/>
                  <a:pt x="159" y="384"/>
                  <a:pt x="204" y="38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4" name=""/>
          <p:cNvSpPr/>
          <p:nvPr/>
        </p:nvSpPr>
        <p:spPr>
          <a:xfrm>
            <a:off x="5256360" y="2899080"/>
            <a:ext cx="114120" cy="146520"/>
          </a:xfrm>
          <a:custGeom>
            <a:avLst/>
            <a:gdLst/>
            <a:ahLst/>
            <a:rect l="0" t="0" r="r" b="b"/>
            <a:pathLst>
              <a:path w="317" h="407">
                <a:moveTo>
                  <a:pt x="15" y="365"/>
                </a:moveTo>
                <a:lnTo>
                  <a:pt x="28" y="365"/>
                </a:lnTo>
                <a:cubicBezTo>
                  <a:pt x="53" y="365"/>
                  <a:pt x="67" y="360"/>
                  <a:pt x="72" y="352"/>
                </a:cubicBezTo>
                <a:lnTo>
                  <a:pt x="72" y="344"/>
                </a:lnTo>
                <a:cubicBezTo>
                  <a:pt x="72" y="339"/>
                  <a:pt x="72" y="332"/>
                  <a:pt x="72" y="323"/>
                </a:cubicBezTo>
                <a:cubicBezTo>
                  <a:pt x="72" y="315"/>
                  <a:pt x="72" y="305"/>
                  <a:pt x="73" y="295"/>
                </a:cubicBezTo>
                <a:cubicBezTo>
                  <a:pt x="73" y="285"/>
                  <a:pt x="73" y="273"/>
                  <a:pt x="73" y="259"/>
                </a:cubicBezTo>
                <a:cubicBezTo>
                  <a:pt x="72" y="245"/>
                  <a:pt x="72" y="232"/>
                  <a:pt x="73" y="220"/>
                </a:cubicBezTo>
                <a:cubicBezTo>
                  <a:pt x="73" y="201"/>
                  <a:pt x="73" y="181"/>
                  <a:pt x="73" y="159"/>
                </a:cubicBezTo>
                <a:cubicBezTo>
                  <a:pt x="73" y="138"/>
                  <a:pt x="73" y="120"/>
                  <a:pt x="73" y="105"/>
                </a:cubicBezTo>
                <a:lnTo>
                  <a:pt x="72" y="84"/>
                </a:lnTo>
                <a:cubicBezTo>
                  <a:pt x="70" y="72"/>
                  <a:pt x="66" y="65"/>
                  <a:pt x="59" y="61"/>
                </a:cubicBezTo>
                <a:cubicBezTo>
                  <a:pt x="52" y="57"/>
                  <a:pt x="38" y="55"/>
                  <a:pt x="17" y="53"/>
                </a:cubicBezTo>
                <a:lnTo>
                  <a:pt x="0" y="53"/>
                </a:lnTo>
                <a:lnTo>
                  <a:pt x="0" y="32"/>
                </a:lnTo>
                <a:cubicBezTo>
                  <a:pt x="0" y="18"/>
                  <a:pt x="1" y="11"/>
                  <a:pt x="2" y="11"/>
                </a:cubicBezTo>
                <a:lnTo>
                  <a:pt x="11" y="10"/>
                </a:lnTo>
                <a:cubicBezTo>
                  <a:pt x="17" y="9"/>
                  <a:pt x="26" y="8"/>
                  <a:pt x="37" y="8"/>
                </a:cubicBezTo>
                <a:cubicBezTo>
                  <a:pt x="49" y="7"/>
                  <a:pt x="60" y="7"/>
                  <a:pt x="71" y="6"/>
                </a:cubicBezTo>
                <a:cubicBezTo>
                  <a:pt x="81" y="5"/>
                  <a:pt x="92" y="5"/>
                  <a:pt x="103" y="4"/>
                </a:cubicBezTo>
                <a:cubicBezTo>
                  <a:pt x="115" y="4"/>
                  <a:pt x="124" y="3"/>
                  <a:pt x="130" y="1"/>
                </a:cubicBezTo>
                <a:cubicBezTo>
                  <a:pt x="136" y="0"/>
                  <a:pt x="139" y="0"/>
                  <a:pt x="140" y="0"/>
                </a:cubicBezTo>
                <a:lnTo>
                  <a:pt x="143" y="0"/>
                </a:lnTo>
                <a:lnTo>
                  <a:pt x="143" y="64"/>
                </a:lnTo>
                <a:cubicBezTo>
                  <a:pt x="166" y="22"/>
                  <a:pt x="196" y="1"/>
                  <a:pt x="232" y="1"/>
                </a:cubicBezTo>
                <a:lnTo>
                  <a:pt x="237" y="1"/>
                </a:lnTo>
                <a:cubicBezTo>
                  <a:pt x="265" y="1"/>
                  <a:pt x="285" y="8"/>
                  <a:pt x="298" y="22"/>
                </a:cubicBezTo>
                <a:cubicBezTo>
                  <a:pt x="310" y="35"/>
                  <a:pt x="317" y="49"/>
                  <a:pt x="317" y="64"/>
                </a:cubicBezTo>
                <a:cubicBezTo>
                  <a:pt x="317" y="77"/>
                  <a:pt x="313" y="88"/>
                  <a:pt x="305" y="97"/>
                </a:cubicBezTo>
                <a:cubicBezTo>
                  <a:pt x="297" y="106"/>
                  <a:pt x="285" y="111"/>
                  <a:pt x="270" y="111"/>
                </a:cubicBezTo>
                <a:cubicBezTo>
                  <a:pt x="255" y="111"/>
                  <a:pt x="243" y="106"/>
                  <a:pt x="236" y="96"/>
                </a:cubicBezTo>
                <a:cubicBezTo>
                  <a:pt x="229" y="86"/>
                  <a:pt x="225" y="76"/>
                  <a:pt x="224" y="65"/>
                </a:cubicBezTo>
                <a:cubicBezTo>
                  <a:pt x="224" y="59"/>
                  <a:pt x="225" y="54"/>
                  <a:pt x="226" y="50"/>
                </a:cubicBezTo>
                <a:cubicBezTo>
                  <a:pt x="227" y="46"/>
                  <a:pt x="229" y="42"/>
                  <a:pt x="231" y="39"/>
                </a:cubicBezTo>
                <a:cubicBezTo>
                  <a:pt x="232" y="36"/>
                  <a:pt x="233" y="34"/>
                  <a:pt x="233" y="34"/>
                </a:cubicBezTo>
                <a:cubicBezTo>
                  <a:pt x="232" y="33"/>
                  <a:pt x="225" y="34"/>
                  <a:pt x="212" y="38"/>
                </a:cubicBezTo>
                <a:cubicBezTo>
                  <a:pt x="202" y="43"/>
                  <a:pt x="195" y="48"/>
                  <a:pt x="190" y="52"/>
                </a:cubicBezTo>
                <a:cubicBezTo>
                  <a:pt x="162" y="79"/>
                  <a:pt x="147" y="134"/>
                  <a:pt x="147" y="216"/>
                </a:cubicBezTo>
                <a:lnTo>
                  <a:pt x="147" y="266"/>
                </a:lnTo>
                <a:cubicBezTo>
                  <a:pt x="147" y="274"/>
                  <a:pt x="147" y="282"/>
                  <a:pt x="147" y="290"/>
                </a:cubicBezTo>
                <a:cubicBezTo>
                  <a:pt x="147" y="299"/>
                  <a:pt x="147" y="307"/>
                  <a:pt x="147" y="314"/>
                </a:cubicBezTo>
                <a:cubicBezTo>
                  <a:pt x="147" y="322"/>
                  <a:pt x="147" y="328"/>
                  <a:pt x="148" y="333"/>
                </a:cubicBezTo>
                <a:cubicBezTo>
                  <a:pt x="149" y="337"/>
                  <a:pt x="149" y="342"/>
                  <a:pt x="148" y="346"/>
                </a:cubicBezTo>
                <a:lnTo>
                  <a:pt x="148" y="351"/>
                </a:lnTo>
                <a:cubicBezTo>
                  <a:pt x="149" y="352"/>
                  <a:pt x="150" y="353"/>
                  <a:pt x="151" y="355"/>
                </a:cubicBezTo>
                <a:cubicBezTo>
                  <a:pt x="152" y="356"/>
                  <a:pt x="154" y="357"/>
                  <a:pt x="155" y="357"/>
                </a:cubicBezTo>
                <a:cubicBezTo>
                  <a:pt x="157" y="358"/>
                  <a:pt x="159" y="359"/>
                  <a:pt x="160" y="360"/>
                </a:cubicBezTo>
                <a:cubicBezTo>
                  <a:pt x="161" y="361"/>
                  <a:pt x="163" y="362"/>
                  <a:pt x="166" y="362"/>
                </a:cubicBezTo>
                <a:cubicBezTo>
                  <a:pt x="169" y="362"/>
                  <a:pt x="172" y="362"/>
                  <a:pt x="173" y="363"/>
                </a:cubicBezTo>
                <a:cubicBezTo>
                  <a:pt x="174" y="363"/>
                  <a:pt x="177" y="364"/>
                  <a:pt x="181" y="364"/>
                </a:cubicBezTo>
                <a:cubicBezTo>
                  <a:pt x="185" y="364"/>
                  <a:pt x="188" y="364"/>
                  <a:pt x="189" y="364"/>
                </a:cubicBezTo>
                <a:cubicBezTo>
                  <a:pt x="191" y="364"/>
                  <a:pt x="194" y="364"/>
                  <a:pt x="199" y="365"/>
                </a:cubicBezTo>
                <a:cubicBezTo>
                  <a:pt x="203" y="365"/>
                  <a:pt x="206" y="365"/>
                  <a:pt x="208" y="365"/>
                </a:cubicBezTo>
                <a:lnTo>
                  <a:pt x="236" y="365"/>
                </a:lnTo>
                <a:lnTo>
                  <a:pt x="236" y="407"/>
                </a:lnTo>
                <a:lnTo>
                  <a:pt x="228" y="407"/>
                </a:lnTo>
                <a:cubicBezTo>
                  <a:pt x="217" y="405"/>
                  <a:pt x="178" y="404"/>
                  <a:pt x="111" y="404"/>
                </a:cubicBezTo>
                <a:cubicBezTo>
                  <a:pt x="48" y="404"/>
                  <a:pt x="13" y="405"/>
                  <a:pt x="8" y="407"/>
                </a:cubicBezTo>
                <a:lnTo>
                  <a:pt x="0" y="407"/>
                </a:lnTo>
                <a:lnTo>
                  <a:pt x="0" y="365"/>
                </a:lnTo>
                <a:lnTo>
                  <a:pt x="15" y="365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5" name=""/>
          <p:cNvSpPr/>
          <p:nvPr/>
        </p:nvSpPr>
        <p:spPr>
          <a:xfrm>
            <a:off x="5385960" y="2815920"/>
            <a:ext cx="162360" cy="229680"/>
          </a:xfrm>
          <a:custGeom>
            <a:avLst/>
            <a:gdLst/>
            <a:ahLst/>
            <a:rect l="0" t="0" r="r" b="b"/>
            <a:pathLst>
              <a:path w="451" h="638">
                <a:moveTo>
                  <a:pt x="15" y="596"/>
                </a:moveTo>
                <a:lnTo>
                  <a:pt x="27" y="596"/>
                </a:lnTo>
                <a:cubicBezTo>
                  <a:pt x="51" y="596"/>
                  <a:pt x="66" y="591"/>
                  <a:pt x="70" y="583"/>
                </a:cubicBezTo>
                <a:lnTo>
                  <a:pt x="70" y="575"/>
                </a:lnTo>
                <a:cubicBezTo>
                  <a:pt x="70" y="570"/>
                  <a:pt x="70" y="563"/>
                  <a:pt x="70" y="554"/>
                </a:cubicBezTo>
                <a:cubicBezTo>
                  <a:pt x="70" y="546"/>
                  <a:pt x="70" y="536"/>
                  <a:pt x="70" y="524"/>
                </a:cubicBezTo>
                <a:cubicBezTo>
                  <a:pt x="70" y="513"/>
                  <a:pt x="71" y="499"/>
                  <a:pt x="71" y="485"/>
                </a:cubicBezTo>
                <a:cubicBezTo>
                  <a:pt x="72" y="470"/>
                  <a:pt x="72" y="455"/>
                  <a:pt x="71" y="439"/>
                </a:cubicBezTo>
                <a:cubicBezTo>
                  <a:pt x="71" y="423"/>
                  <a:pt x="71" y="406"/>
                  <a:pt x="71" y="388"/>
                </a:cubicBezTo>
                <a:cubicBezTo>
                  <a:pt x="72" y="371"/>
                  <a:pt x="72" y="353"/>
                  <a:pt x="71" y="336"/>
                </a:cubicBezTo>
                <a:cubicBezTo>
                  <a:pt x="71" y="313"/>
                  <a:pt x="71" y="290"/>
                  <a:pt x="71" y="265"/>
                </a:cubicBezTo>
                <a:cubicBezTo>
                  <a:pt x="71" y="239"/>
                  <a:pt x="71" y="217"/>
                  <a:pt x="71" y="196"/>
                </a:cubicBezTo>
                <a:cubicBezTo>
                  <a:pt x="71" y="175"/>
                  <a:pt x="71" y="157"/>
                  <a:pt x="71" y="141"/>
                </a:cubicBezTo>
                <a:cubicBezTo>
                  <a:pt x="71" y="124"/>
                  <a:pt x="71" y="110"/>
                  <a:pt x="70" y="99"/>
                </a:cubicBezTo>
                <a:cubicBezTo>
                  <a:pt x="70" y="88"/>
                  <a:pt x="70" y="83"/>
                  <a:pt x="70" y="84"/>
                </a:cubicBezTo>
                <a:cubicBezTo>
                  <a:pt x="69" y="72"/>
                  <a:pt x="64" y="65"/>
                  <a:pt x="58" y="61"/>
                </a:cubicBezTo>
                <a:cubicBezTo>
                  <a:pt x="51" y="57"/>
                  <a:pt x="37" y="54"/>
                  <a:pt x="16" y="53"/>
                </a:cubicBezTo>
                <a:lnTo>
                  <a:pt x="0" y="53"/>
                </a:lnTo>
                <a:lnTo>
                  <a:pt x="0" y="32"/>
                </a:lnTo>
                <a:cubicBezTo>
                  <a:pt x="0" y="17"/>
                  <a:pt x="0" y="10"/>
                  <a:pt x="2" y="10"/>
                </a:cubicBezTo>
                <a:lnTo>
                  <a:pt x="11" y="9"/>
                </a:lnTo>
                <a:cubicBezTo>
                  <a:pt x="17" y="9"/>
                  <a:pt x="26" y="8"/>
                  <a:pt x="37" y="8"/>
                </a:cubicBezTo>
                <a:cubicBezTo>
                  <a:pt x="49" y="7"/>
                  <a:pt x="60" y="6"/>
                  <a:pt x="71" y="6"/>
                </a:cubicBezTo>
                <a:cubicBezTo>
                  <a:pt x="82" y="5"/>
                  <a:pt x="93" y="5"/>
                  <a:pt x="105" y="4"/>
                </a:cubicBezTo>
                <a:cubicBezTo>
                  <a:pt x="119" y="3"/>
                  <a:pt x="128" y="2"/>
                  <a:pt x="134" y="1"/>
                </a:cubicBezTo>
                <a:cubicBezTo>
                  <a:pt x="140" y="0"/>
                  <a:pt x="143" y="0"/>
                  <a:pt x="144" y="0"/>
                </a:cubicBezTo>
                <a:lnTo>
                  <a:pt x="147" y="0"/>
                </a:lnTo>
                <a:lnTo>
                  <a:pt x="147" y="213"/>
                </a:lnTo>
                <a:lnTo>
                  <a:pt x="148" y="424"/>
                </a:lnTo>
                <a:lnTo>
                  <a:pt x="203" y="375"/>
                </a:lnTo>
                <a:cubicBezTo>
                  <a:pt x="239" y="342"/>
                  <a:pt x="259" y="323"/>
                  <a:pt x="261" y="320"/>
                </a:cubicBezTo>
                <a:cubicBezTo>
                  <a:pt x="265" y="314"/>
                  <a:pt x="267" y="309"/>
                  <a:pt x="267" y="304"/>
                </a:cubicBezTo>
                <a:cubicBezTo>
                  <a:pt x="267" y="292"/>
                  <a:pt x="260" y="286"/>
                  <a:pt x="248" y="285"/>
                </a:cubicBezTo>
                <a:lnTo>
                  <a:pt x="243" y="285"/>
                </a:lnTo>
                <a:lnTo>
                  <a:pt x="243" y="243"/>
                </a:lnTo>
                <a:lnTo>
                  <a:pt x="251" y="243"/>
                </a:lnTo>
                <a:cubicBezTo>
                  <a:pt x="260" y="244"/>
                  <a:pt x="297" y="245"/>
                  <a:pt x="360" y="245"/>
                </a:cubicBezTo>
                <a:cubicBezTo>
                  <a:pt x="399" y="245"/>
                  <a:pt x="421" y="244"/>
                  <a:pt x="426" y="243"/>
                </a:cubicBezTo>
                <a:lnTo>
                  <a:pt x="431" y="243"/>
                </a:lnTo>
                <a:lnTo>
                  <a:pt x="431" y="285"/>
                </a:lnTo>
                <a:lnTo>
                  <a:pt x="419" y="285"/>
                </a:lnTo>
                <a:cubicBezTo>
                  <a:pt x="377" y="288"/>
                  <a:pt x="341" y="301"/>
                  <a:pt x="313" y="325"/>
                </a:cubicBezTo>
                <a:cubicBezTo>
                  <a:pt x="267" y="364"/>
                  <a:pt x="245" y="384"/>
                  <a:pt x="245" y="387"/>
                </a:cubicBezTo>
                <a:cubicBezTo>
                  <a:pt x="245" y="387"/>
                  <a:pt x="264" y="416"/>
                  <a:pt x="303" y="472"/>
                </a:cubicBezTo>
                <a:cubicBezTo>
                  <a:pt x="341" y="528"/>
                  <a:pt x="363" y="559"/>
                  <a:pt x="368" y="565"/>
                </a:cubicBezTo>
                <a:cubicBezTo>
                  <a:pt x="376" y="577"/>
                  <a:pt x="386" y="585"/>
                  <a:pt x="396" y="589"/>
                </a:cubicBezTo>
                <a:cubicBezTo>
                  <a:pt x="407" y="594"/>
                  <a:pt x="422" y="596"/>
                  <a:pt x="441" y="596"/>
                </a:cubicBezTo>
                <a:lnTo>
                  <a:pt x="451" y="596"/>
                </a:lnTo>
                <a:lnTo>
                  <a:pt x="451" y="638"/>
                </a:lnTo>
                <a:lnTo>
                  <a:pt x="446" y="638"/>
                </a:lnTo>
                <a:cubicBezTo>
                  <a:pt x="440" y="636"/>
                  <a:pt x="414" y="635"/>
                  <a:pt x="366" y="635"/>
                </a:cubicBezTo>
                <a:cubicBezTo>
                  <a:pt x="307" y="635"/>
                  <a:pt x="273" y="636"/>
                  <a:pt x="264" y="638"/>
                </a:cubicBezTo>
                <a:lnTo>
                  <a:pt x="257" y="638"/>
                </a:lnTo>
                <a:lnTo>
                  <a:pt x="257" y="596"/>
                </a:lnTo>
                <a:lnTo>
                  <a:pt x="263" y="596"/>
                </a:lnTo>
                <a:cubicBezTo>
                  <a:pt x="278" y="594"/>
                  <a:pt x="285" y="589"/>
                  <a:pt x="285" y="578"/>
                </a:cubicBezTo>
                <a:cubicBezTo>
                  <a:pt x="285" y="574"/>
                  <a:pt x="284" y="570"/>
                  <a:pt x="282" y="565"/>
                </a:cubicBezTo>
                <a:cubicBezTo>
                  <a:pt x="280" y="562"/>
                  <a:pt x="264" y="540"/>
                  <a:pt x="236" y="498"/>
                </a:cubicBezTo>
                <a:cubicBezTo>
                  <a:pt x="207" y="455"/>
                  <a:pt x="192" y="434"/>
                  <a:pt x="192" y="434"/>
                </a:cubicBezTo>
                <a:lnTo>
                  <a:pt x="144" y="476"/>
                </a:lnTo>
                <a:lnTo>
                  <a:pt x="144" y="528"/>
                </a:lnTo>
                <a:lnTo>
                  <a:pt x="144" y="561"/>
                </a:lnTo>
                <a:cubicBezTo>
                  <a:pt x="144" y="572"/>
                  <a:pt x="145" y="580"/>
                  <a:pt x="146" y="584"/>
                </a:cubicBezTo>
                <a:cubicBezTo>
                  <a:pt x="147" y="587"/>
                  <a:pt x="150" y="590"/>
                  <a:pt x="156" y="593"/>
                </a:cubicBezTo>
                <a:cubicBezTo>
                  <a:pt x="169" y="595"/>
                  <a:pt x="184" y="596"/>
                  <a:pt x="201" y="596"/>
                </a:cubicBezTo>
                <a:lnTo>
                  <a:pt x="215" y="596"/>
                </a:lnTo>
                <a:lnTo>
                  <a:pt x="215" y="638"/>
                </a:lnTo>
                <a:lnTo>
                  <a:pt x="208" y="638"/>
                </a:lnTo>
                <a:cubicBezTo>
                  <a:pt x="199" y="636"/>
                  <a:pt x="166" y="635"/>
                  <a:pt x="107" y="635"/>
                </a:cubicBezTo>
                <a:cubicBezTo>
                  <a:pt x="50" y="635"/>
                  <a:pt x="16" y="636"/>
                  <a:pt x="7" y="638"/>
                </a:cubicBezTo>
                <a:lnTo>
                  <a:pt x="0" y="638"/>
                </a:lnTo>
                <a:lnTo>
                  <a:pt x="0" y="596"/>
                </a:lnTo>
                <a:lnTo>
                  <a:pt x="15" y="596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6" name=""/>
          <p:cNvSpPr/>
          <p:nvPr/>
        </p:nvSpPr>
        <p:spPr>
          <a:xfrm>
            <a:off x="5562720" y="2897280"/>
            <a:ext cx="128160" cy="151920"/>
          </a:xfrm>
          <a:custGeom>
            <a:avLst/>
            <a:gdLst/>
            <a:ahLst/>
            <a:rect l="0" t="0" r="r" b="b"/>
            <a:pathLst>
              <a:path w="356" h="422">
                <a:moveTo>
                  <a:pt x="0" y="212"/>
                </a:moveTo>
                <a:cubicBezTo>
                  <a:pt x="0" y="178"/>
                  <a:pt x="7" y="148"/>
                  <a:pt x="19" y="119"/>
                </a:cubicBezTo>
                <a:cubicBezTo>
                  <a:pt x="31" y="92"/>
                  <a:pt x="46" y="69"/>
                  <a:pt x="65" y="52"/>
                </a:cubicBezTo>
                <a:cubicBezTo>
                  <a:pt x="83" y="35"/>
                  <a:pt x="103" y="22"/>
                  <a:pt x="124" y="14"/>
                </a:cubicBezTo>
                <a:cubicBezTo>
                  <a:pt x="146" y="5"/>
                  <a:pt x="166" y="1"/>
                  <a:pt x="185" y="0"/>
                </a:cubicBezTo>
                <a:cubicBezTo>
                  <a:pt x="217" y="0"/>
                  <a:pt x="245" y="5"/>
                  <a:pt x="268" y="16"/>
                </a:cubicBezTo>
                <a:cubicBezTo>
                  <a:pt x="292" y="27"/>
                  <a:pt x="310" y="43"/>
                  <a:pt x="323" y="62"/>
                </a:cubicBezTo>
                <a:cubicBezTo>
                  <a:pt x="335" y="82"/>
                  <a:pt x="343" y="101"/>
                  <a:pt x="348" y="121"/>
                </a:cubicBezTo>
                <a:cubicBezTo>
                  <a:pt x="353" y="141"/>
                  <a:pt x="356" y="163"/>
                  <a:pt x="356" y="187"/>
                </a:cubicBezTo>
                <a:cubicBezTo>
                  <a:pt x="356" y="191"/>
                  <a:pt x="354" y="196"/>
                  <a:pt x="350" y="200"/>
                </a:cubicBezTo>
                <a:lnTo>
                  <a:pt x="90" y="200"/>
                </a:lnTo>
                <a:lnTo>
                  <a:pt x="90" y="214"/>
                </a:lnTo>
                <a:cubicBezTo>
                  <a:pt x="90" y="304"/>
                  <a:pt x="121" y="359"/>
                  <a:pt x="182" y="379"/>
                </a:cubicBezTo>
                <a:cubicBezTo>
                  <a:pt x="194" y="383"/>
                  <a:pt x="208" y="384"/>
                  <a:pt x="222" y="384"/>
                </a:cubicBezTo>
                <a:cubicBezTo>
                  <a:pt x="248" y="384"/>
                  <a:pt x="270" y="375"/>
                  <a:pt x="288" y="355"/>
                </a:cubicBezTo>
                <a:cubicBezTo>
                  <a:pt x="299" y="345"/>
                  <a:pt x="308" y="332"/>
                  <a:pt x="314" y="316"/>
                </a:cubicBezTo>
                <a:lnTo>
                  <a:pt x="323" y="294"/>
                </a:lnTo>
                <a:cubicBezTo>
                  <a:pt x="325" y="293"/>
                  <a:pt x="330" y="292"/>
                  <a:pt x="338" y="292"/>
                </a:cubicBezTo>
                <a:lnTo>
                  <a:pt x="341" y="292"/>
                </a:lnTo>
                <a:cubicBezTo>
                  <a:pt x="351" y="292"/>
                  <a:pt x="356" y="295"/>
                  <a:pt x="356" y="301"/>
                </a:cubicBezTo>
                <a:cubicBezTo>
                  <a:pt x="356" y="303"/>
                  <a:pt x="356" y="307"/>
                  <a:pt x="354" y="313"/>
                </a:cubicBezTo>
                <a:cubicBezTo>
                  <a:pt x="342" y="346"/>
                  <a:pt x="323" y="373"/>
                  <a:pt x="295" y="393"/>
                </a:cubicBezTo>
                <a:cubicBezTo>
                  <a:pt x="268" y="412"/>
                  <a:pt x="238" y="422"/>
                  <a:pt x="204" y="422"/>
                </a:cubicBezTo>
                <a:cubicBezTo>
                  <a:pt x="146" y="422"/>
                  <a:pt x="98" y="401"/>
                  <a:pt x="59" y="359"/>
                </a:cubicBezTo>
                <a:cubicBezTo>
                  <a:pt x="21" y="316"/>
                  <a:pt x="1" y="268"/>
                  <a:pt x="0" y="212"/>
                </a:cubicBezTo>
                <a:moveTo>
                  <a:pt x="280" y="160"/>
                </a:moveTo>
                <a:cubicBezTo>
                  <a:pt x="274" y="80"/>
                  <a:pt x="244" y="39"/>
                  <a:pt x="193" y="34"/>
                </a:cubicBezTo>
                <a:lnTo>
                  <a:pt x="191" y="34"/>
                </a:lnTo>
                <a:cubicBezTo>
                  <a:pt x="186" y="34"/>
                  <a:pt x="181" y="34"/>
                  <a:pt x="177" y="35"/>
                </a:cubicBezTo>
                <a:cubicBezTo>
                  <a:pt x="172" y="35"/>
                  <a:pt x="164" y="38"/>
                  <a:pt x="154" y="42"/>
                </a:cubicBezTo>
                <a:cubicBezTo>
                  <a:pt x="143" y="46"/>
                  <a:pt x="134" y="53"/>
                  <a:pt x="127" y="61"/>
                </a:cubicBezTo>
                <a:cubicBezTo>
                  <a:pt x="120" y="70"/>
                  <a:pt x="113" y="83"/>
                  <a:pt x="106" y="99"/>
                </a:cubicBezTo>
                <a:cubicBezTo>
                  <a:pt x="99" y="116"/>
                  <a:pt x="94" y="136"/>
                  <a:pt x="91" y="161"/>
                </a:cubicBezTo>
                <a:lnTo>
                  <a:pt x="91" y="167"/>
                </a:lnTo>
                <a:lnTo>
                  <a:pt x="280" y="167"/>
                </a:lnTo>
                <a:lnTo>
                  <a:pt x="280" y="16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7" name=""/>
          <p:cNvSpPr/>
          <p:nvPr/>
        </p:nvSpPr>
        <p:spPr>
          <a:xfrm>
            <a:off x="5706720" y="2899080"/>
            <a:ext cx="114120" cy="146520"/>
          </a:xfrm>
          <a:custGeom>
            <a:avLst/>
            <a:gdLst/>
            <a:ahLst/>
            <a:rect l="0" t="0" r="r" b="b"/>
            <a:pathLst>
              <a:path w="317" h="407">
                <a:moveTo>
                  <a:pt x="15" y="365"/>
                </a:moveTo>
                <a:lnTo>
                  <a:pt x="28" y="365"/>
                </a:lnTo>
                <a:cubicBezTo>
                  <a:pt x="52" y="365"/>
                  <a:pt x="67" y="360"/>
                  <a:pt x="72" y="352"/>
                </a:cubicBezTo>
                <a:lnTo>
                  <a:pt x="72" y="344"/>
                </a:lnTo>
                <a:cubicBezTo>
                  <a:pt x="72" y="339"/>
                  <a:pt x="72" y="332"/>
                  <a:pt x="72" y="323"/>
                </a:cubicBezTo>
                <a:cubicBezTo>
                  <a:pt x="72" y="315"/>
                  <a:pt x="72" y="305"/>
                  <a:pt x="73" y="295"/>
                </a:cubicBezTo>
                <a:cubicBezTo>
                  <a:pt x="74" y="285"/>
                  <a:pt x="74" y="273"/>
                  <a:pt x="73" y="259"/>
                </a:cubicBezTo>
                <a:cubicBezTo>
                  <a:pt x="72" y="245"/>
                  <a:pt x="72" y="232"/>
                  <a:pt x="73" y="220"/>
                </a:cubicBezTo>
                <a:cubicBezTo>
                  <a:pt x="73" y="201"/>
                  <a:pt x="73" y="181"/>
                  <a:pt x="73" y="159"/>
                </a:cubicBezTo>
                <a:cubicBezTo>
                  <a:pt x="73" y="138"/>
                  <a:pt x="73" y="120"/>
                  <a:pt x="73" y="105"/>
                </a:cubicBezTo>
                <a:lnTo>
                  <a:pt x="72" y="84"/>
                </a:lnTo>
                <a:cubicBezTo>
                  <a:pt x="70" y="72"/>
                  <a:pt x="66" y="65"/>
                  <a:pt x="59" y="61"/>
                </a:cubicBezTo>
                <a:cubicBezTo>
                  <a:pt x="51" y="57"/>
                  <a:pt x="38" y="55"/>
                  <a:pt x="17" y="53"/>
                </a:cubicBezTo>
                <a:lnTo>
                  <a:pt x="0" y="53"/>
                </a:lnTo>
                <a:lnTo>
                  <a:pt x="0" y="32"/>
                </a:lnTo>
                <a:cubicBezTo>
                  <a:pt x="0" y="18"/>
                  <a:pt x="1" y="11"/>
                  <a:pt x="2" y="11"/>
                </a:cubicBezTo>
                <a:lnTo>
                  <a:pt x="11" y="10"/>
                </a:lnTo>
                <a:cubicBezTo>
                  <a:pt x="18" y="9"/>
                  <a:pt x="26" y="8"/>
                  <a:pt x="37" y="8"/>
                </a:cubicBezTo>
                <a:cubicBezTo>
                  <a:pt x="48" y="7"/>
                  <a:pt x="60" y="7"/>
                  <a:pt x="71" y="6"/>
                </a:cubicBezTo>
                <a:cubicBezTo>
                  <a:pt x="81" y="5"/>
                  <a:pt x="92" y="5"/>
                  <a:pt x="103" y="4"/>
                </a:cubicBezTo>
                <a:cubicBezTo>
                  <a:pt x="115" y="4"/>
                  <a:pt x="124" y="3"/>
                  <a:pt x="130" y="1"/>
                </a:cubicBezTo>
                <a:cubicBezTo>
                  <a:pt x="136" y="0"/>
                  <a:pt x="139" y="0"/>
                  <a:pt x="140" y="0"/>
                </a:cubicBezTo>
                <a:lnTo>
                  <a:pt x="143" y="0"/>
                </a:lnTo>
                <a:lnTo>
                  <a:pt x="143" y="64"/>
                </a:lnTo>
                <a:cubicBezTo>
                  <a:pt x="166" y="22"/>
                  <a:pt x="196" y="1"/>
                  <a:pt x="232" y="1"/>
                </a:cubicBezTo>
                <a:lnTo>
                  <a:pt x="237" y="1"/>
                </a:lnTo>
                <a:cubicBezTo>
                  <a:pt x="265" y="1"/>
                  <a:pt x="285" y="8"/>
                  <a:pt x="298" y="22"/>
                </a:cubicBezTo>
                <a:cubicBezTo>
                  <a:pt x="310" y="35"/>
                  <a:pt x="317" y="49"/>
                  <a:pt x="317" y="64"/>
                </a:cubicBezTo>
                <a:cubicBezTo>
                  <a:pt x="317" y="77"/>
                  <a:pt x="313" y="88"/>
                  <a:pt x="305" y="97"/>
                </a:cubicBezTo>
                <a:cubicBezTo>
                  <a:pt x="297" y="106"/>
                  <a:pt x="285" y="111"/>
                  <a:pt x="270" y="111"/>
                </a:cubicBezTo>
                <a:cubicBezTo>
                  <a:pt x="255" y="111"/>
                  <a:pt x="244" y="106"/>
                  <a:pt x="236" y="96"/>
                </a:cubicBezTo>
                <a:cubicBezTo>
                  <a:pt x="229" y="86"/>
                  <a:pt x="225" y="76"/>
                  <a:pt x="224" y="65"/>
                </a:cubicBezTo>
                <a:cubicBezTo>
                  <a:pt x="224" y="59"/>
                  <a:pt x="225" y="54"/>
                  <a:pt x="226" y="50"/>
                </a:cubicBezTo>
                <a:cubicBezTo>
                  <a:pt x="227" y="46"/>
                  <a:pt x="229" y="42"/>
                  <a:pt x="231" y="39"/>
                </a:cubicBezTo>
                <a:cubicBezTo>
                  <a:pt x="233" y="36"/>
                  <a:pt x="233" y="34"/>
                  <a:pt x="233" y="34"/>
                </a:cubicBezTo>
                <a:cubicBezTo>
                  <a:pt x="232" y="33"/>
                  <a:pt x="225" y="34"/>
                  <a:pt x="212" y="38"/>
                </a:cubicBezTo>
                <a:cubicBezTo>
                  <a:pt x="203" y="43"/>
                  <a:pt x="195" y="48"/>
                  <a:pt x="190" y="52"/>
                </a:cubicBezTo>
                <a:cubicBezTo>
                  <a:pt x="162" y="79"/>
                  <a:pt x="147" y="134"/>
                  <a:pt x="147" y="216"/>
                </a:cubicBezTo>
                <a:lnTo>
                  <a:pt x="147" y="266"/>
                </a:lnTo>
                <a:cubicBezTo>
                  <a:pt x="147" y="274"/>
                  <a:pt x="147" y="282"/>
                  <a:pt x="147" y="290"/>
                </a:cubicBezTo>
                <a:cubicBezTo>
                  <a:pt x="147" y="299"/>
                  <a:pt x="147" y="307"/>
                  <a:pt x="147" y="314"/>
                </a:cubicBezTo>
                <a:cubicBezTo>
                  <a:pt x="147" y="322"/>
                  <a:pt x="148" y="328"/>
                  <a:pt x="148" y="333"/>
                </a:cubicBezTo>
                <a:cubicBezTo>
                  <a:pt x="149" y="337"/>
                  <a:pt x="149" y="342"/>
                  <a:pt x="148" y="346"/>
                </a:cubicBezTo>
                <a:lnTo>
                  <a:pt x="148" y="351"/>
                </a:lnTo>
                <a:cubicBezTo>
                  <a:pt x="149" y="352"/>
                  <a:pt x="150" y="353"/>
                  <a:pt x="151" y="355"/>
                </a:cubicBezTo>
                <a:cubicBezTo>
                  <a:pt x="152" y="356"/>
                  <a:pt x="154" y="357"/>
                  <a:pt x="155" y="357"/>
                </a:cubicBezTo>
                <a:cubicBezTo>
                  <a:pt x="157" y="358"/>
                  <a:pt x="159" y="359"/>
                  <a:pt x="160" y="360"/>
                </a:cubicBezTo>
                <a:cubicBezTo>
                  <a:pt x="161" y="361"/>
                  <a:pt x="163" y="362"/>
                  <a:pt x="166" y="362"/>
                </a:cubicBezTo>
                <a:cubicBezTo>
                  <a:pt x="170" y="362"/>
                  <a:pt x="172" y="362"/>
                  <a:pt x="173" y="363"/>
                </a:cubicBezTo>
                <a:cubicBezTo>
                  <a:pt x="174" y="363"/>
                  <a:pt x="177" y="364"/>
                  <a:pt x="181" y="364"/>
                </a:cubicBezTo>
                <a:cubicBezTo>
                  <a:pt x="185" y="364"/>
                  <a:pt x="188" y="364"/>
                  <a:pt x="189" y="364"/>
                </a:cubicBezTo>
                <a:cubicBezTo>
                  <a:pt x="191" y="364"/>
                  <a:pt x="194" y="364"/>
                  <a:pt x="199" y="365"/>
                </a:cubicBezTo>
                <a:cubicBezTo>
                  <a:pt x="203" y="365"/>
                  <a:pt x="207" y="365"/>
                  <a:pt x="208" y="365"/>
                </a:cubicBezTo>
                <a:lnTo>
                  <a:pt x="236" y="365"/>
                </a:lnTo>
                <a:lnTo>
                  <a:pt x="236" y="407"/>
                </a:lnTo>
                <a:lnTo>
                  <a:pt x="228" y="407"/>
                </a:lnTo>
                <a:cubicBezTo>
                  <a:pt x="217" y="405"/>
                  <a:pt x="178" y="404"/>
                  <a:pt x="111" y="404"/>
                </a:cubicBezTo>
                <a:cubicBezTo>
                  <a:pt x="47" y="404"/>
                  <a:pt x="13" y="405"/>
                  <a:pt x="8" y="407"/>
                </a:cubicBezTo>
                <a:lnTo>
                  <a:pt x="0" y="407"/>
                </a:lnTo>
                <a:lnTo>
                  <a:pt x="0" y="365"/>
                </a:lnTo>
                <a:lnTo>
                  <a:pt x="15" y="365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8" name=""/>
          <p:cNvSpPr/>
          <p:nvPr/>
        </p:nvSpPr>
        <p:spPr>
          <a:xfrm>
            <a:off x="3349080" y="2718360"/>
            <a:ext cx="2863800" cy="20160"/>
          </a:xfrm>
          <a:custGeom>
            <a:avLst/>
            <a:gdLst/>
            <a:ahLst/>
            <a:rect l="0" t="0" r="r" b="b"/>
            <a:pathLst>
              <a:path w="7955" h="56">
                <a:moveTo>
                  <a:pt x="0" y="56"/>
                </a:moveTo>
                <a:lnTo>
                  <a:pt x="7955" y="56"/>
                </a:lnTo>
                <a:lnTo>
                  <a:pt x="7955" y="0"/>
                </a:lnTo>
                <a:lnTo>
                  <a:pt x="0" y="0"/>
                </a:lnTo>
                <a:lnTo>
                  <a:pt x="0" y="56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9" name=""/>
          <p:cNvSpPr/>
          <p:nvPr/>
        </p:nvSpPr>
        <p:spPr>
          <a:xfrm>
            <a:off x="6362280" y="2689560"/>
            <a:ext cx="220320" cy="77760"/>
          </a:xfrm>
          <a:custGeom>
            <a:avLst/>
            <a:gdLst/>
            <a:ahLst/>
            <a:rect l="0" t="0" r="r" b="b"/>
            <a:pathLst>
              <a:path w="612" h="216">
                <a:moveTo>
                  <a:pt x="0" y="18"/>
                </a:moveTo>
                <a:cubicBezTo>
                  <a:pt x="0" y="10"/>
                  <a:pt x="5" y="4"/>
                  <a:pt x="13" y="0"/>
                </a:cubicBezTo>
                <a:lnTo>
                  <a:pt x="599" y="0"/>
                </a:lnTo>
                <a:cubicBezTo>
                  <a:pt x="608" y="5"/>
                  <a:pt x="612" y="11"/>
                  <a:pt x="612" y="18"/>
                </a:cubicBezTo>
                <a:cubicBezTo>
                  <a:pt x="612" y="25"/>
                  <a:pt x="608" y="31"/>
                  <a:pt x="600" y="36"/>
                </a:cubicBezTo>
                <a:lnTo>
                  <a:pt x="307" y="37"/>
                </a:lnTo>
                <a:lnTo>
                  <a:pt x="15" y="37"/>
                </a:lnTo>
                <a:cubicBezTo>
                  <a:pt x="5" y="34"/>
                  <a:pt x="0" y="28"/>
                  <a:pt x="0" y="18"/>
                </a:cubicBezTo>
                <a:moveTo>
                  <a:pt x="0" y="197"/>
                </a:moveTo>
                <a:cubicBezTo>
                  <a:pt x="0" y="188"/>
                  <a:pt x="5" y="182"/>
                  <a:pt x="15" y="179"/>
                </a:cubicBezTo>
                <a:lnTo>
                  <a:pt x="600" y="179"/>
                </a:lnTo>
                <a:cubicBezTo>
                  <a:pt x="608" y="185"/>
                  <a:pt x="612" y="191"/>
                  <a:pt x="612" y="197"/>
                </a:cubicBezTo>
                <a:cubicBezTo>
                  <a:pt x="612" y="205"/>
                  <a:pt x="608" y="211"/>
                  <a:pt x="599" y="216"/>
                </a:cubicBezTo>
                <a:lnTo>
                  <a:pt x="13" y="216"/>
                </a:lnTo>
                <a:cubicBezTo>
                  <a:pt x="5" y="211"/>
                  <a:pt x="0" y="205"/>
                  <a:pt x="0" y="19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0" name=""/>
          <p:cNvSpPr/>
          <p:nvPr/>
        </p:nvSpPr>
        <p:spPr>
          <a:xfrm>
            <a:off x="6703200" y="2594160"/>
            <a:ext cx="168840" cy="217080"/>
          </a:xfrm>
          <a:custGeom>
            <a:avLst/>
            <a:gdLst/>
            <a:ahLst/>
            <a:rect l="0" t="0" r="r" b="b"/>
            <a:pathLst>
              <a:path w="469" h="603">
                <a:moveTo>
                  <a:pt x="459" y="603"/>
                </a:moveTo>
                <a:cubicBezTo>
                  <a:pt x="446" y="601"/>
                  <a:pt x="400" y="600"/>
                  <a:pt x="321" y="600"/>
                </a:cubicBezTo>
                <a:cubicBezTo>
                  <a:pt x="233" y="600"/>
                  <a:pt x="181" y="601"/>
                  <a:pt x="167" y="603"/>
                </a:cubicBezTo>
                <a:lnTo>
                  <a:pt x="155" y="603"/>
                </a:lnTo>
                <a:lnTo>
                  <a:pt x="155" y="546"/>
                </a:lnTo>
                <a:lnTo>
                  <a:pt x="258" y="546"/>
                </a:lnTo>
                <a:lnTo>
                  <a:pt x="258" y="460"/>
                </a:lnTo>
                <a:lnTo>
                  <a:pt x="0" y="460"/>
                </a:lnTo>
                <a:lnTo>
                  <a:pt x="0" y="404"/>
                </a:lnTo>
                <a:lnTo>
                  <a:pt x="159" y="204"/>
                </a:lnTo>
                <a:cubicBezTo>
                  <a:pt x="242" y="98"/>
                  <a:pt x="290" y="38"/>
                  <a:pt x="304" y="24"/>
                </a:cubicBezTo>
                <a:cubicBezTo>
                  <a:pt x="316" y="9"/>
                  <a:pt x="323" y="1"/>
                  <a:pt x="326" y="1"/>
                </a:cubicBezTo>
                <a:lnTo>
                  <a:pt x="330" y="0"/>
                </a:lnTo>
                <a:cubicBezTo>
                  <a:pt x="333" y="0"/>
                  <a:pt x="336" y="0"/>
                  <a:pt x="339" y="0"/>
                </a:cubicBezTo>
                <a:cubicBezTo>
                  <a:pt x="343" y="0"/>
                  <a:pt x="347" y="0"/>
                  <a:pt x="351" y="0"/>
                </a:cubicBezTo>
                <a:lnTo>
                  <a:pt x="363" y="0"/>
                </a:lnTo>
                <a:cubicBezTo>
                  <a:pt x="375" y="0"/>
                  <a:pt x="383" y="3"/>
                  <a:pt x="385" y="10"/>
                </a:cubicBezTo>
                <a:cubicBezTo>
                  <a:pt x="386" y="12"/>
                  <a:pt x="387" y="79"/>
                  <a:pt x="387" y="208"/>
                </a:cubicBezTo>
                <a:lnTo>
                  <a:pt x="387" y="404"/>
                </a:lnTo>
                <a:lnTo>
                  <a:pt x="469" y="404"/>
                </a:lnTo>
                <a:lnTo>
                  <a:pt x="469" y="460"/>
                </a:lnTo>
                <a:lnTo>
                  <a:pt x="387" y="460"/>
                </a:lnTo>
                <a:lnTo>
                  <a:pt x="387" y="546"/>
                </a:lnTo>
                <a:lnTo>
                  <a:pt x="469" y="546"/>
                </a:lnTo>
                <a:lnTo>
                  <a:pt x="469" y="603"/>
                </a:lnTo>
                <a:lnTo>
                  <a:pt x="459" y="603"/>
                </a:lnTo>
                <a:moveTo>
                  <a:pt x="268" y="404"/>
                </a:moveTo>
                <a:lnTo>
                  <a:pt x="268" y="149"/>
                </a:lnTo>
                <a:lnTo>
                  <a:pt x="65" y="403"/>
                </a:lnTo>
                <a:lnTo>
                  <a:pt x="166" y="404"/>
                </a:lnTo>
                <a:lnTo>
                  <a:pt x="268" y="404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1" name=""/>
          <p:cNvSpPr/>
          <p:nvPr/>
        </p:nvSpPr>
        <p:spPr>
          <a:xfrm>
            <a:off x="6903720" y="2587680"/>
            <a:ext cx="163440" cy="227160"/>
          </a:xfrm>
          <a:custGeom>
            <a:avLst/>
            <a:gdLst/>
            <a:ahLst/>
            <a:rect l="0" t="0" r="r" b="b"/>
            <a:pathLst>
              <a:path w="454" h="631">
                <a:moveTo>
                  <a:pt x="177" y="631"/>
                </a:moveTo>
                <a:cubicBezTo>
                  <a:pt x="161" y="631"/>
                  <a:pt x="147" y="626"/>
                  <a:pt x="133" y="616"/>
                </a:cubicBezTo>
                <a:cubicBezTo>
                  <a:pt x="119" y="606"/>
                  <a:pt x="112" y="588"/>
                  <a:pt x="112" y="561"/>
                </a:cubicBezTo>
                <a:cubicBezTo>
                  <a:pt x="112" y="537"/>
                  <a:pt x="114" y="512"/>
                  <a:pt x="119" y="487"/>
                </a:cubicBezTo>
                <a:cubicBezTo>
                  <a:pt x="124" y="462"/>
                  <a:pt x="130" y="439"/>
                  <a:pt x="136" y="419"/>
                </a:cubicBezTo>
                <a:cubicBezTo>
                  <a:pt x="143" y="399"/>
                  <a:pt x="152" y="378"/>
                  <a:pt x="163" y="356"/>
                </a:cubicBezTo>
                <a:cubicBezTo>
                  <a:pt x="174" y="334"/>
                  <a:pt x="184" y="315"/>
                  <a:pt x="194" y="301"/>
                </a:cubicBezTo>
                <a:cubicBezTo>
                  <a:pt x="204" y="286"/>
                  <a:pt x="215" y="270"/>
                  <a:pt x="228" y="252"/>
                </a:cubicBezTo>
                <a:cubicBezTo>
                  <a:pt x="241" y="234"/>
                  <a:pt x="251" y="221"/>
                  <a:pt x="259" y="212"/>
                </a:cubicBezTo>
                <a:cubicBezTo>
                  <a:pt x="267" y="204"/>
                  <a:pt x="277" y="194"/>
                  <a:pt x="288" y="181"/>
                </a:cubicBezTo>
                <a:cubicBezTo>
                  <a:pt x="299" y="169"/>
                  <a:pt x="305" y="162"/>
                  <a:pt x="306" y="160"/>
                </a:cubicBezTo>
                <a:lnTo>
                  <a:pt x="309" y="158"/>
                </a:lnTo>
                <a:lnTo>
                  <a:pt x="218" y="158"/>
                </a:lnTo>
                <a:cubicBezTo>
                  <a:pt x="129" y="159"/>
                  <a:pt x="83" y="161"/>
                  <a:pt x="79" y="165"/>
                </a:cubicBezTo>
                <a:cubicBezTo>
                  <a:pt x="74" y="168"/>
                  <a:pt x="69" y="181"/>
                  <a:pt x="64" y="202"/>
                </a:cubicBezTo>
                <a:cubicBezTo>
                  <a:pt x="59" y="224"/>
                  <a:pt x="56" y="239"/>
                  <a:pt x="56" y="247"/>
                </a:cubicBezTo>
                <a:lnTo>
                  <a:pt x="0" y="247"/>
                </a:lnTo>
                <a:lnTo>
                  <a:pt x="0" y="244"/>
                </a:lnTo>
                <a:cubicBezTo>
                  <a:pt x="0" y="242"/>
                  <a:pt x="6" y="201"/>
                  <a:pt x="16" y="122"/>
                </a:cubicBezTo>
                <a:cubicBezTo>
                  <a:pt x="27" y="41"/>
                  <a:pt x="32" y="1"/>
                  <a:pt x="32" y="1"/>
                </a:cubicBezTo>
                <a:cubicBezTo>
                  <a:pt x="32" y="0"/>
                  <a:pt x="41" y="0"/>
                  <a:pt x="60" y="0"/>
                </a:cubicBezTo>
                <a:lnTo>
                  <a:pt x="90" y="0"/>
                </a:lnTo>
                <a:lnTo>
                  <a:pt x="90" y="2"/>
                </a:lnTo>
                <a:cubicBezTo>
                  <a:pt x="90" y="5"/>
                  <a:pt x="90" y="7"/>
                  <a:pt x="91" y="9"/>
                </a:cubicBezTo>
                <a:cubicBezTo>
                  <a:pt x="91" y="11"/>
                  <a:pt x="93" y="12"/>
                  <a:pt x="95" y="13"/>
                </a:cubicBezTo>
                <a:cubicBezTo>
                  <a:pt x="98" y="15"/>
                  <a:pt x="99" y="16"/>
                  <a:pt x="101" y="17"/>
                </a:cubicBezTo>
                <a:cubicBezTo>
                  <a:pt x="102" y="18"/>
                  <a:pt x="104" y="19"/>
                  <a:pt x="108" y="20"/>
                </a:cubicBezTo>
                <a:cubicBezTo>
                  <a:pt x="112" y="20"/>
                  <a:pt x="114" y="21"/>
                  <a:pt x="116" y="22"/>
                </a:cubicBezTo>
                <a:cubicBezTo>
                  <a:pt x="118" y="22"/>
                  <a:pt x="121" y="23"/>
                  <a:pt x="125" y="23"/>
                </a:cubicBezTo>
                <a:cubicBezTo>
                  <a:pt x="130" y="23"/>
                  <a:pt x="133" y="23"/>
                  <a:pt x="135" y="23"/>
                </a:cubicBezTo>
                <a:cubicBezTo>
                  <a:pt x="136" y="24"/>
                  <a:pt x="139" y="24"/>
                  <a:pt x="144" y="24"/>
                </a:cubicBezTo>
                <a:cubicBezTo>
                  <a:pt x="148" y="24"/>
                  <a:pt x="151" y="25"/>
                  <a:pt x="152" y="25"/>
                </a:cubicBezTo>
                <a:cubicBezTo>
                  <a:pt x="157" y="25"/>
                  <a:pt x="164" y="26"/>
                  <a:pt x="175" y="26"/>
                </a:cubicBezTo>
                <a:cubicBezTo>
                  <a:pt x="185" y="27"/>
                  <a:pt x="192" y="27"/>
                  <a:pt x="195" y="27"/>
                </a:cubicBezTo>
                <a:cubicBezTo>
                  <a:pt x="196" y="27"/>
                  <a:pt x="242" y="28"/>
                  <a:pt x="333" y="29"/>
                </a:cubicBezTo>
                <a:lnTo>
                  <a:pt x="454" y="29"/>
                </a:lnTo>
                <a:lnTo>
                  <a:pt x="454" y="51"/>
                </a:lnTo>
                <a:lnTo>
                  <a:pt x="454" y="64"/>
                </a:lnTo>
                <a:cubicBezTo>
                  <a:pt x="454" y="71"/>
                  <a:pt x="452" y="77"/>
                  <a:pt x="447" y="83"/>
                </a:cubicBezTo>
                <a:cubicBezTo>
                  <a:pt x="443" y="89"/>
                  <a:pt x="430" y="104"/>
                  <a:pt x="409" y="128"/>
                </a:cubicBezTo>
                <a:cubicBezTo>
                  <a:pt x="397" y="142"/>
                  <a:pt x="386" y="153"/>
                  <a:pt x="379" y="162"/>
                </a:cubicBezTo>
                <a:cubicBezTo>
                  <a:pt x="326" y="223"/>
                  <a:pt x="298" y="255"/>
                  <a:pt x="294" y="260"/>
                </a:cubicBezTo>
                <a:cubicBezTo>
                  <a:pt x="273" y="293"/>
                  <a:pt x="258" y="334"/>
                  <a:pt x="251" y="383"/>
                </a:cubicBezTo>
                <a:cubicBezTo>
                  <a:pt x="244" y="432"/>
                  <a:pt x="240" y="477"/>
                  <a:pt x="239" y="517"/>
                </a:cubicBezTo>
                <a:cubicBezTo>
                  <a:pt x="238" y="557"/>
                  <a:pt x="238" y="580"/>
                  <a:pt x="237" y="586"/>
                </a:cubicBezTo>
                <a:cubicBezTo>
                  <a:pt x="228" y="616"/>
                  <a:pt x="208" y="631"/>
                  <a:pt x="177" y="63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2" name=""/>
          <p:cNvSpPr/>
          <p:nvPr/>
        </p:nvSpPr>
        <p:spPr>
          <a:xfrm>
            <a:off x="7163280" y="2664000"/>
            <a:ext cx="257760" cy="149040"/>
          </a:xfrm>
          <a:custGeom>
            <a:avLst/>
            <a:gdLst/>
            <a:ahLst/>
            <a:rect l="0" t="0" r="r" b="b"/>
            <a:pathLst>
              <a:path w="716" h="414">
                <a:moveTo>
                  <a:pt x="550" y="0"/>
                </a:moveTo>
                <a:cubicBezTo>
                  <a:pt x="557" y="2"/>
                  <a:pt x="587" y="3"/>
                  <a:pt x="640" y="3"/>
                </a:cubicBezTo>
                <a:cubicBezTo>
                  <a:pt x="686" y="3"/>
                  <a:pt x="710" y="2"/>
                  <a:pt x="711" y="0"/>
                </a:cubicBezTo>
                <a:lnTo>
                  <a:pt x="716" y="0"/>
                </a:lnTo>
                <a:lnTo>
                  <a:pt x="716" y="57"/>
                </a:lnTo>
                <a:lnTo>
                  <a:pt x="657" y="57"/>
                </a:lnTo>
                <a:lnTo>
                  <a:pt x="522" y="399"/>
                </a:lnTo>
                <a:cubicBezTo>
                  <a:pt x="521" y="399"/>
                  <a:pt x="520" y="400"/>
                  <a:pt x="519" y="401"/>
                </a:cubicBezTo>
                <a:cubicBezTo>
                  <a:pt x="518" y="403"/>
                  <a:pt x="516" y="404"/>
                  <a:pt x="515" y="405"/>
                </a:cubicBezTo>
                <a:cubicBezTo>
                  <a:pt x="514" y="406"/>
                  <a:pt x="513" y="407"/>
                  <a:pt x="513" y="407"/>
                </a:cubicBezTo>
                <a:cubicBezTo>
                  <a:pt x="513" y="407"/>
                  <a:pt x="512" y="407"/>
                  <a:pt x="511" y="409"/>
                </a:cubicBezTo>
                <a:cubicBezTo>
                  <a:pt x="509" y="410"/>
                  <a:pt x="508" y="410"/>
                  <a:pt x="509" y="410"/>
                </a:cubicBezTo>
                <a:cubicBezTo>
                  <a:pt x="509" y="410"/>
                  <a:pt x="508" y="411"/>
                  <a:pt x="505" y="411"/>
                </a:cubicBezTo>
                <a:cubicBezTo>
                  <a:pt x="502" y="412"/>
                  <a:pt x="501" y="412"/>
                  <a:pt x="501" y="411"/>
                </a:cubicBezTo>
                <a:cubicBezTo>
                  <a:pt x="502" y="411"/>
                  <a:pt x="501" y="411"/>
                  <a:pt x="498" y="412"/>
                </a:cubicBezTo>
                <a:cubicBezTo>
                  <a:pt x="495" y="414"/>
                  <a:pt x="493" y="414"/>
                  <a:pt x="492" y="412"/>
                </a:cubicBezTo>
                <a:cubicBezTo>
                  <a:pt x="492" y="411"/>
                  <a:pt x="489" y="411"/>
                  <a:pt x="485" y="412"/>
                </a:cubicBezTo>
                <a:lnTo>
                  <a:pt x="474" y="412"/>
                </a:lnTo>
                <a:cubicBezTo>
                  <a:pt x="463" y="412"/>
                  <a:pt x="456" y="409"/>
                  <a:pt x="452" y="403"/>
                </a:cubicBezTo>
                <a:cubicBezTo>
                  <a:pt x="447" y="397"/>
                  <a:pt x="439" y="377"/>
                  <a:pt x="426" y="344"/>
                </a:cubicBezTo>
                <a:cubicBezTo>
                  <a:pt x="416" y="320"/>
                  <a:pt x="408" y="300"/>
                  <a:pt x="401" y="283"/>
                </a:cubicBezTo>
                <a:lnTo>
                  <a:pt x="357" y="172"/>
                </a:lnTo>
                <a:lnTo>
                  <a:pt x="313" y="283"/>
                </a:lnTo>
                <a:cubicBezTo>
                  <a:pt x="307" y="299"/>
                  <a:pt x="299" y="319"/>
                  <a:pt x="289" y="343"/>
                </a:cubicBezTo>
                <a:cubicBezTo>
                  <a:pt x="277" y="376"/>
                  <a:pt x="268" y="396"/>
                  <a:pt x="264" y="402"/>
                </a:cubicBezTo>
                <a:cubicBezTo>
                  <a:pt x="259" y="408"/>
                  <a:pt x="252" y="412"/>
                  <a:pt x="242" y="412"/>
                </a:cubicBezTo>
                <a:lnTo>
                  <a:pt x="231" y="412"/>
                </a:lnTo>
                <a:cubicBezTo>
                  <a:pt x="220" y="412"/>
                  <a:pt x="212" y="412"/>
                  <a:pt x="209" y="410"/>
                </a:cubicBezTo>
                <a:cubicBezTo>
                  <a:pt x="205" y="409"/>
                  <a:pt x="200" y="405"/>
                  <a:pt x="195" y="399"/>
                </a:cubicBezTo>
                <a:lnTo>
                  <a:pt x="59" y="57"/>
                </a:lnTo>
                <a:lnTo>
                  <a:pt x="0" y="57"/>
                </a:lnTo>
                <a:lnTo>
                  <a:pt x="0" y="0"/>
                </a:lnTo>
                <a:lnTo>
                  <a:pt x="6" y="0"/>
                </a:lnTo>
                <a:cubicBezTo>
                  <a:pt x="15" y="2"/>
                  <a:pt x="48" y="3"/>
                  <a:pt x="105" y="3"/>
                </a:cubicBezTo>
                <a:cubicBezTo>
                  <a:pt x="168" y="3"/>
                  <a:pt x="205" y="2"/>
                  <a:pt x="216" y="0"/>
                </a:cubicBezTo>
                <a:lnTo>
                  <a:pt x="224" y="0"/>
                </a:lnTo>
                <a:lnTo>
                  <a:pt x="224" y="57"/>
                </a:lnTo>
                <a:lnTo>
                  <a:pt x="180" y="57"/>
                </a:lnTo>
                <a:lnTo>
                  <a:pt x="261" y="258"/>
                </a:lnTo>
                <a:lnTo>
                  <a:pt x="327" y="94"/>
                </a:lnTo>
                <a:lnTo>
                  <a:pt x="312" y="57"/>
                </a:lnTo>
                <a:lnTo>
                  <a:pt x="255" y="57"/>
                </a:lnTo>
                <a:lnTo>
                  <a:pt x="255" y="0"/>
                </a:lnTo>
                <a:lnTo>
                  <a:pt x="261" y="0"/>
                </a:lnTo>
                <a:cubicBezTo>
                  <a:pt x="268" y="2"/>
                  <a:pt x="298" y="3"/>
                  <a:pt x="350" y="3"/>
                </a:cubicBezTo>
                <a:cubicBezTo>
                  <a:pt x="412" y="3"/>
                  <a:pt x="447" y="2"/>
                  <a:pt x="456" y="0"/>
                </a:cubicBezTo>
                <a:lnTo>
                  <a:pt x="464" y="0"/>
                </a:lnTo>
                <a:lnTo>
                  <a:pt x="464" y="57"/>
                </a:lnTo>
                <a:lnTo>
                  <a:pt x="441" y="57"/>
                </a:lnTo>
                <a:cubicBezTo>
                  <a:pt x="425" y="57"/>
                  <a:pt x="418" y="58"/>
                  <a:pt x="418" y="59"/>
                </a:cubicBezTo>
                <a:cubicBezTo>
                  <a:pt x="418" y="62"/>
                  <a:pt x="433" y="99"/>
                  <a:pt x="462" y="170"/>
                </a:cubicBezTo>
                <a:cubicBezTo>
                  <a:pt x="492" y="243"/>
                  <a:pt x="506" y="278"/>
                  <a:pt x="507" y="278"/>
                </a:cubicBezTo>
                <a:lnTo>
                  <a:pt x="596" y="57"/>
                </a:lnTo>
                <a:lnTo>
                  <a:pt x="544" y="57"/>
                </a:lnTo>
                <a:lnTo>
                  <a:pt x="544" y="0"/>
                </a:lnTo>
                <a:lnTo>
                  <a:pt x="550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3" name=""/>
          <p:cNvSpPr/>
          <p:nvPr/>
        </p:nvSpPr>
        <p:spPr>
          <a:xfrm>
            <a:off x="7439760" y="2661480"/>
            <a:ext cx="168840" cy="151200"/>
          </a:xfrm>
          <a:custGeom>
            <a:avLst/>
            <a:gdLst/>
            <a:ahLst/>
            <a:rect l="0" t="0" r="r" b="b"/>
            <a:pathLst>
              <a:path w="469" h="420">
                <a:moveTo>
                  <a:pt x="235" y="420"/>
                </a:moveTo>
                <a:cubicBezTo>
                  <a:pt x="199" y="420"/>
                  <a:pt x="167" y="416"/>
                  <a:pt x="139" y="406"/>
                </a:cubicBezTo>
                <a:cubicBezTo>
                  <a:pt x="110" y="397"/>
                  <a:pt x="87" y="386"/>
                  <a:pt x="71" y="372"/>
                </a:cubicBezTo>
                <a:cubicBezTo>
                  <a:pt x="54" y="357"/>
                  <a:pt x="40" y="340"/>
                  <a:pt x="29" y="321"/>
                </a:cubicBezTo>
                <a:cubicBezTo>
                  <a:pt x="17" y="302"/>
                  <a:pt x="10" y="284"/>
                  <a:pt x="7" y="267"/>
                </a:cubicBezTo>
                <a:cubicBezTo>
                  <a:pt x="4" y="250"/>
                  <a:pt x="1" y="232"/>
                  <a:pt x="0" y="214"/>
                </a:cubicBezTo>
                <a:cubicBezTo>
                  <a:pt x="0" y="181"/>
                  <a:pt x="6" y="152"/>
                  <a:pt x="17" y="127"/>
                </a:cubicBezTo>
                <a:cubicBezTo>
                  <a:pt x="28" y="101"/>
                  <a:pt x="41" y="80"/>
                  <a:pt x="57" y="64"/>
                </a:cubicBezTo>
                <a:cubicBezTo>
                  <a:pt x="73" y="48"/>
                  <a:pt x="91" y="36"/>
                  <a:pt x="112" y="27"/>
                </a:cubicBezTo>
                <a:cubicBezTo>
                  <a:pt x="134" y="18"/>
                  <a:pt x="152" y="10"/>
                  <a:pt x="168" y="6"/>
                </a:cubicBezTo>
                <a:cubicBezTo>
                  <a:pt x="184" y="1"/>
                  <a:pt x="200" y="-1"/>
                  <a:pt x="215" y="0"/>
                </a:cubicBezTo>
                <a:lnTo>
                  <a:pt x="228" y="0"/>
                </a:lnTo>
                <a:cubicBezTo>
                  <a:pt x="252" y="0"/>
                  <a:pt x="267" y="0"/>
                  <a:pt x="271" y="1"/>
                </a:cubicBezTo>
                <a:cubicBezTo>
                  <a:pt x="333" y="8"/>
                  <a:pt x="382" y="31"/>
                  <a:pt x="417" y="70"/>
                </a:cubicBezTo>
                <a:cubicBezTo>
                  <a:pt x="452" y="108"/>
                  <a:pt x="469" y="156"/>
                  <a:pt x="469" y="212"/>
                </a:cubicBezTo>
                <a:cubicBezTo>
                  <a:pt x="469" y="252"/>
                  <a:pt x="460" y="286"/>
                  <a:pt x="443" y="316"/>
                </a:cubicBezTo>
                <a:cubicBezTo>
                  <a:pt x="426" y="345"/>
                  <a:pt x="404" y="369"/>
                  <a:pt x="377" y="385"/>
                </a:cubicBezTo>
                <a:cubicBezTo>
                  <a:pt x="342" y="409"/>
                  <a:pt x="294" y="420"/>
                  <a:pt x="235" y="420"/>
                </a:cubicBezTo>
                <a:moveTo>
                  <a:pt x="338" y="204"/>
                </a:moveTo>
                <a:lnTo>
                  <a:pt x="338" y="185"/>
                </a:lnTo>
                <a:cubicBezTo>
                  <a:pt x="338" y="167"/>
                  <a:pt x="337" y="152"/>
                  <a:pt x="337" y="141"/>
                </a:cubicBezTo>
                <a:cubicBezTo>
                  <a:pt x="336" y="130"/>
                  <a:pt x="334" y="118"/>
                  <a:pt x="330" y="105"/>
                </a:cubicBezTo>
                <a:cubicBezTo>
                  <a:pt x="327" y="91"/>
                  <a:pt x="321" y="81"/>
                  <a:pt x="313" y="73"/>
                </a:cubicBezTo>
                <a:cubicBezTo>
                  <a:pt x="305" y="66"/>
                  <a:pt x="295" y="60"/>
                  <a:pt x="282" y="55"/>
                </a:cubicBezTo>
                <a:cubicBezTo>
                  <a:pt x="269" y="50"/>
                  <a:pt x="252" y="47"/>
                  <a:pt x="230" y="47"/>
                </a:cubicBezTo>
                <a:cubicBezTo>
                  <a:pt x="205" y="47"/>
                  <a:pt x="184" y="53"/>
                  <a:pt x="166" y="66"/>
                </a:cubicBezTo>
                <a:cubicBezTo>
                  <a:pt x="153" y="77"/>
                  <a:pt x="144" y="91"/>
                  <a:pt x="140" y="108"/>
                </a:cubicBezTo>
                <a:cubicBezTo>
                  <a:pt x="135" y="126"/>
                  <a:pt x="133" y="158"/>
                  <a:pt x="132" y="204"/>
                </a:cubicBezTo>
                <a:cubicBezTo>
                  <a:pt x="132" y="221"/>
                  <a:pt x="132" y="233"/>
                  <a:pt x="132" y="241"/>
                </a:cubicBezTo>
                <a:cubicBezTo>
                  <a:pt x="132" y="249"/>
                  <a:pt x="133" y="260"/>
                  <a:pt x="134" y="274"/>
                </a:cubicBezTo>
                <a:cubicBezTo>
                  <a:pt x="135" y="288"/>
                  <a:pt x="137" y="299"/>
                  <a:pt x="140" y="306"/>
                </a:cubicBezTo>
                <a:cubicBezTo>
                  <a:pt x="142" y="314"/>
                  <a:pt x="146" y="322"/>
                  <a:pt x="151" y="331"/>
                </a:cubicBezTo>
                <a:cubicBezTo>
                  <a:pt x="156" y="340"/>
                  <a:pt x="162" y="347"/>
                  <a:pt x="169" y="352"/>
                </a:cubicBezTo>
                <a:cubicBezTo>
                  <a:pt x="176" y="357"/>
                  <a:pt x="186" y="362"/>
                  <a:pt x="197" y="364"/>
                </a:cubicBezTo>
                <a:cubicBezTo>
                  <a:pt x="208" y="367"/>
                  <a:pt x="220" y="369"/>
                  <a:pt x="235" y="370"/>
                </a:cubicBezTo>
                <a:cubicBezTo>
                  <a:pt x="272" y="370"/>
                  <a:pt x="299" y="358"/>
                  <a:pt x="315" y="338"/>
                </a:cubicBezTo>
                <a:cubicBezTo>
                  <a:pt x="323" y="327"/>
                  <a:pt x="329" y="313"/>
                  <a:pt x="332" y="294"/>
                </a:cubicBezTo>
                <a:cubicBezTo>
                  <a:pt x="335" y="275"/>
                  <a:pt x="337" y="245"/>
                  <a:pt x="338" y="20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4" name=""/>
          <p:cNvSpPr/>
          <p:nvPr/>
        </p:nvSpPr>
        <p:spPr>
          <a:xfrm>
            <a:off x="7628760" y="2662200"/>
            <a:ext cx="136800" cy="149040"/>
          </a:xfrm>
          <a:custGeom>
            <a:avLst/>
            <a:gdLst/>
            <a:ahLst/>
            <a:rect l="0" t="0" r="r" b="b"/>
            <a:pathLst>
              <a:path w="380" h="414">
                <a:moveTo>
                  <a:pt x="346" y="144"/>
                </a:moveTo>
                <a:cubicBezTo>
                  <a:pt x="346" y="144"/>
                  <a:pt x="336" y="144"/>
                  <a:pt x="317" y="144"/>
                </a:cubicBezTo>
                <a:cubicBezTo>
                  <a:pt x="298" y="144"/>
                  <a:pt x="283" y="138"/>
                  <a:pt x="271" y="126"/>
                </a:cubicBezTo>
                <a:cubicBezTo>
                  <a:pt x="260" y="115"/>
                  <a:pt x="254" y="100"/>
                  <a:pt x="254" y="82"/>
                </a:cubicBezTo>
                <a:cubicBezTo>
                  <a:pt x="254" y="71"/>
                  <a:pt x="256" y="61"/>
                  <a:pt x="260" y="51"/>
                </a:cubicBezTo>
                <a:cubicBezTo>
                  <a:pt x="262" y="49"/>
                  <a:pt x="263" y="48"/>
                  <a:pt x="263" y="47"/>
                </a:cubicBezTo>
                <a:cubicBezTo>
                  <a:pt x="257" y="47"/>
                  <a:pt x="251" y="48"/>
                  <a:pt x="244" y="51"/>
                </a:cubicBezTo>
                <a:cubicBezTo>
                  <a:pt x="237" y="54"/>
                  <a:pt x="229" y="60"/>
                  <a:pt x="218" y="69"/>
                </a:cubicBezTo>
                <a:cubicBezTo>
                  <a:pt x="208" y="77"/>
                  <a:pt x="199" y="91"/>
                  <a:pt x="192" y="111"/>
                </a:cubicBezTo>
                <a:cubicBezTo>
                  <a:pt x="186" y="130"/>
                  <a:pt x="181" y="155"/>
                  <a:pt x="178" y="184"/>
                </a:cubicBezTo>
                <a:cubicBezTo>
                  <a:pt x="177" y="189"/>
                  <a:pt x="177" y="220"/>
                  <a:pt x="177" y="277"/>
                </a:cubicBezTo>
                <a:lnTo>
                  <a:pt x="177" y="357"/>
                </a:lnTo>
                <a:lnTo>
                  <a:pt x="257" y="357"/>
                </a:lnTo>
                <a:lnTo>
                  <a:pt x="257" y="414"/>
                </a:lnTo>
                <a:lnTo>
                  <a:pt x="248" y="414"/>
                </a:lnTo>
                <a:cubicBezTo>
                  <a:pt x="237" y="412"/>
                  <a:pt x="195" y="411"/>
                  <a:pt x="121" y="411"/>
                </a:cubicBezTo>
                <a:cubicBezTo>
                  <a:pt x="51" y="411"/>
                  <a:pt x="14" y="412"/>
                  <a:pt x="8" y="414"/>
                </a:cubicBezTo>
                <a:lnTo>
                  <a:pt x="0" y="414"/>
                </a:lnTo>
                <a:lnTo>
                  <a:pt x="0" y="357"/>
                </a:lnTo>
                <a:lnTo>
                  <a:pt x="63" y="357"/>
                </a:lnTo>
                <a:lnTo>
                  <a:pt x="63" y="220"/>
                </a:lnTo>
                <a:lnTo>
                  <a:pt x="63" y="135"/>
                </a:lnTo>
                <a:cubicBezTo>
                  <a:pt x="63" y="104"/>
                  <a:pt x="62" y="86"/>
                  <a:pt x="61" y="80"/>
                </a:cubicBezTo>
                <a:cubicBezTo>
                  <a:pt x="60" y="74"/>
                  <a:pt x="56" y="70"/>
                  <a:pt x="49" y="68"/>
                </a:cubicBezTo>
                <a:cubicBezTo>
                  <a:pt x="41" y="65"/>
                  <a:pt x="28" y="64"/>
                  <a:pt x="12" y="64"/>
                </a:cubicBezTo>
                <a:lnTo>
                  <a:pt x="0" y="64"/>
                </a:lnTo>
                <a:lnTo>
                  <a:pt x="0" y="7"/>
                </a:lnTo>
                <a:lnTo>
                  <a:pt x="3" y="7"/>
                </a:lnTo>
                <a:lnTo>
                  <a:pt x="81" y="4"/>
                </a:lnTo>
                <a:cubicBezTo>
                  <a:pt x="134" y="1"/>
                  <a:pt x="161" y="0"/>
                  <a:pt x="161" y="0"/>
                </a:cubicBezTo>
                <a:lnTo>
                  <a:pt x="167" y="0"/>
                </a:lnTo>
                <a:lnTo>
                  <a:pt x="167" y="33"/>
                </a:lnTo>
                <a:lnTo>
                  <a:pt x="168" y="66"/>
                </a:lnTo>
                <a:cubicBezTo>
                  <a:pt x="190" y="23"/>
                  <a:pt x="222" y="1"/>
                  <a:pt x="263" y="1"/>
                </a:cubicBezTo>
                <a:lnTo>
                  <a:pt x="269" y="1"/>
                </a:lnTo>
                <a:cubicBezTo>
                  <a:pt x="307" y="1"/>
                  <a:pt x="335" y="9"/>
                  <a:pt x="353" y="26"/>
                </a:cubicBezTo>
                <a:cubicBezTo>
                  <a:pt x="371" y="42"/>
                  <a:pt x="380" y="61"/>
                  <a:pt x="380" y="82"/>
                </a:cubicBezTo>
                <a:cubicBezTo>
                  <a:pt x="380" y="100"/>
                  <a:pt x="374" y="114"/>
                  <a:pt x="363" y="126"/>
                </a:cubicBezTo>
                <a:lnTo>
                  <a:pt x="346" y="144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5" name=""/>
          <p:cNvSpPr/>
          <p:nvPr/>
        </p:nvSpPr>
        <p:spPr>
          <a:xfrm>
            <a:off x="7785360" y="2581560"/>
            <a:ext cx="184320" cy="229680"/>
          </a:xfrm>
          <a:custGeom>
            <a:avLst/>
            <a:gdLst/>
            <a:ahLst/>
            <a:rect l="0" t="0" r="r" b="b"/>
            <a:pathLst>
              <a:path w="512" h="638">
                <a:moveTo>
                  <a:pt x="2" y="7"/>
                </a:moveTo>
                <a:lnTo>
                  <a:pt x="86" y="4"/>
                </a:lnTo>
                <a:cubicBezTo>
                  <a:pt x="142" y="1"/>
                  <a:pt x="171" y="0"/>
                  <a:pt x="171" y="0"/>
                </a:cubicBezTo>
                <a:lnTo>
                  <a:pt x="177" y="0"/>
                </a:lnTo>
                <a:lnTo>
                  <a:pt x="177" y="404"/>
                </a:lnTo>
                <a:lnTo>
                  <a:pt x="320" y="287"/>
                </a:lnTo>
                <a:lnTo>
                  <a:pt x="291" y="287"/>
                </a:lnTo>
                <a:lnTo>
                  <a:pt x="291" y="230"/>
                </a:lnTo>
                <a:lnTo>
                  <a:pt x="300" y="230"/>
                </a:lnTo>
                <a:cubicBezTo>
                  <a:pt x="309" y="232"/>
                  <a:pt x="346" y="233"/>
                  <a:pt x="411" y="233"/>
                </a:cubicBezTo>
                <a:cubicBezTo>
                  <a:pt x="452" y="233"/>
                  <a:pt x="477" y="232"/>
                  <a:pt x="484" y="230"/>
                </a:cubicBezTo>
                <a:lnTo>
                  <a:pt x="489" y="230"/>
                </a:lnTo>
                <a:lnTo>
                  <a:pt x="489" y="287"/>
                </a:lnTo>
                <a:lnTo>
                  <a:pt x="411" y="287"/>
                </a:lnTo>
                <a:lnTo>
                  <a:pt x="292" y="384"/>
                </a:lnTo>
                <a:lnTo>
                  <a:pt x="446" y="581"/>
                </a:lnTo>
                <a:lnTo>
                  <a:pt x="512" y="581"/>
                </a:lnTo>
                <a:lnTo>
                  <a:pt x="512" y="638"/>
                </a:lnTo>
                <a:lnTo>
                  <a:pt x="505" y="638"/>
                </a:lnTo>
                <a:cubicBezTo>
                  <a:pt x="496" y="636"/>
                  <a:pt x="464" y="635"/>
                  <a:pt x="411" y="635"/>
                </a:cubicBezTo>
                <a:cubicBezTo>
                  <a:pt x="346" y="635"/>
                  <a:pt x="308" y="636"/>
                  <a:pt x="297" y="638"/>
                </a:cubicBezTo>
                <a:lnTo>
                  <a:pt x="289" y="638"/>
                </a:lnTo>
                <a:lnTo>
                  <a:pt x="289" y="581"/>
                </a:lnTo>
                <a:lnTo>
                  <a:pt x="302" y="581"/>
                </a:lnTo>
                <a:lnTo>
                  <a:pt x="316" y="580"/>
                </a:lnTo>
                <a:lnTo>
                  <a:pt x="212" y="449"/>
                </a:lnTo>
                <a:lnTo>
                  <a:pt x="191" y="464"/>
                </a:lnTo>
                <a:lnTo>
                  <a:pt x="172" y="480"/>
                </a:lnTo>
                <a:lnTo>
                  <a:pt x="172" y="581"/>
                </a:lnTo>
                <a:lnTo>
                  <a:pt x="235" y="581"/>
                </a:lnTo>
                <a:lnTo>
                  <a:pt x="235" y="638"/>
                </a:lnTo>
                <a:lnTo>
                  <a:pt x="228" y="638"/>
                </a:lnTo>
                <a:cubicBezTo>
                  <a:pt x="217" y="636"/>
                  <a:pt x="180" y="635"/>
                  <a:pt x="118" y="635"/>
                </a:cubicBezTo>
                <a:cubicBezTo>
                  <a:pt x="49" y="635"/>
                  <a:pt x="12" y="636"/>
                  <a:pt x="7" y="638"/>
                </a:cubicBezTo>
                <a:lnTo>
                  <a:pt x="0" y="638"/>
                </a:lnTo>
                <a:lnTo>
                  <a:pt x="0" y="581"/>
                </a:lnTo>
                <a:lnTo>
                  <a:pt x="63" y="581"/>
                </a:lnTo>
                <a:lnTo>
                  <a:pt x="63" y="333"/>
                </a:lnTo>
                <a:cubicBezTo>
                  <a:pt x="63" y="300"/>
                  <a:pt x="63" y="263"/>
                  <a:pt x="63" y="222"/>
                </a:cubicBezTo>
                <a:cubicBezTo>
                  <a:pt x="63" y="182"/>
                  <a:pt x="63" y="157"/>
                  <a:pt x="64" y="148"/>
                </a:cubicBezTo>
                <a:cubicBezTo>
                  <a:pt x="64" y="111"/>
                  <a:pt x="63" y="89"/>
                  <a:pt x="62" y="82"/>
                </a:cubicBezTo>
                <a:cubicBezTo>
                  <a:pt x="61" y="74"/>
                  <a:pt x="56" y="70"/>
                  <a:pt x="49" y="68"/>
                </a:cubicBezTo>
                <a:cubicBezTo>
                  <a:pt x="41" y="66"/>
                  <a:pt x="28" y="64"/>
                  <a:pt x="11" y="64"/>
                </a:cubicBezTo>
                <a:lnTo>
                  <a:pt x="0" y="64"/>
                </a:lnTo>
                <a:lnTo>
                  <a:pt x="0" y="7"/>
                </a:lnTo>
                <a:lnTo>
                  <a:pt x="2" y="7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6" name=""/>
          <p:cNvSpPr/>
          <p:nvPr/>
        </p:nvSpPr>
        <p:spPr>
          <a:xfrm>
            <a:off x="7986600" y="2661480"/>
            <a:ext cx="153000" cy="151560"/>
          </a:xfrm>
          <a:custGeom>
            <a:avLst/>
            <a:gdLst/>
            <a:ahLst/>
            <a:rect l="0" t="0" r="r" b="b"/>
            <a:pathLst>
              <a:path w="425" h="421">
                <a:moveTo>
                  <a:pt x="0" y="208"/>
                </a:moveTo>
                <a:cubicBezTo>
                  <a:pt x="0" y="143"/>
                  <a:pt x="21" y="92"/>
                  <a:pt x="65" y="55"/>
                </a:cubicBezTo>
                <a:cubicBezTo>
                  <a:pt x="108" y="18"/>
                  <a:pt x="160" y="0"/>
                  <a:pt x="221" y="0"/>
                </a:cubicBezTo>
                <a:lnTo>
                  <a:pt x="231" y="0"/>
                </a:lnTo>
                <a:cubicBezTo>
                  <a:pt x="292" y="0"/>
                  <a:pt x="339" y="16"/>
                  <a:pt x="372" y="47"/>
                </a:cubicBezTo>
                <a:cubicBezTo>
                  <a:pt x="407" y="82"/>
                  <a:pt x="425" y="131"/>
                  <a:pt x="425" y="192"/>
                </a:cubicBezTo>
                <a:cubicBezTo>
                  <a:pt x="425" y="202"/>
                  <a:pt x="422" y="209"/>
                  <a:pt x="417" y="211"/>
                </a:cubicBezTo>
                <a:cubicBezTo>
                  <a:pt x="413" y="213"/>
                  <a:pt x="399" y="215"/>
                  <a:pt x="375" y="216"/>
                </a:cubicBezTo>
                <a:cubicBezTo>
                  <a:pt x="370" y="216"/>
                  <a:pt x="356" y="216"/>
                  <a:pt x="333" y="216"/>
                </a:cubicBezTo>
                <a:cubicBezTo>
                  <a:pt x="310" y="216"/>
                  <a:pt x="290" y="215"/>
                  <a:pt x="272" y="215"/>
                </a:cubicBezTo>
                <a:lnTo>
                  <a:pt x="132" y="215"/>
                </a:lnTo>
                <a:lnTo>
                  <a:pt x="132" y="223"/>
                </a:lnTo>
                <a:cubicBezTo>
                  <a:pt x="132" y="243"/>
                  <a:pt x="133" y="259"/>
                  <a:pt x="136" y="273"/>
                </a:cubicBezTo>
                <a:cubicBezTo>
                  <a:pt x="138" y="287"/>
                  <a:pt x="144" y="302"/>
                  <a:pt x="151" y="317"/>
                </a:cubicBezTo>
                <a:cubicBezTo>
                  <a:pt x="159" y="331"/>
                  <a:pt x="172" y="343"/>
                  <a:pt x="188" y="351"/>
                </a:cubicBezTo>
                <a:cubicBezTo>
                  <a:pt x="205" y="360"/>
                  <a:pt x="226" y="366"/>
                  <a:pt x="252" y="369"/>
                </a:cubicBezTo>
                <a:cubicBezTo>
                  <a:pt x="256" y="369"/>
                  <a:pt x="261" y="370"/>
                  <a:pt x="268" y="370"/>
                </a:cubicBezTo>
                <a:cubicBezTo>
                  <a:pt x="300" y="370"/>
                  <a:pt x="327" y="359"/>
                  <a:pt x="348" y="337"/>
                </a:cubicBezTo>
                <a:cubicBezTo>
                  <a:pt x="354" y="328"/>
                  <a:pt x="360" y="320"/>
                  <a:pt x="363" y="313"/>
                </a:cubicBezTo>
                <a:cubicBezTo>
                  <a:pt x="367" y="306"/>
                  <a:pt x="369" y="301"/>
                  <a:pt x="370" y="298"/>
                </a:cubicBezTo>
                <a:cubicBezTo>
                  <a:pt x="370" y="296"/>
                  <a:pt x="373" y="294"/>
                  <a:pt x="377" y="293"/>
                </a:cubicBezTo>
                <a:cubicBezTo>
                  <a:pt x="381" y="291"/>
                  <a:pt x="388" y="291"/>
                  <a:pt x="396" y="291"/>
                </a:cubicBezTo>
                <a:lnTo>
                  <a:pt x="401" y="291"/>
                </a:lnTo>
                <a:cubicBezTo>
                  <a:pt x="417" y="291"/>
                  <a:pt x="425" y="296"/>
                  <a:pt x="425" y="307"/>
                </a:cubicBezTo>
                <a:cubicBezTo>
                  <a:pt x="425" y="312"/>
                  <a:pt x="423" y="318"/>
                  <a:pt x="420" y="326"/>
                </a:cubicBezTo>
                <a:cubicBezTo>
                  <a:pt x="417" y="334"/>
                  <a:pt x="411" y="343"/>
                  <a:pt x="401" y="354"/>
                </a:cubicBezTo>
                <a:cubicBezTo>
                  <a:pt x="391" y="365"/>
                  <a:pt x="380" y="376"/>
                  <a:pt x="367" y="386"/>
                </a:cubicBezTo>
                <a:cubicBezTo>
                  <a:pt x="354" y="396"/>
                  <a:pt x="336" y="404"/>
                  <a:pt x="314" y="411"/>
                </a:cubicBezTo>
                <a:cubicBezTo>
                  <a:pt x="291" y="418"/>
                  <a:pt x="266" y="421"/>
                  <a:pt x="240" y="421"/>
                </a:cubicBezTo>
                <a:cubicBezTo>
                  <a:pt x="172" y="421"/>
                  <a:pt x="115" y="403"/>
                  <a:pt x="70" y="364"/>
                </a:cubicBezTo>
                <a:cubicBezTo>
                  <a:pt x="25" y="327"/>
                  <a:pt x="1" y="275"/>
                  <a:pt x="0" y="208"/>
                </a:cubicBezTo>
                <a:moveTo>
                  <a:pt x="323" y="162"/>
                </a:moveTo>
                <a:cubicBezTo>
                  <a:pt x="319" y="119"/>
                  <a:pt x="309" y="89"/>
                  <a:pt x="291" y="72"/>
                </a:cubicBezTo>
                <a:cubicBezTo>
                  <a:pt x="273" y="54"/>
                  <a:pt x="252" y="46"/>
                  <a:pt x="229" y="46"/>
                </a:cubicBezTo>
                <a:cubicBezTo>
                  <a:pt x="212" y="46"/>
                  <a:pt x="197" y="50"/>
                  <a:pt x="183" y="57"/>
                </a:cubicBezTo>
                <a:cubicBezTo>
                  <a:pt x="169" y="64"/>
                  <a:pt x="158" y="74"/>
                  <a:pt x="151" y="87"/>
                </a:cubicBezTo>
                <a:cubicBezTo>
                  <a:pt x="141" y="103"/>
                  <a:pt x="135" y="127"/>
                  <a:pt x="133" y="159"/>
                </a:cubicBezTo>
                <a:lnTo>
                  <a:pt x="133" y="171"/>
                </a:lnTo>
                <a:lnTo>
                  <a:pt x="323" y="171"/>
                </a:lnTo>
                <a:lnTo>
                  <a:pt x="323" y="162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7" name=""/>
          <p:cNvSpPr/>
          <p:nvPr/>
        </p:nvSpPr>
        <p:spPr>
          <a:xfrm>
            <a:off x="8159760" y="2662200"/>
            <a:ext cx="136440" cy="149040"/>
          </a:xfrm>
          <a:custGeom>
            <a:avLst/>
            <a:gdLst/>
            <a:ahLst/>
            <a:rect l="0" t="0" r="r" b="b"/>
            <a:pathLst>
              <a:path w="379" h="414">
                <a:moveTo>
                  <a:pt x="346" y="144"/>
                </a:moveTo>
                <a:cubicBezTo>
                  <a:pt x="346" y="144"/>
                  <a:pt x="336" y="144"/>
                  <a:pt x="317" y="144"/>
                </a:cubicBezTo>
                <a:cubicBezTo>
                  <a:pt x="298" y="144"/>
                  <a:pt x="283" y="138"/>
                  <a:pt x="271" y="126"/>
                </a:cubicBezTo>
                <a:cubicBezTo>
                  <a:pt x="260" y="115"/>
                  <a:pt x="254" y="100"/>
                  <a:pt x="254" y="82"/>
                </a:cubicBezTo>
                <a:cubicBezTo>
                  <a:pt x="254" y="71"/>
                  <a:pt x="256" y="61"/>
                  <a:pt x="260" y="51"/>
                </a:cubicBezTo>
                <a:cubicBezTo>
                  <a:pt x="262" y="49"/>
                  <a:pt x="263" y="48"/>
                  <a:pt x="263" y="47"/>
                </a:cubicBezTo>
                <a:cubicBezTo>
                  <a:pt x="257" y="47"/>
                  <a:pt x="250" y="48"/>
                  <a:pt x="244" y="51"/>
                </a:cubicBezTo>
                <a:cubicBezTo>
                  <a:pt x="237" y="54"/>
                  <a:pt x="228" y="60"/>
                  <a:pt x="218" y="69"/>
                </a:cubicBezTo>
                <a:cubicBezTo>
                  <a:pt x="208" y="77"/>
                  <a:pt x="198" y="91"/>
                  <a:pt x="191" y="111"/>
                </a:cubicBezTo>
                <a:cubicBezTo>
                  <a:pt x="185" y="130"/>
                  <a:pt x="180" y="155"/>
                  <a:pt x="177" y="184"/>
                </a:cubicBezTo>
                <a:cubicBezTo>
                  <a:pt x="176" y="189"/>
                  <a:pt x="176" y="220"/>
                  <a:pt x="176" y="277"/>
                </a:cubicBezTo>
                <a:lnTo>
                  <a:pt x="176" y="357"/>
                </a:lnTo>
                <a:lnTo>
                  <a:pt x="257" y="357"/>
                </a:lnTo>
                <a:lnTo>
                  <a:pt x="257" y="414"/>
                </a:lnTo>
                <a:lnTo>
                  <a:pt x="247" y="414"/>
                </a:lnTo>
                <a:cubicBezTo>
                  <a:pt x="236" y="412"/>
                  <a:pt x="194" y="411"/>
                  <a:pt x="121" y="411"/>
                </a:cubicBezTo>
                <a:cubicBezTo>
                  <a:pt x="51" y="411"/>
                  <a:pt x="13" y="412"/>
                  <a:pt x="8" y="414"/>
                </a:cubicBezTo>
                <a:lnTo>
                  <a:pt x="0" y="414"/>
                </a:lnTo>
                <a:lnTo>
                  <a:pt x="0" y="357"/>
                </a:lnTo>
                <a:lnTo>
                  <a:pt x="63" y="357"/>
                </a:lnTo>
                <a:lnTo>
                  <a:pt x="63" y="220"/>
                </a:lnTo>
                <a:lnTo>
                  <a:pt x="63" y="135"/>
                </a:lnTo>
                <a:cubicBezTo>
                  <a:pt x="63" y="104"/>
                  <a:pt x="62" y="86"/>
                  <a:pt x="61" y="80"/>
                </a:cubicBezTo>
                <a:cubicBezTo>
                  <a:pt x="60" y="74"/>
                  <a:pt x="56" y="70"/>
                  <a:pt x="49" y="68"/>
                </a:cubicBezTo>
                <a:cubicBezTo>
                  <a:pt x="41" y="65"/>
                  <a:pt x="28" y="64"/>
                  <a:pt x="12" y="64"/>
                </a:cubicBezTo>
                <a:lnTo>
                  <a:pt x="0" y="64"/>
                </a:lnTo>
                <a:lnTo>
                  <a:pt x="0" y="7"/>
                </a:lnTo>
                <a:lnTo>
                  <a:pt x="2" y="7"/>
                </a:lnTo>
                <a:lnTo>
                  <a:pt x="81" y="4"/>
                </a:lnTo>
                <a:cubicBezTo>
                  <a:pt x="134" y="1"/>
                  <a:pt x="160" y="0"/>
                  <a:pt x="161" y="0"/>
                </a:cubicBezTo>
                <a:lnTo>
                  <a:pt x="166" y="0"/>
                </a:lnTo>
                <a:lnTo>
                  <a:pt x="166" y="33"/>
                </a:lnTo>
                <a:lnTo>
                  <a:pt x="167" y="66"/>
                </a:lnTo>
                <a:cubicBezTo>
                  <a:pt x="189" y="23"/>
                  <a:pt x="221" y="1"/>
                  <a:pt x="263" y="1"/>
                </a:cubicBezTo>
                <a:lnTo>
                  <a:pt x="268" y="1"/>
                </a:lnTo>
                <a:cubicBezTo>
                  <a:pt x="307" y="1"/>
                  <a:pt x="335" y="9"/>
                  <a:pt x="353" y="26"/>
                </a:cubicBezTo>
                <a:cubicBezTo>
                  <a:pt x="371" y="42"/>
                  <a:pt x="379" y="61"/>
                  <a:pt x="379" y="82"/>
                </a:cubicBezTo>
                <a:cubicBezTo>
                  <a:pt x="379" y="100"/>
                  <a:pt x="374" y="114"/>
                  <a:pt x="363" y="126"/>
                </a:cubicBezTo>
                <a:lnTo>
                  <a:pt x="346" y="144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8" name=""/>
          <p:cNvSpPr/>
          <p:nvPr/>
        </p:nvSpPr>
        <p:spPr>
          <a:xfrm>
            <a:off x="8318880" y="2661120"/>
            <a:ext cx="124920" cy="151920"/>
          </a:xfrm>
          <a:custGeom>
            <a:avLst/>
            <a:gdLst/>
            <a:ahLst/>
            <a:rect l="0" t="0" r="r" b="b"/>
            <a:pathLst>
              <a:path w="347" h="422">
                <a:moveTo>
                  <a:pt x="1" y="127"/>
                </a:moveTo>
                <a:cubicBezTo>
                  <a:pt x="1" y="112"/>
                  <a:pt x="3" y="98"/>
                  <a:pt x="7" y="85"/>
                </a:cubicBezTo>
                <a:cubicBezTo>
                  <a:pt x="11" y="73"/>
                  <a:pt x="19" y="59"/>
                  <a:pt x="30" y="45"/>
                </a:cubicBezTo>
                <a:cubicBezTo>
                  <a:pt x="41" y="31"/>
                  <a:pt x="58" y="20"/>
                  <a:pt x="82" y="12"/>
                </a:cubicBezTo>
                <a:cubicBezTo>
                  <a:pt x="106" y="4"/>
                  <a:pt x="136" y="0"/>
                  <a:pt x="170" y="0"/>
                </a:cubicBezTo>
                <a:cubicBezTo>
                  <a:pt x="202" y="0"/>
                  <a:pt x="232" y="5"/>
                  <a:pt x="260" y="16"/>
                </a:cubicBezTo>
                <a:lnTo>
                  <a:pt x="277" y="7"/>
                </a:lnTo>
                <a:lnTo>
                  <a:pt x="294" y="0"/>
                </a:lnTo>
                <a:lnTo>
                  <a:pt x="303" y="0"/>
                </a:lnTo>
                <a:cubicBezTo>
                  <a:pt x="311" y="0"/>
                  <a:pt x="316" y="2"/>
                  <a:pt x="318" y="6"/>
                </a:cubicBezTo>
                <a:cubicBezTo>
                  <a:pt x="320" y="9"/>
                  <a:pt x="321" y="23"/>
                  <a:pt x="321" y="46"/>
                </a:cubicBezTo>
                <a:lnTo>
                  <a:pt x="321" y="61"/>
                </a:lnTo>
                <a:lnTo>
                  <a:pt x="321" y="90"/>
                </a:lnTo>
                <a:cubicBezTo>
                  <a:pt x="321" y="105"/>
                  <a:pt x="320" y="114"/>
                  <a:pt x="318" y="117"/>
                </a:cubicBezTo>
                <a:cubicBezTo>
                  <a:pt x="316" y="120"/>
                  <a:pt x="311" y="121"/>
                  <a:pt x="302" y="121"/>
                </a:cubicBezTo>
                <a:lnTo>
                  <a:pt x="292" y="121"/>
                </a:lnTo>
                <a:lnTo>
                  <a:pt x="287" y="121"/>
                </a:lnTo>
                <a:cubicBezTo>
                  <a:pt x="277" y="121"/>
                  <a:pt x="271" y="120"/>
                  <a:pt x="269" y="118"/>
                </a:cubicBezTo>
                <a:cubicBezTo>
                  <a:pt x="266" y="117"/>
                  <a:pt x="265" y="111"/>
                  <a:pt x="264" y="103"/>
                </a:cubicBezTo>
                <a:cubicBezTo>
                  <a:pt x="260" y="63"/>
                  <a:pt x="229" y="43"/>
                  <a:pt x="171" y="43"/>
                </a:cubicBezTo>
                <a:lnTo>
                  <a:pt x="164" y="43"/>
                </a:lnTo>
                <a:cubicBezTo>
                  <a:pt x="107" y="43"/>
                  <a:pt x="79" y="59"/>
                  <a:pt x="79" y="92"/>
                </a:cubicBezTo>
                <a:cubicBezTo>
                  <a:pt x="79" y="103"/>
                  <a:pt x="85" y="113"/>
                  <a:pt x="97" y="121"/>
                </a:cubicBezTo>
                <a:cubicBezTo>
                  <a:pt x="109" y="129"/>
                  <a:pt x="123" y="134"/>
                  <a:pt x="138" y="137"/>
                </a:cubicBezTo>
                <a:cubicBezTo>
                  <a:pt x="154" y="139"/>
                  <a:pt x="171" y="142"/>
                  <a:pt x="191" y="146"/>
                </a:cubicBezTo>
                <a:cubicBezTo>
                  <a:pt x="210" y="150"/>
                  <a:pt x="222" y="152"/>
                  <a:pt x="228" y="153"/>
                </a:cubicBezTo>
                <a:cubicBezTo>
                  <a:pt x="240" y="156"/>
                  <a:pt x="253" y="160"/>
                  <a:pt x="265" y="165"/>
                </a:cubicBezTo>
                <a:cubicBezTo>
                  <a:pt x="277" y="170"/>
                  <a:pt x="292" y="181"/>
                  <a:pt x="309" y="198"/>
                </a:cubicBezTo>
                <a:cubicBezTo>
                  <a:pt x="326" y="215"/>
                  <a:pt x="338" y="235"/>
                  <a:pt x="345" y="258"/>
                </a:cubicBezTo>
                <a:cubicBezTo>
                  <a:pt x="346" y="264"/>
                  <a:pt x="347" y="273"/>
                  <a:pt x="347" y="285"/>
                </a:cubicBezTo>
                <a:cubicBezTo>
                  <a:pt x="347" y="376"/>
                  <a:pt x="290" y="422"/>
                  <a:pt x="177" y="422"/>
                </a:cubicBezTo>
                <a:cubicBezTo>
                  <a:pt x="130" y="422"/>
                  <a:pt x="96" y="414"/>
                  <a:pt x="73" y="396"/>
                </a:cubicBezTo>
                <a:lnTo>
                  <a:pt x="28" y="422"/>
                </a:lnTo>
                <a:lnTo>
                  <a:pt x="19" y="422"/>
                </a:lnTo>
                <a:cubicBezTo>
                  <a:pt x="10" y="422"/>
                  <a:pt x="5" y="420"/>
                  <a:pt x="3" y="417"/>
                </a:cubicBezTo>
                <a:cubicBezTo>
                  <a:pt x="2" y="413"/>
                  <a:pt x="1" y="400"/>
                  <a:pt x="1" y="377"/>
                </a:cubicBezTo>
                <a:lnTo>
                  <a:pt x="1" y="349"/>
                </a:lnTo>
                <a:cubicBezTo>
                  <a:pt x="1" y="341"/>
                  <a:pt x="1" y="333"/>
                  <a:pt x="1" y="323"/>
                </a:cubicBezTo>
                <a:cubicBezTo>
                  <a:pt x="1" y="313"/>
                  <a:pt x="0" y="307"/>
                  <a:pt x="0" y="304"/>
                </a:cubicBezTo>
                <a:cubicBezTo>
                  <a:pt x="0" y="290"/>
                  <a:pt x="1" y="282"/>
                  <a:pt x="4" y="280"/>
                </a:cubicBezTo>
                <a:cubicBezTo>
                  <a:pt x="7" y="277"/>
                  <a:pt x="15" y="276"/>
                  <a:pt x="28" y="275"/>
                </a:cubicBezTo>
                <a:lnTo>
                  <a:pt x="35" y="275"/>
                </a:lnTo>
                <a:cubicBezTo>
                  <a:pt x="42" y="275"/>
                  <a:pt x="47" y="276"/>
                  <a:pt x="49" y="277"/>
                </a:cubicBezTo>
                <a:cubicBezTo>
                  <a:pt x="52" y="278"/>
                  <a:pt x="54" y="280"/>
                  <a:pt x="55" y="281"/>
                </a:cubicBezTo>
                <a:cubicBezTo>
                  <a:pt x="56" y="282"/>
                  <a:pt x="58" y="287"/>
                  <a:pt x="60" y="295"/>
                </a:cubicBezTo>
                <a:cubicBezTo>
                  <a:pt x="77" y="347"/>
                  <a:pt x="113" y="373"/>
                  <a:pt x="168" y="373"/>
                </a:cubicBezTo>
                <a:lnTo>
                  <a:pt x="177" y="373"/>
                </a:lnTo>
                <a:cubicBezTo>
                  <a:pt x="194" y="373"/>
                  <a:pt x="205" y="373"/>
                  <a:pt x="210" y="373"/>
                </a:cubicBezTo>
                <a:cubicBezTo>
                  <a:pt x="250" y="366"/>
                  <a:pt x="270" y="347"/>
                  <a:pt x="270" y="317"/>
                </a:cubicBezTo>
                <a:cubicBezTo>
                  <a:pt x="270" y="305"/>
                  <a:pt x="265" y="295"/>
                  <a:pt x="257" y="285"/>
                </a:cubicBezTo>
                <a:cubicBezTo>
                  <a:pt x="247" y="277"/>
                  <a:pt x="237" y="271"/>
                  <a:pt x="227" y="267"/>
                </a:cubicBezTo>
                <a:cubicBezTo>
                  <a:pt x="219" y="263"/>
                  <a:pt x="197" y="259"/>
                  <a:pt x="160" y="252"/>
                </a:cubicBezTo>
                <a:cubicBezTo>
                  <a:pt x="124" y="246"/>
                  <a:pt x="97" y="239"/>
                  <a:pt x="78" y="230"/>
                </a:cubicBezTo>
                <a:cubicBezTo>
                  <a:pt x="26" y="205"/>
                  <a:pt x="1" y="171"/>
                  <a:pt x="1" y="12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9" name=""/>
          <p:cNvSpPr/>
          <p:nvPr/>
        </p:nvSpPr>
        <p:spPr>
          <a:xfrm>
            <a:off x="8551080" y="2662200"/>
            <a:ext cx="299520" cy="149040"/>
          </a:xfrm>
          <a:custGeom>
            <a:avLst/>
            <a:gdLst/>
            <a:ahLst/>
            <a:rect l="0" t="0" r="r" b="b"/>
            <a:pathLst>
              <a:path w="832" h="414">
                <a:moveTo>
                  <a:pt x="3" y="7"/>
                </a:moveTo>
                <a:cubicBezTo>
                  <a:pt x="111" y="2"/>
                  <a:pt x="166" y="0"/>
                  <a:pt x="166" y="0"/>
                </a:cubicBezTo>
                <a:lnTo>
                  <a:pt x="172" y="0"/>
                </a:lnTo>
                <a:lnTo>
                  <a:pt x="172" y="78"/>
                </a:lnTo>
                <a:cubicBezTo>
                  <a:pt x="173" y="77"/>
                  <a:pt x="177" y="73"/>
                  <a:pt x="182" y="66"/>
                </a:cubicBezTo>
                <a:cubicBezTo>
                  <a:pt x="188" y="59"/>
                  <a:pt x="193" y="53"/>
                  <a:pt x="200" y="49"/>
                </a:cubicBezTo>
                <a:cubicBezTo>
                  <a:pt x="206" y="44"/>
                  <a:pt x="213" y="38"/>
                  <a:pt x="222" y="31"/>
                </a:cubicBezTo>
                <a:cubicBezTo>
                  <a:pt x="230" y="24"/>
                  <a:pt x="241" y="19"/>
                  <a:pt x="255" y="14"/>
                </a:cubicBezTo>
                <a:cubicBezTo>
                  <a:pt x="268" y="9"/>
                  <a:pt x="283" y="5"/>
                  <a:pt x="299" y="2"/>
                </a:cubicBezTo>
                <a:cubicBezTo>
                  <a:pt x="307" y="1"/>
                  <a:pt x="319" y="0"/>
                  <a:pt x="333" y="0"/>
                </a:cubicBezTo>
                <a:lnTo>
                  <a:pt x="339" y="0"/>
                </a:lnTo>
                <a:cubicBezTo>
                  <a:pt x="398" y="0"/>
                  <a:pt x="437" y="17"/>
                  <a:pt x="456" y="52"/>
                </a:cubicBezTo>
                <a:cubicBezTo>
                  <a:pt x="463" y="63"/>
                  <a:pt x="466" y="70"/>
                  <a:pt x="466" y="73"/>
                </a:cubicBezTo>
                <a:cubicBezTo>
                  <a:pt x="466" y="75"/>
                  <a:pt x="469" y="72"/>
                  <a:pt x="476" y="65"/>
                </a:cubicBezTo>
                <a:cubicBezTo>
                  <a:pt x="510" y="22"/>
                  <a:pt x="559" y="0"/>
                  <a:pt x="623" y="0"/>
                </a:cubicBezTo>
                <a:cubicBezTo>
                  <a:pt x="659" y="0"/>
                  <a:pt x="687" y="5"/>
                  <a:pt x="709" y="15"/>
                </a:cubicBezTo>
                <a:cubicBezTo>
                  <a:pt x="735" y="27"/>
                  <a:pt x="751" y="44"/>
                  <a:pt x="757" y="65"/>
                </a:cubicBezTo>
                <a:cubicBezTo>
                  <a:pt x="764" y="86"/>
                  <a:pt x="768" y="118"/>
                  <a:pt x="768" y="160"/>
                </a:cubicBezTo>
                <a:lnTo>
                  <a:pt x="768" y="217"/>
                </a:lnTo>
                <a:lnTo>
                  <a:pt x="768" y="232"/>
                </a:lnTo>
                <a:lnTo>
                  <a:pt x="768" y="357"/>
                </a:lnTo>
                <a:lnTo>
                  <a:pt x="832" y="357"/>
                </a:lnTo>
                <a:lnTo>
                  <a:pt x="832" y="414"/>
                </a:lnTo>
                <a:lnTo>
                  <a:pt x="823" y="414"/>
                </a:lnTo>
                <a:cubicBezTo>
                  <a:pt x="812" y="412"/>
                  <a:pt x="774" y="411"/>
                  <a:pt x="709" y="411"/>
                </a:cubicBezTo>
                <a:cubicBezTo>
                  <a:pt x="643" y="411"/>
                  <a:pt x="605" y="412"/>
                  <a:pt x="594" y="414"/>
                </a:cubicBezTo>
                <a:lnTo>
                  <a:pt x="586" y="414"/>
                </a:lnTo>
                <a:lnTo>
                  <a:pt x="586" y="357"/>
                </a:lnTo>
                <a:lnTo>
                  <a:pt x="649" y="357"/>
                </a:lnTo>
                <a:lnTo>
                  <a:pt x="649" y="236"/>
                </a:lnTo>
                <a:lnTo>
                  <a:pt x="649" y="160"/>
                </a:lnTo>
                <a:cubicBezTo>
                  <a:pt x="649" y="116"/>
                  <a:pt x="646" y="86"/>
                  <a:pt x="641" y="71"/>
                </a:cubicBezTo>
                <a:cubicBezTo>
                  <a:pt x="635" y="55"/>
                  <a:pt x="621" y="47"/>
                  <a:pt x="599" y="47"/>
                </a:cubicBezTo>
                <a:cubicBezTo>
                  <a:pt x="572" y="47"/>
                  <a:pt x="547" y="56"/>
                  <a:pt x="523" y="73"/>
                </a:cubicBezTo>
                <a:cubicBezTo>
                  <a:pt x="500" y="91"/>
                  <a:pt x="485" y="115"/>
                  <a:pt x="477" y="147"/>
                </a:cubicBezTo>
                <a:cubicBezTo>
                  <a:pt x="476" y="152"/>
                  <a:pt x="475" y="189"/>
                  <a:pt x="475" y="257"/>
                </a:cubicBezTo>
                <a:lnTo>
                  <a:pt x="475" y="357"/>
                </a:lnTo>
                <a:lnTo>
                  <a:pt x="538" y="357"/>
                </a:lnTo>
                <a:lnTo>
                  <a:pt x="538" y="414"/>
                </a:lnTo>
                <a:lnTo>
                  <a:pt x="530" y="414"/>
                </a:lnTo>
                <a:cubicBezTo>
                  <a:pt x="519" y="412"/>
                  <a:pt x="480" y="411"/>
                  <a:pt x="415" y="411"/>
                </a:cubicBezTo>
                <a:cubicBezTo>
                  <a:pt x="345" y="411"/>
                  <a:pt x="307" y="412"/>
                  <a:pt x="301" y="414"/>
                </a:cubicBezTo>
                <a:lnTo>
                  <a:pt x="293" y="414"/>
                </a:lnTo>
                <a:lnTo>
                  <a:pt x="293" y="357"/>
                </a:lnTo>
                <a:lnTo>
                  <a:pt x="356" y="357"/>
                </a:lnTo>
                <a:lnTo>
                  <a:pt x="356" y="236"/>
                </a:lnTo>
                <a:lnTo>
                  <a:pt x="356" y="160"/>
                </a:lnTo>
                <a:cubicBezTo>
                  <a:pt x="356" y="116"/>
                  <a:pt x="354" y="86"/>
                  <a:pt x="348" y="71"/>
                </a:cubicBezTo>
                <a:cubicBezTo>
                  <a:pt x="343" y="55"/>
                  <a:pt x="329" y="47"/>
                  <a:pt x="307" y="47"/>
                </a:cubicBezTo>
                <a:cubicBezTo>
                  <a:pt x="279" y="47"/>
                  <a:pt x="254" y="56"/>
                  <a:pt x="231" y="73"/>
                </a:cubicBezTo>
                <a:cubicBezTo>
                  <a:pt x="207" y="91"/>
                  <a:pt x="192" y="115"/>
                  <a:pt x="185" y="147"/>
                </a:cubicBezTo>
                <a:cubicBezTo>
                  <a:pt x="184" y="152"/>
                  <a:pt x="183" y="189"/>
                  <a:pt x="182" y="257"/>
                </a:cubicBezTo>
                <a:lnTo>
                  <a:pt x="182" y="357"/>
                </a:lnTo>
                <a:lnTo>
                  <a:pt x="245" y="357"/>
                </a:lnTo>
                <a:lnTo>
                  <a:pt x="245" y="414"/>
                </a:lnTo>
                <a:lnTo>
                  <a:pt x="237" y="414"/>
                </a:lnTo>
                <a:cubicBezTo>
                  <a:pt x="226" y="412"/>
                  <a:pt x="188" y="411"/>
                  <a:pt x="123" y="411"/>
                </a:cubicBezTo>
                <a:cubicBezTo>
                  <a:pt x="58" y="411"/>
                  <a:pt x="20" y="412"/>
                  <a:pt x="9" y="414"/>
                </a:cubicBezTo>
                <a:lnTo>
                  <a:pt x="0" y="414"/>
                </a:lnTo>
                <a:lnTo>
                  <a:pt x="0" y="357"/>
                </a:lnTo>
                <a:lnTo>
                  <a:pt x="64" y="357"/>
                </a:lnTo>
                <a:lnTo>
                  <a:pt x="64" y="220"/>
                </a:lnTo>
                <a:lnTo>
                  <a:pt x="64" y="135"/>
                </a:lnTo>
                <a:cubicBezTo>
                  <a:pt x="64" y="104"/>
                  <a:pt x="63" y="86"/>
                  <a:pt x="62" y="80"/>
                </a:cubicBezTo>
                <a:cubicBezTo>
                  <a:pt x="61" y="74"/>
                  <a:pt x="57" y="70"/>
                  <a:pt x="50" y="68"/>
                </a:cubicBezTo>
                <a:cubicBezTo>
                  <a:pt x="41" y="65"/>
                  <a:pt x="29" y="64"/>
                  <a:pt x="12" y="64"/>
                </a:cubicBezTo>
                <a:lnTo>
                  <a:pt x="0" y="64"/>
                </a:lnTo>
                <a:lnTo>
                  <a:pt x="0" y="7"/>
                </a:lnTo>
                <a:lnTo>
                  <a:pt x="3" y="7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0" name=""/>
          <p:cNvSpPr/>
          <p:nvPr/>
        </p:nvSpPr>
        <p:spPr>
          <a:xfrm>
            <a:off x="8866080" y="2661120"/>
            <a:ext cx="173880" cy="151920"/>
          </a:xfrm>
          <a:custGeom>
            <a:avLst/>
            <a:gdLst/>
            <a:ahLst/>
            <a:rect l="0" t="0" r="r" b="b"/>
            <a:pathLst>
              <a:path w="483" h="422">
                <a:moveTo>
                  <a:pt x="29" y="96"/>
                </a:moveTo>
                <a:cubicBezTo>
                  <a:pt x="29" y="65"/>
                  <a:pt x="42" y="41"/>
                  <a:pt x="68" y="25"/>
                </a:cubicBezTo>
                <a:cubicBezTo>
                  <a:pt x="95" y="8"/>
                  <a:pt x="140" y="0"/>
                  <a:pt x="205" y="0"/>
                </a:cubicBezTo>
                <a:cubicBezTo>
                  <a:pt x="261" y="0"/>
                  <a:pt x="306" y="9"/>
                  <a:pt x="340" y="28"/>
                </a:cubicBezTo>
                <a:cubicBezTo>
                  <a:pt x="374" y="46"/>
                  <a:pt x="396" y="71"/>
                  <a:pt x="405" y="103"/>
                </a:cubicBezTo>
                <a:cubicBezTo>
                  <a:pt x="408" y="111"/>
                  <a:pt x="410" y="121"/>
                  <a:pt x="410" y="131"/>
                </a:cubicBezTo>
                <a:cubicBezTo>
                  <a:pt x="410" y="142"/>
                  <a:pt x="410" y="177"/>
                  <a:pt x="411" y="236"/>
                </a:cubicBezTo>
                <a:lnTo>
                  <a:pt x="411" y="345"/>
                </a:lnTo>
                <a:cubicBezTo>
                  <a:pt x="419" y="354"/>
                  <a:pt x="434" y="358"/>
                  <a:pt x="456" y="359"/>
                </a:cubicBezTo>
                <a:cubicBezTo>
                  <a:pt x="469" y="359"/>
                  <a:pt x="476" y="360"/>
                  <a:pt x="478" y="363"/>
                </a:cubicBezTo>
                <a:cubicBezTo>
                  <a:pt x="481" y="366"/>
                  <a:pt x="482" y="374"/>
                  <a:pt x="483" y="388"/>
                </a:cubicBezTo>
                <a:cubicBezTo>
                  <a:pt x="483" y="402"/>
                  <a:pt x="481" y="410"/>
                  <a:pt x="478" y="412"/>
                </a:cubicBezTo>
                <a:cubicBezTo>
                  <a:pt x="474" y="415"/>
                  <a:pt x="462" y="416"/>
                  <a:pt x="443" y="417"/>
                </a:cubicBezTo>
                <a:lnTo>
                  <a:pt x="427" y="417"/>
                </a:lnTo>
                <a:lnTo>
                  <a:pt x="412" y="417"/>
                </a:lnTo>
                <a:cubicBezTo>
                  <a:pt x="348" y="417"/>
                  <a:pt x="313" y="400"/>
                  <a:pt x="308" y="364"/>
                </a:cubicBezTo>
                <a:lnTo>
                  <a:pt x="298" y="373"/>
                </a:lnTo>
                <a:cubicBezTo>
                  <a:pt x="264" y="406"/>
                  <a:pt x="219" y="422"/>
                  <a:pt x="163" y="422"/>
                </a:cubicBezTo>
                <a:cubicBezTo>
                  <a:pt x="114" y="422"/>
                  <a:pt x="74" y="411"/>
                  <a:pt x="45" y="389"/>
                </a:cubicBezTo>
                <a:cubicBezTo>
                  <a:pt x="15" y="366"/>
                  <a:pt x="0" y="338"/>
                  <a:pt x="0" y="305"/>
                </a:cubicBezTo>
                <a:cubicBezTo>
                  <a:pt x="0" y="264"/>
                  <a:pt x="24" y="232"/>
                  <a:pt x="72" y="208"/>
                </a:cubicBezTo>
                <a:cubicBezTo>
                  <a:pt x="120" y="185"/>
                  <a:pt x="188" y="171"/>
                  <a:pt x="276" y="166"/>
                </a:cubicBezTo>
                <a:lnTo>
                  <a:pt x="292" y="166"/>
                </a:lnTo>
                <a:lnTo>
                  <a:pt x="292" y="148"/>
                </a:lnTo>
                <a:cubicBezTo>
                  <a:pt x="292" y="135"/>
                  <a:pt x="292" y="124"/>
                  <a:pt x="290" y="116"/>
                </a:cubicBezTo>
                <a:cubicBezTo>
                  <a:pt x="289" y="107"/>
                  <a:pt x="286" y="97"/>
                  <a:pt x="280" y="85"/>
                </a:cubicBezTo>
                <a:cubicBezTo>
                  <a:pt x="275" y="72"/>
                  <a:pt x="265" y="63"/>
                  <a:pt x="252" y="57"/>
                </a:cubicBezTo>
                <a:cubicBezTo>
                  <a:pt x="238" y="51"/>
                  <a:pt x="221" y="48"/>
                  <a:pt x="199" y="47"/>
                </a:cubicBezTo>
                <a:cubicBezTo>
                  <a:pt x="176" y="46"/>
                  <a:pt x="159" y="47"/>
                  <a:pt x="148" y="50"/>
                </a:cubicBezTo>
                <a:lnTo>
                  <a:pt x="144" y="50"/>
                </a:lnTo>
                <a:cubicBezTo>
                  <a:pt x="153" y="64"/>
                  <a:pt x="157" y="78"/>
                  <a:pt x="157" y="91"/>
                </a:cubicBezTo>
                <a:cubicBezTo>
                  <a:pt x="157" y="107"/>
                  <a:pt x="152" y="122"/>
                  <a:pt x="142" y="135"/>
                </a:cubicBezTo>
                <a:cubicBezTo>
                  <a:pt x="131" y="148"/>
                  <a:pt x="115" y="155"/>
                  <a:pt x="93" y="155"/>
                </a:cubicBezTo>
                <a:cubicBezTo>
                  <a:pt x="71" y="155"/>
                  <a:pt x="54" y="149"/>
                  <a:pt x="45" y="136"/>
                </a:cubicBezTo>
                <a:cubicBezTo>
                  <a:pt x="35" y="123"/>
                  <a:pt x="30" y="110"/>
                  <a:pt x="29" y="96"/>
                </a:cubicBezTo>
                <a:moveTo>
                  <a:pt x="121" y="305"/>
                </a:moveTo>
                <a:cubicBezTo>
                  <a:pt x="121" y="324"/>
                  <a:pt x="127" y="341"/>
                  <a:pt x="141" y="354"/>
                </a:cubicBezTo>
                <a:cubicBezTo>
                  <a:pt x="154" y="368"/>
                  <a:pt x="170" y="374"/>
                  <a:pt x="189" y="374"/>
                </a:cubicBezTo>
                <a:cubicBezTo>
                  <a:pt x="212" y="374"/>
                  <a:pt x="233" y="369"/>
                  <a:pt x="253" y="358"/>
                </a:cubicBezTo>
                <a:cubicBezTo>
                  <a:pt x="273" y="347"/>
                  <a:pt x="285" y="333"/>
                  <a:pt x="289" y="317"/>
                </a:cubicBezTo>
                <a:lnTo>
                  <a:pt x="292" y="308"/>
                </a:lnTo>
                <a:lnTo>
                  <a:pt x="292" y="208"/>
                </a:lnTo>
                <a:lnTo>
                  <a:pt x="289" y="208"/>
                </a:lnTo>
                <a:cubicBezTo>
                  <a:pt x="229" y="213"/>
                  <a:pt x="185" y="225"/>
                  <a:pt x="159" y="242"/>
                </a:cubicBezTo>
                <a:cubicBezTo>
                  <a:pt x="133" y="260"/>
                  <a:pt x="121" y="281"/>
                  <a:pt x="121" y="30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1" name=""/>
          <p:cNvSpPr/>
          <p:nvPr/>
        </p:nvSpPr>
        <p:spPr>
          <a:xfrm>
            <a:off x="9046800" y="2664000"/>
            <a:ext cx="186840" cy="147240"/>
          </a:xfrm>
          <a:custGeom>
            <a:avLst/>
            <a:gdLst/>
            <a:ahLst/>
            <a:rect l="0" t="0" r="r" b="b"/>
            <a:pathLst>
              <a:path w="519" h="409">
                <a:moveTo>
                  <a:pt x="189" y="409"/>
                </a:moveTo>
                <a:cubicBezTo>
                  <a:pt x="180" y="407"/>
                  <a:pt x="148" y="406"/>
                  <a:pt x="92" y="406"/>
                </a:cubicBezTo>
                <a:cubicBezTo>
                  <a:pt x="42" y="406"/>
                  <a:pt x="14" y="407"/>
                  <a:pt x="7" y="409"/>
                </a:cubicBezTo>
                <a:lnTo>
                  <a:pt x="0" y="409"/>
                </a:lnTo>
                <a:lnTo>
                  <a:pt x="0" y="352"/>
                </a:lnTo>
                <a:lnTo>
                  <a:pt x="88" y="352"/>
                </a:lnTo>
                <a:lnTo>
                  <a:pt x="206" y="213"/>
                </a:lnTo>
                <a:lnTo>
                  <a:pt x="81" y="57"/>
                </a:lnTo>
                <a:lnTo>
                  <a:pt x="5" y="57"/>
                </a:lnTo>
                <a:lnTo>
                  <a:pt x="5" y="0"/>
                </a:lnTo>
                <a:lnTo>
                  <a:pt x="12" y="0"/>
                </a:lnTo>
                <a:cubicBezTo>
                  <a:pt x="21" y="2"/>
                  <a:pt x="55" y="3"/>
                  <a:pt x="112" y="3"/>
                </a:cubicBezTo>
                <a:cubicBezTo>
                  <a:pt x="176" y="3"/>
                  <a:pt x="213" y="2"/>
                  <a:pt x="224" y="0"/>
                </a:cubicBezTo>
                <a:lnTo>
                  <a:pt x="232" y="0"/>
                </a:lnTo>
                <a:lnTo>
                  <a:pt x="232" y="57"/>
                </a:lnTo>
                <a:lnTo>
                  <a:pt x="207" y="57"/>
                </a:lnTo>
                <a:lnTo>
                  <a:pt x="239" y="97"/>
                </a:lnTo>
                <a:cubicBezTo>
                  <a:pt x="259" y="122"/>
                  <a:pt x="270" y="136"/>
                  <a:pt x="271" y="136"/>
                </a:cubicBezTo>
                <a:cubicBezTo>
                  <a:pt x="273" y="136"/>
                  <a:pt x="285" y="122"/>
                  <a:pt x="306" y="95"/>
                </a:cubicBezTo>
                <a:lnTo>
                  <a:pt x="338" y="57"/>
                </a:lnTo>
                <a:lnTo>
                  <a:pt x="304" y="57"/>
                </a:lnTo>
                <a:lnTo>
                  <a:pt x="304" y="0"/>
                </a:lnTo>
                <a:lnTo>
                  <a:pt x="311" y="0"/>
                </a:lnTo>
                <a:cubicBezTo>
                  <a:pt x="320" y="2"/>
                  <a:pt x="353" y="3"/>
                  <a:pt x="408" y="3"/>
                </a:cubicBezTo>
                <a:cubicBezTo>
                  <a:pt x="458" y="3"/>
                  <a:pt x="486" y="2"/>
                  <a:pt x="494" y="0"/>
                </a:cubicBezTo>
                <a:lnTo>
                  <a:pt x="500" y="0"/>
                </a:lnTo>
                <a:lnTo>
                  <a:pt x="500" y="57"/>
                </a:lnTo>
                <a:lnTo>
                  <a:pt x="413" y="57"/>
                </a:lnTo>
                <a:lnTo>
                  <a:pt x="307" y="183"/>
                </a:lnTo>
                <a:lnTo>
                  <a:pt x="443" y="351"/>
                </a:lnTo>
                <a:lnTo>
                  <a:pt x="481" y="352"/>
                </a:lnTo>
                <a:lnTo>
                  <a:pt x="519" y="352"/>
                </a:lnTo>
                <a:lnTo>
                  <a:pt x="519" y="409"/>
                </a:lnTo>
                <a:lnTo>
                  <a:pt x="512" y="409"/>
                </a:lnTo>
                <a:cubicBezTo>
                  <a:pt x="502" y="407"/>
                  <a:pt x="469" y="406"/>
                  <a:pt x="411" y="406"/>
                </a:cubicBezTo>
                <a:cubicBezTo>
                  <a:pt x="348" y="406"/>
                  <a:pt x="310" y="407"/>
                  <a:pt x="299" y="409"/>
                </a:cubicBezTo>
                <a:lnTo>
                  <a:pt x="291" y="409"/>
                </a:lnTo>
                <a:lnTo>
                  <a:pt x="291" y="352"/>
                </a:lnTo>
                <a:lnTo>
                  <a:pt x="317" y="352"/>
                </a:lnTo>
                <a:cubicBezTo>
                  <a:pt x="317" y="351"/>
                  <a:pt x="304" y="336"/>
                  <a:pt x="280" y="306"/>
                </a:cubicBezTo>
                <a:cubicBezTo>
                  <a:pt x="255" y="276"/>
                  <a:pt x="243" y="260"/>
                  <a:pt x="242" y="259"/>
                </a:cubicBezTo>
                <a:lnTo>
                  <a:pt x="163" y="351"/>
                </a:lnTo>
                <a:lnTo>
                  <a:pt x="180" y="352"/>
                </a:lnTo>
                <a:lnTo>
                  <a:pt x="196" y="352"/>
                </a:lnTo>
                <a:lnTo>
                  <a:pt x="196" y="409"/>
                </a:lnTo>
                <a:lnTo>
                  <a:pt x="189" y="409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2" name=""/>
          <p:cNvSpPr txBox="1"/>
          <p:nvPr/>
        </p:nvSpPr>
        <p:spPr>
          <a:xfrm>
            <a:off x="747720" y="770400"/>
            <a:ext cx="299844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  <a:ea typeface="Arial"/>
              </a:rPr>
              <a:t>The Apache math</a:t>
            </a:r>
            <a:endParaRPr b="0" lang="en-US" sz="28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3" name=""/>
          <p:cNvSpPr txBox="1"/>
          <p:nvPr/>
        </p:nvSpPr>
        <p:spPr>
          <a:xfrm>
            <a:off x="880920" y="3807720"/>
            <a:ext cx="18248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Workers busy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4" name=""/>
          <p:cNvSpPr txBox="1"/>
          <p:nvPr/>
        </p:nvSpPr>
        <p:spPr>
          <a:xfrm>
            <a:off x="4134960" y="3807720"/>
            <a:ext cx="18842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What happens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5" name=""/>
          <p:cNvSpPr/>
          <p:nvPr/>
        </p:nvSpPr>
        <p:spPr>
          <a:xfrm>
            <a:off x="2990520" y="4343040"/>
            <a:ext cx="276840" cy="276840"/>
          </a:xfrm>
          <a:custGeom>
            <a:avLst/>
            <a:gdLst/>
            <a:ahLst/>
            <a:rect l="0" t="0" r="r" b="b"/>
            <a:pathLst>
              <a:path w="769" h="769">
                <a:moveTo>
                  <a:pt x="769" y="684"/>
                </a:moveTo>
                <a:cubicBezTo>
                  <a:pt x="769" y="731"/>
                  <a:pt x="731" y="769"/>
                  <a:pt x="683" y="769"/>
                </a:cubicBezTo>
                <a:lnTo>
                  <a:pt x="86" y="769"/>
                </a:lnTo>
                <a:cubicBezTo>
                  <a:pt x="39" y="769"/>
                  <a:pt x="0" y="731"/>
                  <a:pt x="0" y="684"/>
                </a:cubicBezTo>
                <a:lnTo>
                  <a:pt x="0" y="86"/>
                </a:lnTo>
                <a:cubicBezTo>
                  <a:pt x="0" y="39"/>
                  <a:pt x="39" y="0"/>
                  <a:pt x="86" y="0"/>
                </a:cubicBezTo>
                <a:lnTo>
                  <a:pt x="683" y="0"/>
                </a:lnTo>
                <a:cubicBezTo>
                  <a:pt x="731" y="0"/>
                  <a:pt x="769" y="39"/>
                  <a:pt x="769" y="86"/>
                </a:cubicBezTo>
                <a:lnTo>
                  <a:pt x="769" y="684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6" name=""/>
          <p:cNvSpPr/>
          <p:nvPr/>
        </p:nvSpPr>
        <p:spPr>
          <a:xfrm>
            <a:off x="3034440" y="4389120"/>
            <a:ext cx="190080" cy="186840"/>
          </a:xfrm>
          <a:custGeom>
            <a:avLst/>
            <a:gdLst/>
            <a:ahLst/>
            <a:rect l="0" t="0" r="r" b="b"/>
            <a:pathLst>
              <a:path w="528" h="519">
                <a:moveTo>
                  <a:pt x="503" y="9"/>
                </a:moveTo>
                <a:cubicBezTo>
                  <a:pt x="479" y="-7"/>
                  <a:pt x="446" y="0"/>
                  <a:pt x="430" y="25"/>
                </a:cubicBezTo>
                <a:lnTo>
                  <a:pt x="197" y="382"/>
                </a:lnTo>
                <a:lnTo>
                  <a:pt x="90" y="283"/>
                </a:lnTo>
                <a:cubicBezTo>
                  <a:pt x="68" y="263"/>
                  <a:pt x="34" y="265"/>
                  <a:pt x="14" y="286"/>
                </a:cubicBezTo>
                <a:cubicBezTo>
                  <a:pt x="-6" y="308"/>
                  <a:pt x="-4" y="342"/>
                  <a:pt x="17" y="362"/>
                </a:cubicBezTo>
                <a:lnTo>
                  <a:pt x="171" y="505"/>
                </a:lnTo>
                <a:cubicBezTo>
                  <a:pt x="181" y="514"/>
                  <a:pt x="194" y="519"/>
                  <a:pt x="207" y="519"/>
                </a:cubicBezTo>
                <a:cubicBezTo>
                  <a:pt x="221" y="519"/>
                  <a:pt x="240" y="513"/>
                  <a:pt x="253" y="495"/>
                </a:cubicBezTo>
                <a:cubicBezTo>
                  <a:pt x="260" y="484"/>
                  <a:pt x="519" y="83"/>
                  <a:pt x="519" y="83"/>
                </a:cubicBezTo>
                <a:cubicBezTo>
                  <a:pt x="535" y="58"/>
                  <a:pt x="528" y="25"/>
                  <a:pt x="503" y="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7" name=""/>
          <p:cNvSpPr txBox="1"/>
          <p:nvPr/>
        </p:nvSpPr>
        <p:spPr>
          <a:xfrm>
            <a:off x="880920" y="4341240"/>
            <a:ext cx="7671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1 – 40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8" name=""/>
          <p:cNvSpPr txBox="1"/>
          <p:nvPr/>
        </p:nvSpPr>
        <p:spPr>
          <a:xfrm>
            <a:off x="3277440" y="4341240"/>
            <a:ext cx="19623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Fast responses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9" name=""/>
          <p:cNvSpPr/>
          <p:nvPr/>
        </p:nvSpPr>
        <p:spPr>
          <a:xfrm>
            <a:off x="2994480" y="4882320"/>
            <a:ext cx="268920" cy="263160"/>
          </a:xfrm>
          <a:custGeom>
            <a:avLst/>
            <a:gdLst/>
            <a:ahLst/>
            <a:rect l="0" t="0" r="r" b="b"/>
            <a:pathLst>
              <a:path w="747" h="731">
                <a:moveTo>
                  <a:pt x="46" y="731"/>
                </a:moveTo>
                <a:cubicBezTo>
                  <a:pt x="7" y="731"/>
                  <a:pt x="-11" y="703"/>
                  <a:pt x="7" y="667"/>
                </a:cubicBezTo>
                <a:lnTo>
                  <a:pt x="341" y="26"/>
                </a:lnTo>
                <a:cubicBezTo>
                  <a:pt x="359" y="-9"/>
                  <a:pt x="389" y="-9"/>
                  <a:pt x="407" y="26"/>
                </a:cubicBezTo>
                <a:lnTo>
                  <a:pt x="740" y="667"/>
                </a:lnTo>
                <a:cubicBezTo>
                  <a:pt x="758" y="703"/>
                  <a:pt x="740" y="731"/>
                  <a:pt x="701" y="731"/>
                </a:cubicBezTo>
                <a:lnTo>
                  <a:pt x="46" y="731"/>
                </a:ln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0" name=""/>
          <p:cNvSpPr/>
          <p:nvPr/>
        </p:nvSpPr>
        <p:spPr>
          <a:xfrm>
            <a:off x="3110400" y="4942080"/>
            <a:ext cx="37440" cy="175680"/>
          </a:xfrm>
          <a:custGeom>
            <a:avLst/>
            <a:gdLst/>
            <a:ahLst/>
            <a:rect l="0" t="0" r="r" b="b"/>
            <a:pathLst>
              <a:path w="104" h="488">
                <a:moveTo>
                  <a:pt x="0" y="436"/>
                </a:moveTo>
                <a:cubicBezTo>
                  <a:pt x="0" y="408"/>
                  <a:pt x="23" y="385"/>
                  <a:pt x="51" y="385"/>
                </a:cubicBezTo>
                <a:cubicBezTo>
                  <a:pt x="81" y="385"/>
                  <a:pt x="104" y="408"/>
                  <a:pt x="104" y="436"/>
                </a:cubicBezTo>
                <a:cubicBezTo>
                  <a:pt x="104" y="465"/>
                  <a:pt x="80" y="488"/>
                  <a:pt x="51" y="488"/>
                </a:cubicBezTo>
                <a:cubicBezTo>
                  <a:pt x="23" y="488"/>
                  <a:pt x="0" y="465"/>
                  <a:pt x="0" y="436"/>
                </a:cubicBezTo>
                <a:moveTo>
                  <a:pt x="4" y="45"/>
                </a:moveTo>
                <a:cubicBezTo>
                  <a:pt x="4" y="18"/>
                  <a:pt x="24" y="0"/>
                  <a:pt x="51" y="0"/>
                </a:cubicBezTo>
                <a:cubicBezTo>
                  <a:pt x="79" y="0"/>
                  <a:pt x="100" y="18"/>
                  <a:pt x="100" y="45"/>
                </a:cubicBezTo>
                <a:lnTo>
                  <a:pt x="100" y="301"/>
                </a:lnTo>
                <a:cubicBezTo>
                  <a:pt x="100" y="328"/>
                  <a:pt x="79" y="346"/>
                  <a:pt x="51" y="346"/>
                </a:cubicBezTo>
                <a:cubicBezTo>
                  <a:pt x="24" y="346"/>
                  <a:pt x="4" y="329"/>
                  <a:pt x="4" y="301"/>
                </a:cubicBezTo>
                <a:lnTo>
                  <a:pt x="4" y="45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1" name=""/>
          <p:cNvSpPr txBox="1"/>
          <p:nvPr/>
        </p:nvSpPr>
        <p:spPr>
          <a:xfrm>
            <a:off x="880920" y="4884120"/>
            <a:ext cx="9198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41 – 47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2" name=""/>
          <p:cNvSpPr txBox="1"/>
          <p:nvPr/>
        </p:nvSpPr>
        <p:spPr>
          <a:xfrm>
            <a:off x="3277440" y="4884120"/>
            <a:ext cx="31586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Slow — swapping begins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3" name=""/>
          <p:cNvSpPr txBox="1"/>
          <p:nvPr/>
        </p:nvSpPr>
        <p:spPr>
          <a:xfrm>
            <a:off x="880920" y="5417280"/>
            <a:ext cx="3070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48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4" name=""/>
          <p:cNvSpPr txBox="1"/>
          <p:nvPr/>
        </p:nvSpPr>
        <p:spPr>
          <a:xfrm>
            <a:off x="2959920" y="5417280"/>
            <a:ext cx="42314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Queue forms — new requests wait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5" name=""/>
          <p:cNvSpPr txBox="1"/>
          <p:nvPr/>
        </p:nvSpPr>
        <p:spPr>
          <a:xfrm>
            <a:off x="880920" y="5960160"/>
            <a:ext cx="6210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100+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6" name=""/>
          <p:cNvSpPr txBox="1"/>
          <p:nvPr/>
        </p:nvSpPr>
        <p:spPr>
          <a:xfrm>
            <a:off x="2959920" y="5960160"/>
            <a:ext cx="31280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503 Service Unavailable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0" name=""/>
          <p:cNvSpPr/>
          <p:nvPr/>
        </p:nvSpPr>
        <p:spPr>
          <a:xfrm>
            <a:off x="780840" y="2725560"/>
            <a:ext cx="362160" cy="254880"/>
          </a:xfrm>
          <a:custGeom>
            <a:avLst/>
            <a:gdLst/>
            <a:ahLst/>
            <a:rect l="0" t="0" r="r" b="b"/>
            <a:pathLst>
              <a:path w="1006" h="708">
                <a:moveTo>
                  <a:pt x="0" y="109"/>
                </a:moveTo>
                <a:cubicBezTo>
                  <a:pt x="0" y="109"/>
                  <a:pt x="0" y="0"/>
                  <a:pt x="112" y="0"/>
                </a:cubicBezTo>
                <a:lnTo>
                  <a:pt x="895" y="0"/>
                </a:lnTo>
                <a:cubicBezTo>
                  <a:pt x="895" y="0"/>
                  <a:pt x="1006" y="0"/>
                  <a:pt x="1006" y="109"/>
                </a:cubicBezTo>
                <a:lnTo>
                  <a:pt x="1006" y="599"/>
                </a:lnTo>
                <a:cubicBezTo>
                  <a:pt x="1006" y="599"/>
                  <a:pt x="1006" y="708"/>
                  <a:pt x="895" y="708"/>
                </a:cubicBezTo>
                <a:lnTo>
                  <a:pt x="112" y="708"/>
                </a:lnTo>
                <a:cubicBezTo>
                  <a:pt x="112" y="708"/>
                  <a:pt x="0" y="708"/>
                  <a:pt x="0" y="599"/>
                </a:cubicBezTo>
                <a:lnTo>
                  <a:pt x="0" y="109"/>
                </a:lnTo>
                <a:close/>
              </a:path>
            </a:pathLst>
          </a:custGeom>
          <a:solidFill>
            <a:srgbClr val="31373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1" name=""/>
          <p:cNvSpPr/>
          <p:nvPr/>
        </p:nvSpPr>
        <p:spPr>
          <a:xfrm>
            <a:off x="891360" y="2755080"/>
            <a:ext cx="201600" cy="195840"/>
          </a:xfrm>
          <a:custGeom>
            <a:avLst/>
            <a:gdLst/>
            <a:ahLst/>
            <a:rect l="0" t="0" r="r" b="b"/>
            <a:pathLst>
              <a:path w="560" h="544">
                <a:moveTo>
                  <a:pt x="560" y="273"/>
                </a:moveTo>
                <a:cubicBezTo>
                  <a:pt x="560" y="290"/>
                  <a:pt x="558" y="308"/>
                  <a:pt x="554" y="326"/>
                </a:cubicBezTo>
                <a:cubicBezTo>
                  <a:pt x="551" y="343"/>
                  <a:pt x="546" y="360"/>
                  <a:pt x="539" y="377"/>
                </a:cubicBezTo>
                <a:cubicBezTo>
                  <a:pt x="532" y="393"/>
                  <a:pt x="523" y="409"/>
                  <a:pt x="513" y="424"/>
                </a:cubicBezTo>
                <a:cubicBezTo>
                  <a:pt x="503" y="438"/>
                  <a:pt x="491" y="452"/>
                  <a:pt x="478" y="465"/>
                </a:cubicBezTo>
                <a:cubicBezTo>
                  <a:pt x="465" y="477"/>
                  <a:pt x="451" y="489"/>
                  <a:pt x="436" y="499"/>
                </a:cubicBezTo>
                <a:cubicBezTo>
                  <a:pt x="420" y="509"/>
                  <a:pt x="404" y="517"/>
                  <a:pt x="387" y="524"/>
                </a:cubicBezTo>
                <a:cubicBezTo>
                  <a:pt x="371" y="531"/>
                  <a:pt x="353" y="536"/>
                  <a:pt x="335" y="539"/>
                </a:cubicBezTo>
                <a:cubicBezTo>
                  <a:pt x="317" y="543"/>
                  <a:pt x="299" y="544"/>
                  <a:pt x="281" y="544"/>
                </a:cubicBezTo>
                <a:cubicBezTo>
                  <a:pt x="262" y="544"/>
                  <a:pt x="244" y="543"/>
                  <a:pt x="226" y="539"/>
                </a:cubicBezTo>
                <a:cubicBezTo>
                  <a:pt x="208" y="536"/>
                  <a:pt x="191" y="531"/>
                  <a:pt x="174" y="524"/>
                </a:cubicBezTo>
                <a:cubicBezTo>
                  <a:pt x="157" y="517"/>
                  <a:pt x="141" y="509"/>
                  <a:pt x="125" y="499"/>
                </a:cubicBezTo>
                <a:cubicBezTo>
                  <a:pt x="110" y="489"/>
                  <a:pt x="96" y="477"/>
                  <a:pt x="83" y="465"/>
                </a:cubicBezTo>
                <a:cubicBezTo>
                  <a:pt x="70" y="452"/>
                  <a:pt x="59" y="438"/>
                  <a:pt x="48" y="424"/>
                </a:cubicBezTo>
                <a:cubicBezTo>
                  <a:pt x="38" y="409"/>
                  <a:pt x="29" y="393"/>
                  <a:pt x="22" y="377"/>
                </a:cubicBezTo>
                <a:cubicBezTo>
                  <a:pt x="15" y="360"/>
                  <a:pt x="9" y="343"/>
                  <a:pt x="6" y="326"/>
                </a:cubicBezTo>
                <a:cubicBezTo>
                  <a:pt x="2" y="308"/>
                  <a:pt x="0" y="290"/>
                  <a:pt x="0" y="273"/>
                </a:cubicBezTo>
                <a:cubicBezTo>
                  <a:pt x="0" y="255"/>
                  <a:pt x="2" y="237"/>
                  <a:pt x="6" y="218"/>
                </a:cubicBezTo>
                <a:cubicBezTo>
                  <a:pt x="9" y="201"/>
                  <a:pt x="15" y="184"/>
                  <a:pt x="22" y="167"/>
                </a:cubicBezTo>
                <a:cubicBezTo>
                  <a:pt x="29" y="151"/>
                  <a:pt x="38" y="135"/>
                  <a:pt x="48" y="120"/>
                </a:cubicBezTo>
                <a:cubicBezTo>
                  <a:pt x="59" y="106"/>
                  <a:pt x="70" y="92"/>
                  <a:pt x="83" y="79"/>
                </a:cubicBezTo>
                <a:cubicBezTo>
                  <a:pt x="96" y="67"/>
                  <a:pt x="110" y="55"/>
                  <a:pt x="125" y="45"/>
                </a:cubicBezTo>
                <a:cubicBezTo>
                  <a:pt x="141" y="35"/>
                  <a:pt x="157" y="27"/>
                  <a:pt x="174" y="20"/>
                </a:cubicBezTo>
                <a:cubicBezTo>
                  <a:pt x="191" y="13"/>
                  <a:pt x="208" y="8"/>
                  <a:pt x="226" y="5"/>
                </a:cubicBezTo>
                <a:cubicBezTo>
                  <a:pt x="244" y="1"/>
                  <a:pt x="262" y="0"/>
                  <a:pt x="281" y="0"/>
                </a:cubicBezTo>
                <a:cubicBezTo>
                  <a:pt x="299" y="0"/>
                  <a:pt x="317" y="1"/>
                  <a:pt x="335" y="5"/>
                </a:cubicBezTo>
                <a:cubicBezTo>
                  <a:pt x="353" y="8"/>
                  <a:pt x="371" y="13"/>
                  <a:pt x="387" y="20"/>
                </a:cubicBezTo>
                <a:cubicBezTo>
                  <a:pt x="404" y="27"/>
                  <a:pt x="420" y="35"/>
                  <a:pt x="436" y="45"/>
                </a:cubicBezTo>
                <a:cubicBezTo>
                  <a:pt x="451" y="55"/>
                  <a:pt x="465" y="67"/>
                  <a:pt x="478" y="79"/>
                </a:cubicBezTo>
                <a:cubicBezTo>
                  <a:pt x="491" y="92"/>
                  <a:pt x="503" y="106"/>
                  <a:pt x="513" y="120"/>
                </a:cubicBezTo>
                <a:cubicBezTo>
                  <a:pt x="523" y="135"/>
                  <a:pt x="532" y="151"/>
                  <a:pt x="539" y="167"/>
                </a:cubicBezTo>
                <a:cubicBezTo>
                  <a:pt x="546" y="184"/>
                  <a:pt x="551" y="201"/>
                  <a:pt x="554" y="218"/>
                </a:cubicBezTo>
                <a:cubicBezTo>
                  <a:pt x="558" y="237"/>
                  <a:pt x="560" y="255"/>
                  <a:pt x="560" y="273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2" name=""/>
          <p:cNvSpPr/>
          <p:nvPr/>
        </p:nvSpPr>
        <p:spPr>
          <a:xfrm>
            <a:off x="911520" y="2774520"/>
            <a:ext cx="161280" cy="156960"/>
          </a:xfrm>
          <a:custGeom>
            <a:avLst/>
            <a:gdLst/>
            <a:ahLst/>
            <a:rect l="0" t="0" r="r" b="b"/>
            <a:pathLst>
              <a:path w="448" h="436">
                <a:moveTo>
                  <a:pt x="448" y="218"/>
                </a:moveTo>
                <a:cubicBezTo>
                  <a:pt x="448" y="232"/>
                  <a:pt x="447" y="246"/>
                  <a:pt x="444" y="260"/>
                </a:cubicBezTo>
                <a:cubicBezTo>
                  <a:pt x="441" y="274"/>
                  <a:pt x="437" y="288"/>
                  <a:pt x="431" y="301"/>
                </a:cubicBezTo>
                <a:cubicBezTo>
                  <a:pt x="425" y="314"/>
                  <a:pt x="418" y="326"/>
                  <a:pt x="410" y="338"/>
                </a:cubicBezTo>
                <a:cubicBezTo>
                  <a:pt x="402" y="351"/>
                  <a:pt x="393" y="362"/>
                  <a:pt x="383" y="372"/>
                </a:cubicBezTo>
                <a:cubicBezTo>
                  <a:pt x="372" y="382"/>
                  <a:pt x="360" y="391"/>
                  <a:pt x="348" y="399"/>
                </a:cubicBezTo>
                <a:cubicBezTo>
                  <a:pt x="336" y="407"/>
                  <a:pt x="323" y="414"/>
                  <a:pt x="309" y="419"/>
                </a:cubicBezTo>
                <a:cubicBezTo>
                  <a:pt x="296" y="425"/>
                  <a:pt x="282" y="429"/>
                  <a:pt x="267" y="432"/>
                </a:cubicBezTo>
                <a:cubicBezTo>
                  <a:pt x="253" y="435"/>
                  <a:pt x="238" y="436"/>
                  <a:pt x="224" y="436"/>
                </a:cubicBezTo>
                <a:cubicBezTo>
                  <a:pt x="209" y="436"/>
                  <a:pt x="194" y="435"/>
                  <a:pt x="180" y="432"/>
                </a:cubicBezTo>
                <a:cubicBezTo>
                  <a:pt x="166" y="429"/>
                  <a:pt x="152" y="425"/>
                  <a:pt x="138" y="419"/>
                </a:cubicBezTo>
                <a:cubicBezTo>
                  <a:pt x="125" y="414"/>
                  <a:pt x="112" y="407"/>
                  <a:pt x="99" y="399"/>
                </a:cubicBezTo>
                <a:cubicBezTo>
                  <a:pt x="87" y="391"/>
                  <a:pt x="76" y="382"/>
                  <a:pt x="66" y="372"/>
                </a:cubicBezTo>
                <a:cubicBezTo>
                  <a:pt x="55" y="362"/>
                  <a:pt x="46" y="351"/>
                  <a:pt x="38" y="338"/>
                </a:cubicBezTo>
                <a:cubicBezTo>
                  <a:pt x="30" y="326"/>
                  <a:pt x="23" y="314"/>
                  <a:pt x="17" y="301"/>
                </a:cubicBezTo>
                <a:cubicBezTo>
                  <a:pt x="12" y="288"/>
                  <a:pt x="7" y="274"/>
                  <a:pt x="4" y="260"/>
                </a:cubicBezTo>
                <a:cubicBezTo>
                  <a:pt x="2" y="246"/>
                  <a:pt x="0" y="232"/>
                  <a:pt x="0" y="218"/>
                </a:cubicBezTo>
                <a:cubicBezTo>
                  <a:pt x="0" y="203"/>
                  <a:pt x="2" y="189"/>
                  <a:pt x="4" y="175"/>
                </a:cubicBezTo>
                <a:cubicBezTo>
                  <a:pt x="7" y="161"/>
                  <a:pt x="12" y="147"/>
                  <a:pt x="17" y="134"/>
                </a:cubicBezTo>
                <a:cubicBezTo>
                  <a:pt x="23" y="121"/>
                  <a:pt x="30" y="109"/>
                  <a:pt x="38" y="97"/>
                </a:cubicBezTo>
                <a:cubicBezTo>
                  <a:pt x="46" y="85"/>
                  <a:pt x="55" y="74"/>
                  <a:pt x="66" y="64"/>
                </a:cubicBezTo>
                <a:cubicBezTo>
                  <a:pt x="76" y="54"/>
                  <a:pt x="87" y="45"/>
                  <a:pt x="99" y="37"/>
                </a:cubicBezTo>
                <a:cubicBezTo>
                  <a:pt x="112" y="29"/>
                  <a:pt x="125" y="22"/>
                  <a:pt x="138" y="17"/>
                </a:cubicBezTo>
                <a:cubicBezTo>
                  <a:pt x="152" y="11"/>
                  <a:pt x="166" y="7"/>
                  <a:pt x="180" y="4"/>
                </a:cubicBezTo>
                <a:cubicBezTo>
                  <a:pt x="194" y="1"/>
                  <a:pt x="209" y="0"/>
                  <a:pt x="224" y="0"/>
                </a:cubicBezTo>
                <a:cubicBezTo>
                  <a:pt x="238" y="0"/>
                  <a:pt x="253" y="1"/>
                  <a:pt x="267" y="4"/>
                </a:cubicBezTo>
                <a:cubicBezTo>
                  <a:pt x="282" y="7"/>
                  <a:pt x="296" y="11"/>
                  <a:pt x="309" y="17"/>
                </a:cubicBezTo>
                <a:cubicBezTo>
                  <a:pt x="323" y="22"/>
                  <a:pt x="336" y="29"/>
                  <a:pt x="348" y="37"/>
                </a:cubicBezTo>
                <a:cubicBezTo>
                  <a:pt x="360" y="45"/>
                  <a:pt x="372" y="54"/>
                  <a:pt x="383" y="64"/>
                </a:cubicBezTo>
                <a:cubicBezTo>
                  <a:pt x="393" y="74"/>
                  <a:pt x="402" y="85"/>
                  <a:pt x="410" y="97"/>
                </a:cubicBezTo>
                <a:cubicBezTo>
                  <a:pt x="418" y="109"/>
                  <a:pt x="425" y="121"/>
                  <a:pt x="431" y="134"/>
                </a:cubicBezTo>
                <a:cubicBezTo>
                  <a:pt x="437" y="147"/>
                  <a:pt x="441" y="161"/>
                  <a:pt x="444" y="175"/>
                </a:cubicBezTo>
                <a:cubicBezTo>
                  <a:pt x="447" y="189"/>
                  <a:pt x="448" y="203"/>
                  <a:pt x="448" y="218"/>
                </a:cubicBezTo>
                <a:close/>
              </a:path>
            </a:pathLst>
          </a:custGeom>
          <a:solidFill>
            <a:srgbClr val="31373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3" name=""/>
          <p:cNvSpPr/>
          <p:nvPr/>
        </p:nvSpPr>
        <p:spPr>
          <a:xfrm>
            <a:off x="941760" y="2804040"/>
            <a:ext cx="100800" cy="97920"/>
          </a:xfrm>
          <a:custGeom>
            <a:avLst/>
            <a:gdLst/>
            <a:ahLst/>
            <a:rect l="0" t="0" r="r" b="b"/>
            <a:pathLst>
              <a:path w="280" h="272">
                <a:moveTo>
                  <a:pt x="280" y="136"/>
                </a:moveTo>
                <a:cubicBezTo>
                  <a:pt x="280" y="154"/>
                  <a:pt x="277" y="171"/>
                  <a:pt x="270" y="188"/>
                </a:cubicBezTo>
                <a:cubicBezTo>
                  <a:pt x="263" y="204"/>
                  <a:pt x="252" y="220"/>
                  <a:pt x="239" y="233"/>
                </a:cubicBezTo>
                <a:cubicBezTo>
                  <a:pt x="226" y="245"/>
                  <a:pt x="211" y="255"/>
                  <a:pt x="194" y="262"/>
                </a:cubicBezTo>
                <a:cubicBezTo>
                  <a:pt x="177" y="269"/>
                  <a:pt x="159" y="272"/>
                  <a:pt x="141" y="272"/>
                </a:cubicBezTo>
                <a:cubicBezTo>
                  <a:pt x="122" y="272"/>
                  <a:pt x="104" y="269"/>
                  <a:pt x="87" y="262"/>
                </a:cubicBezTo>
                <a:cubicBezTo>
                  <a:pt x="70" y="255"/>
                  <a:pt x="55" y="245"/>
                  <a:pt x="42" y="233"/>
                </a:cubicBezTo>
                <a:cubicBezTo>
                  <a:pt x="28" y="220"/>
                  <a:pt x="18" y="204"/>
                  <a:pt x="11" y="188"/>
                </a:cubicBezTo>
                <a:cubicBezTo>
                  <a:pt x="3" y="171"/>
                  <a:pt x="0" y="154"/>
                  <a:pt x="0" y="136"/>
                </a:cubicBezTo>
                <a:cubicBezTo>
                  <a:pt x="0" y="117"/>
                  <a:pt x="3" y="100"/>
                  <a:pt x="11" y="83"/>
                </a:cubicBezTo>
                <a:cubicBezTo>
                  <a:pt x="18" y="67"/>
                  <a:pt x="28" y="52"/>
                  <a:pt x="42" y="39"/>
                </a:cubicBezTo>
                <a:cubicBezTo>
                  <a:pt x="55" y="27"/>
                  <a:pt x="70" y="17"/>
                  <a:pt x="87" y="10"/>
                </a:cubicBezTo>
                <a:cubicBezTo>
                  <a:pt x="104" y="3"/>
                  <a:pt x="122" y="0"/>
                  <a:pt x="141" y="0"/>
                </a:cubicBezTo>
                <a:cubicBezTo>
                  <a:pt x="159" y="0"/>
                  <a:pt x="177" y="3"/>
                  <a:pt x="194" y="10"/>
                </a:cubicBezTo>
                <a:cubicBezTo>
                  <a:pt x="211" y="17"/>
                  <a:pt x="226" y="27"/>
                  <a:pt x="239" y="39"/>
                </a:cubicBezTo>
                <a:cubicBezTo>
                  <a:pt x="252" y="52"/>
                  <a:pt x="263" y="67"/>
                  <a:pt x="270" y="83"/>
                </a:cubicBezTo>
                <a:cubicBezTo>
                  <a:pt x="277" y="100"/>
                  <a:pt x="280" y="117"/>
                  <a:pt x="280" y="136"/>
                </a:cubicBezTo>
                <a:close/>
              </a:path>
            </a:pathLst>
          </a:custGeom>
          <a:solidFill>
            <a:srgbClr val="3b88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4" name=""/>
          <p:cNvSpPr/>
          <p:nvPr/>
        </p:nvSpPr>
        <p:spPr>
          <a:xfrm>
            <a:off x="1092600" y="2745000"/>
            <a:ext cx="30600" cy="29880"/>
          </a:xfrm>
          <a:custGeom>
            <a:avLst/>
            <a:gdLst/>
            <a:ahLst/>
            <a:rect l="0" t="0" r="r" b="b"/>
            <a:pathLst>
              <a:path w="85" h="83">
                <a:moveTo>
                  <a:pt x="85" y="42"/>
                </a:moveTo>
                <a:cubicBezTo>
                  <a:pt x="85" y="48"/>
                  <a:pt x="84" y="53"/>
                  <a:pt x="81" y="58"/>
                </a:cubicBezTo>
                <a:cubicBezTo>
                  <a:pt x="79" y="63"/>
                  <a:pt x="75" y="67"/>
                  <a:pt x="71" y="71"/>
                </a:cubicBezTo>
                <a:cubicBezTo>
                  <a:pt x="67" y="75"/>
                  <a:pt x="63" y="78"/>
                  <a:pt x="58" y="80"/>
                </a:cubicBezTo>
                <a:cubicBezTo>
                  <a:pt x="53" y="82"/>
                  <a:pt x="47" y="83"/>
                  <a:pt x="42" y="83"/>
                </a:cubicBezTo>
                <a:cubicBezTo>
                  <a:pt x="36" y="83"/>
                  <a:pt x="31" y="82"/>
                  <a:pt x="26" y="80"/>
                </a:cubicBezTo>
                <a:cubicBezTo>
                  <a:pt x="21" y="78"/>
                  <a:pt x="16" y="75"/>
                  <a:pt x="12" y="71"/>
                </a:cubicBezTo>
                <a:cubicBezTo>
                  <a:pt x="8" y="67"/>
                  <a:pt x="5" y="63"/>
                  <a:pt x="3" y="58"/>
                </a:cubicBezTo>
                <a:cubicBezTo>
                  <a:pt x="1" y="53"/>
                  <a:pt x="0" y="48"/>
                  <a:pt x="0" y="42"/>
                </a:cubicBezTo>
                <a:cubicBezTo>
                  <a:pt x="0" y="37"/>
                  <a:pt x="1" y="32"/>
                  <a:pt x="3" y="26"/>
                </a:cubicBezTo>
                <a:cubicBezTo>
                  <a:pt x="5" y="21"/>
                  <a:pt x="8" y="16"/>
                  <a:pt x="12" y="12"/>
                </a:cubicBezTo>
                <a:cubicBezTo>
                  <a:pt x="16" y="9"/>
                  <a:pt x="21" y="6"/>
                  <a:pt x="26" y="3"/>
                </a:cubicBezTo>
                <a:cubicBezTo>
                  <a:pt x="31" y="1"/>
                  <a:pt x="36" y="0"/>
                  <a:pt x="42" y="0"/>
                </a:cubicBezTo>
                <a:cubicBezTo>
                  <a:pt x="47" y="0"/>
                  <a:pt x="53" y="1"/>
                  <a:pt x="58" y="3"/>
                </a:cubicBezTo>
                <a:cubicBezTo>
                  <a:pt x="63" y="6"/>
                  <a:pt x="67" y="9"/>
                  <a:pt x="71" y="12"/>
                </a:cubicBezTo>
                <a:cubicBezTo>
                  <a:pt x="75" y="16"/>
                  <a:pt x="79" y="21"/>
                  <a:pt x="81" y="26"/>
                </a:cubicBezTo>
                <a:cubicBezTo>
                  <a:pt x="84" y="32"/>
                  <a:pt x="85" y="37"/>
                  <a:pt x="85" y="4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5" name=""/>
          <p:cNvSpPr/>
          <p:nvPr/>
        </p:nvSpPr>
        <p:spPr>
          <a:xfrm>
            <a:off x="780840" y="2666880"/>
            <a:ext cx="211680" cy="215640"/>
          </a:xfrm>
          <a:custGeom>
            <a:avLst/>
            <a:gdLst/>
            <a:ahLst/>
            <a:rect l="0" t="0" r="r" b="b"/>
            <a:pathLst>
              <a:path w="588" h="599">
                <a:moveTo>
                  <a:pt x="447" y="246"/>
                </a:moveTo>
                <a:lnTo>
                  <a:pt x="532" y="82"/>
                </a:lnTo>
                <a:lnTo>
                  <a:pt x="363" y="137"/>
                </a:lnTo>
                <a:lnTo>
                  <a:pt x="251" y="0"/>
                </a:lnTo>
                <a:lnTo>
                  <a:pt x="196" y="137"/>
                </a:lnTo>
                <a:lnTo>
                  <a:pt x="28" y="110"/>
                </a:lnTo>
                <a:lnTo>
                  <a:pt x="140" y="273"/>
                </a:lnTo>
                <a:lnTo>
                  <a:pt x="0" y="382"/>
                </a:lnTo>
                <a:lnTo>
                  <a:pt x="168" y="382"/>
                </a:lnTo>
                <a:lnTo>
                  <a:pt x="112" y="545"/>
                </a:lnTo>
                <a:lnTo>
                  <a:pt x="279" y="463"/>
                </a:lnTo>
                <a:lnTo>
                  <a:pt x="447" y="599"/>
                </a:lnTo>
                <a:lnTo>
                  <a:pt x="419" y="382"/>
                </a:lnTo>
                <a:lnTo>
                  <a:pt x="588" y="354"/>
                </a:lnTo>
                <a:lnTo>
                  <a:pt x="447" y="246"/>
                </a:ln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6" name=""/>
          <p:cNvSpPr/>
          <p:nvPr/>
        </p:nvSpPr>
        <p:spPr>
          <a:xfrm>
            <a:off x="831240" y="2706120"/>
            <a:ext cx="110880" cy="127440"/>
          </a:xfrm>
          <a:custGeom>
            <a:avLst/>
            <a:gdLst/>
            <a:ahLst/>
            <a:rect l="0" t="0" r="r" b="b"/>
            <a:pathLst>
              <a:path w="308" h="354">
                <a:moveTo>
                  <a:pt x="139" y="273"/>
                </a:moveTo>
                <a:lnTo>
                  <a:pt x="56" y="327"/>
                </a:lnTo>
                <a:lnTo>
                  <a:pt x="84" y="245"/>
                </a:lnTo>
                <a:lnTo>
                  <a:pt x="0" y="218"/>
                </a:lnTo>
                <a:lnTo>
                  <a:pt x="84" y="164"/>
                </a:lnTo>
                <a:lnTo>
                  <a:pt x="0" y="82"/>
                </a:lnTo>
                <a:lnTo>
                  <a:pt x="111" y="82"/>
                </a:lnTo>
                <a:lnTo>
                  <a:pt x="139" y="0"/>
                </a:lnTo>
                <a:lnTo>
                  <a:pt x="195" y="82"/>
                </a:lnTo>
                <a:lnTo>
                  <a:pt x="279" y="54"/>
                </a:lnTo>
                <a:lnTo>
                  <a:pt x="223" y="137"/>
                </a:lnTo>
                <a:lnTo>
                  <a:pt x="308" y="218"/>
                </a:lnTo>
                <a:lnTo>
                  <a:pt x="223" y="245"/>
                </a:lnTo>
                <a:lnTo>
                  <a:pt x="251" y="354"/>
                </a:lnTo>
                <a:lnTo>
                  <a:pt x="139" y="27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7" name=""/>
          <p:cNvSpPr txBox="1"/>
          <p:nvPr/>
        </p:nvSpPr>
        <p:spPr>
          <a:xfrm>
            <a:off x="1160280" y="2656440"/>
            <a:ext cx="977400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  <a:ea typeface="Arial"/>
              </a:rPr>
              <a:t> </a:t>
            </a:r>
            <a:r>
              <a:rPr b="1" lang="en-US" sz="2830" spc="-1" strike="noStrike">
                <a:solidFill>
                  <a:srgbClr val="1f2328"/>
                </a:solidFill>
                <a:latin typeface="Arial"/>
                <a:ea typeface="Arial"/>
              </a:rPr>
              <a:t>Level 0 — The Crash (Black Friday ramp: 0 → 500 Virtual</a:t>
            </a:r>
            <a:endParaRPr b="0" lang="en-US" sz="28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8" name=""/>
          <p:cNvSpPr txBox="1"/>
          <p:nvPr/>
        </p:nvSpPr>
        <p:spPr>
          <a:xfrm>
            <a:off x="747720" y="3113640"/>
            <a:ext cx="111924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  <a:ea typeface="Arial"/>
              </a:rPr>
              <a:t>Users)</a:t>
            </a:r>
            <a:endParaRPr b="0" lang="en-US" sz="283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2" name=""/>
          <p:cNvSpPr/>
          <p:nvPr/>
        </p:nvSpPr>
        <p:spPr>
          <a:xfrm>
            <a:off x="752400" y="1457280"/>
            <a:ext cx="1505160" cy="543240"/>
          </a:xfrm>
          <a:custGeom>
            <a:avLst/>
            <a:gdLst/>
            <a:ahLst/>
            <a:rect l="0" t="0" r="r" b="b"/>
            <a:pathLst>
              <a:path w="4181" h="1509">
                <a:moveTo>
                  <a:pt x="0" y="0"/>
                </a:moveTo>
                <a:lnTo>
                  <a:pt x="4181" y="0"/>
                </a:lnTo>
                <a:lnTo>
                  <a:pt x="4181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3" name=""/>
          <p:cNvSpPr/>
          <p:nvPr/>
        </p:nvSpPr>
        <p:spPr>
          <a:xfrm>
            <a:off x="2257200" y="1457280"/>
            <a:ext cx="2019600" cy="543240"/>
          </a:xfrm>
          <a:custGeom>
            <a:avLst/>
            <a:gdLst/>
            <a:ahLst/>
            <a:rect l="0" t="0" r="r" b="b"/>
            <a:pathLst>
              <a:path w="5610" h="1509">
                <a:moveTo>
                  <a:pt x="0" y="0"/>
                </a:moveTo>
                <a:lnTo>
                  <a:pt x="5610" y="0"/>
                </a:lnTo>
                <a:lnTo>
                  <a:pt x="561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4" name=""/>
          <p:cNvSpPr/>
          <p:nvPr/>
        </p:nvSpPr>
        <p:spPr>
          <a:xfrm>
            <a:off x="4276440" y="1457280"/>
            <a:ext cx="2181600" cy="543240"/>
          </a:xfrm>
          <a:custGeom>
            <a:avLst/>
            <a:gdLst/>
            <a:ahLst/>
            <a:rect l="0" t="0" r="r" b="b"/>
            <a:pathLst>
              <a:path w="6060" h="1509">
                <a:moveTo>
                  <a:pt x="0" y="0"/>
                </a:moveTo>
                <a:lnTo>
                  <a:pt x="6060" y="0"/>
                </a:lnTo>
                <a:lnTo>
                  <a:pt x="606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5" name=""/>
          <p:cNvSpPr/>
          <p:nvPr/>
        </p:nvSpPr>
        <p:spPr>
          <a:xfrm>
            <a:off x="6457680" y="1457280"/>
            <a:ext cx="4982040" cy="543240"/>
          </a:xfrm>
          <a:custGeom>
            <a:avLst/>
            <a:gdLst/>
            <a:ahLst/>
            <a:rect l="0" t="0" r="r" b="b"/>
            <a:pathLst>
              <a:path w="13839" h="1509">
                <a:moveTo>
                  <a:pt x="0" y="0"/>
                </a:moveTo>
                <a:lnTo>
                  <a:pt x="13839" y="0"/>
                </a:lnTo>
                <a:lnTo>
                  <a:pt x="13839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6" name=""/>
          <p:cNvSpPr/>
          <p:nvPr/>
        </p:nvSpPr>
        <p:spPr>
          <a:xfrm>
            <a:off x="752400" y="2000160"/>
            <a:ext cx="1505160" cy="952920"/>
          </a:xfrm>
          <a:custGeom>
            <a:avLst/>
            <a:gdLst/>
            <a:ahLst/>
            <a:rect l="0" t="0" r="r" b="b"/>
            <a:pathLst>
              <a:path w="4181" h="2647">
                <a:moveTo>
                  <a:pt x="0" y="0"/>
                </a:moveTo>
                <a:lnTo>
                  <a:pt x="4181" y="0"/>
                </a:lnTo>
                <a:lnTo>
                  <a:pt x="4181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7" name=""/>
          <p:cNvSpPr/>
          <p:nvPr/>
        </p:nvSpPr>
        <p:spPr>
          <a:xfrm>
            <a:off x="2257200" y="2000160"/>
            <a:ext cx="2019600" cy="952920"/>
          </a:xfrm>
          <a:custGeom>
            <a:avLst/>
            <a:gdLst/>
            <a:ahLst/>
            <a:rect l="0" t="0" r="r" b="b"/>
            <a:pathLst>
              <a:path w="5610" h="2647">
                <a:moveTo>
                  <a:pt x="0" y="0"/>
                </a:moveTo>
                <a:lnTo>
                  <a:pt x="5610" y="0"/>
                </a:lnTo>
                <a:lnTo>
                  <a:pt x="5610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8" name=""/>
          <p:cNvSpPr/>
          <p:nvPr/>
        </p:nvSpPr>
        <p:spPr>
          <a:xfrm>
            <a:off x="4276440" y="2000160"/>
            <a:ext cx="2181600" cy="952920"/>
          </a:xfrm>
          <a:custGeom>
            <a:avLst/>
            <a:gdLst/>
            <a:ahLst/>
            <a:rect l="0" t="0" r="r" b="b"/>
            <a:pathLst>
              <a:path w="6060" h="2647">
                <a:moveTo>
                  <a:pt x="0" y="0"/>
                </a:moveTo>
                <a:lnTo>
                  <a:pt x="6060" y="0"/>
                </a:lnTo>
                <a:lnTo>
                  <a:pt x="6060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9" name=""/>
          <p:cNvSpPr/>
          <p:nvPr/>
        </p:nvSpPr>
        <p:spPr>
          <a:xfrm>
            <a:off x="6457680" y="2000160"/>
            <a:ext cx="4982040" cy="952920"/>
          </a:xfrm>
          <a:custGeom>
            <a:avLst/>
            <a:gdLst/>
            <a:ahLst/>
            <a:rect l="0" t="0" r="r" b="b"/>
            <a:pathLst>
              <a:path w="13839" h="2647">
                <a:moveTo>
                  <a:pt x="0" y="0"/>
                </a:moveTo>
                <a:lnTo>
                  <a:pt x="13839" y="0"/>
                </a:lnTo>
                <a:lnTo>
                  <a:pt x="13839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0" name=""/>
          <p:cNvSpPr/>
          <p:nvPr/>
        </p:nvSpPr>
        <p:spPr>
          <a:xfrm>
            <a:off x="752400" y="2952720"/>
            <a:ext cx="1505160" cy="952560"/>
          </a:xfrm>
          <a:custGeom>
            <a:avLst/>
            <a:gdLst/>
            <a:ahLst/>
            <a:rect l="0" t="0" r="r" b="b"/>
            <a:pathLst>
              <a:path w="4181" h="2646">
                <a:moveTo>
                  <a:pt x="0" y="0"/>
                </a:moveTo>
                <a:lnTo>
                  <a:pt x="4181" y="0"/>
                </a:lnTo>
                <a:lnTo>
                  <a:pt x="4181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1" name=""/>
          <p:cNvSpPr/>
          <p:nvPr/>
        </p:nvSpPr>
        <p:spPr>
          <a:xfrm>
            <a:off x="2257200" y="2952720"/>
            <a:ext cx="2019600" cy="952560"/>
          </a:xfrm>
          <a:custGeom>
            <a:avLst/>
            <a:gdLst/>
            <a:ahLst/>
            <a:rect l="0" t="0" r="r" b="b"/>
            <a:pathLst>
              <a:path w="5610" h="2646">
                <a:moveTo>
                  <a:pt x="0" y="0"/>
                </a:moveTo>
                <a:lnTo>
                  <a:pt x="5610" y="0"/>
                </a:lnTo>
                <a:lnTo>
                  <a:pt x="5610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2" name=""/>
          <p:cNvSpPr/>
          <p:nvPr/>
        </p:nvSpPr>
        <p:spPr>
          <a:xfrm>
            <a:off x="4276440" y="2952720"/>
            <a:ext cx="2181600" cy="952560"/>
          </a:xfrm>
          <a:custGeom>
            <a:avLst/>
            <a:gdLst/>
            <a:ahLst/>
            <a:rect l="0" t="0" r="r" b="b"/>
            <a:pathLst>
              <a:path w="6060" h="2646">
                <a:moveTo>
                  <a:pt x="0" y="0"/>
                </a:moveTo>
                <a:lnTo>
                  <a:pt x="6060" y="0"/>
                </a:lnTo>
                <a:lnTo>
                  <a:pt x="6060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3" name=""/>
          <p:cNvSpPr/>
          <p:nvPr/>
        </p:nvSpPr>
        <p:spPr>
          <a:xfrm>
            <a:off x="6457680" y="2952720"/>
            <a:ext cx="4982040" cy="952560"/>
          </a:xfrm>
          <a:custGeom>
            <a:avLst/>
            <a:gdLst/>
            <a:ahLst/>
            <a:rect l="0" t="0" r="r" b="b"/>
            <a:pathLst>
              <a:path w="13839" h="2646">
                <a:moveTo>
                  <a:pt x="0" y="0"/>
                </a:moveTo>
                <a:lnTo>
                  <a:pt x="13839" y="0"/>
                </a:lnTo>
                <a:lnTo>
                  <a:pt x="13839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4" name=""/>
          <p:cNvSpPr/>
          <p:nvPr/>
        </p:nvSpPr>
        <p:spPr>
          <a:xfrm>
            <a:off x="752400" y="3904920"/>
            <a:ext cx="1505160" cy="533880"/>
          </a:xfrm>
          <a:custGeom>
            <a:avLst/>
            <a:gdLst/>
            <a:ahLst/>
            <a:rect l="0" t="0" r="r" b="b"/>
            <a:pathLst>
              <a:path w="4181" h="1483">
                <a:moveTo>
                  <a:pt x="0" y="0"/>
                </a:moveTo>
                <a:lnTo>
                  <a:pt x="4181" y="0"/>
                </a:lnTo>
                <a:lnTo>
                  <a:pt x="4181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5" name=""/>
          <p:cNvSpPr/>
          <p:nvPr/>
        </p:nvSpPr>
        <p:spPr>
          <a:xfrm>
            <a:off x="2257200" y="3904920"/>
            <a:ext cx="2019600" cy="533880"/>
          </a:xfrm>
          <a:custGeom>
            <a:avLst/>
            <a:gdLst/>
            <a:ahLst/>
            <a:rect l="0" t="0" r="r" b="b"/>
            <a:pathLst>
              <a:path w="5610" h="1483">
                <a:moveTo>
                  <a:pt x="0" y="0"/>
                </a:moveTo>
                <a:lnTo>
                  <a:pt x="5610" y="0"/>
                </a:lnTo>
                <a:lnTo>
                  <a:pt x="5610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6" name=""/>
          <p:cNvSpPr/>
          <p:nvPr/>
        </p:nvSpPr>
        <p:spPr>
          <a:xfrm>
            <a:off x="4276440" y="3904920"/>
            <a:ext cx="2181600" cy="533880"/>
          </a:xfrm>
          <a:custGeom>
            <a:avLst/>
            <a:gdLst/>
            <a:ahLst/>
            <a:rect l="0" t="0" r="r" b="b"/>
            <a:pathLst>
              <a:path w="6060" h="1483">
                <a:moveTo>
                  <a:pt x="0" y="0"/>
                </a:moveTo>
                <a:lnTo>
                  <a:pt x="6060" y="0"/>
                </a:lnTo>
                <a:lnTo>
                  <a:pt x="6060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7" name=""/>
          <p:cNvSpPr/>
          <p:nvPr/>
        </p:nvSpPr>
        <p:spPr>
          <a:xfrm>
            <a:off x="6457680" y="3904920"/>
            <a:ext cx="4982040" cy="533880"/>
          </a:xfrm>
          <a:custGeom>
            <a:avLst/>
            <a:gdLst/>
            <a:ahLst/>
            <a:rect l="0" t="0" r="r" b="b"/>
            <a:pathLst>
              <a:path w="13839" h="1483">
                <a:moveTo>
                  <a:pt x="0" y="0"/>
                </a:moveTo>
                <a:lnTo>
                  <a:pt x="13839" y="0"/>
                </a:lnTo>
                <a:lnTo>
                  <a:pt x="13839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8" name=""/>
          <p:cNvSpPr/>
          <p:nvPr/>
        </p:nvSpPr>
        <p:spPr>
          <a:xfrm>
            <a:off x="752400" y="4438440"/>
            <a:ext cx="1505160" cy="543240"/>
          </a:xfrm>
          <a:custGeom>
            <a:avLst/>
            <a:gdLst/>
            <a:ahLst/>
            <a:rect l="0" t="0" r="r" b="b"/>
            <a:pathLst>
              <a:path w="4181" h="1509">
                <a:moveTo>
                  <a:pt x="0" y="0"/>
                </a:moveTo>
                <a:lnTo>
                  <a:pt x="4181" y="0"/>
                </a:lnTo>
                <a:lnTo>
                  <a:pt x="4181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9" name=""/>
          <p:cNvSpPr/>
          <p:nvPr/>
        </p:nvSpPr>
        <p:spPr>
          <a:xfrm>
            <a:off x="2257200" y="4438440"/>
            <a:ext cx="2019600" cy="543240"/>
          </a:xfrm>
          <a:custGeom>
            <a:avLst/>
            <a:gdLst/>
            <a:ahLst/>
            <a:rect l="0" t="0" r="r" b="b"/>
            <a:pathLst>
              <a:path w="5610" h="1509">
                <a:moveTo>
                  <a:pt x="0" y="0"/>
                </a:moveTo>
                <a:lnTo>
                  <a:pt x="5610" y="0"/>
                </a:lnTo>
                <a:lnTo>
                  <a:pt x="561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0" name=""/>
          <p:cNvSpPr/>
          <p:nvPr/>
        </p:nvSpPr>
        <p:spPr>
          <a:xfrm>
            <a:off x="4276440" y="4438440"/>
            <a:ext cx="2181600" cy="543240"/>
          </a:xfrm>
          <a:custGeom>
            <a:avLst/>
            <a:gdLst/>
            <a:ahLst/>
            <a:rect l="0" t="0" r="r" b="b"/>
            <a:pathLst>
              <a:path w="6060" h="1509">
                <a:moveTo>
                  <a:pt x="0" y="0"/>
                </a:moveTo>
                <a:lnTo>
                  <a:pt x="6060" y="0"/>
                </a:lnTo>
                <a:lnTo>
                  <a:pt x="606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1" name=""/>
          <p:cNvSpPr/>
          <p:nvPr/>
        </p:nvSpPr>
        <p:spPr>
          <a:xfrm>
            <a:off x="6457680" y="4438440"/>
            <a:ext cx="4982040" cy="543240"/>
          </a:xfrm>
          <a:custGeom>
            <a:avLst/>
            <a:gdLst/>
            <a:ahLst/>
            <a:rect l="0" t="0" r="r" b="b"/>
            <a:pathLst>
              <a:path w="13839" h="1509">
                <a:moveTo>
                  <a:pt x="0" y="0"/>
                </a:moveTo>
                <a:lnTo>
                  <a:pt x="13839" y="0"/>
                </a:lnTo>
                <a:lnTo>
                  <a:pt x="13839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2" name=""/>
          <p:cNvSpPr/>
          <p:nvPr/>
        </p:nvSpPr>
        <p:spPr>
          <a:xfrm>
            <a:off x="752400" y="4981320"/>
            <a:ext cx="1505160" cy="533880"/>
          </a:xfrm>
          <a:custGeom>
            <a:avLst/>
            <a:gdLst/>
            <a:ahLst/>
            <a:rect l="0" t="0" r="r" b="b"/>
            <a:pathLst>
              <a:path w="4181" h="1483">
                <a:moveTo>
                  <a:pt x="0" y="0"/>
                </a:moveTo>
                <a:lnTo>
                  <a:pt x="4181" y="0"/>
                </a:lnTo>
                <a:lnTo>
                  <a:pt x="4181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3" name=""/>
          <p:cNvSpPr/>
          <p:nvPr/>
        </p:nvSpPr>
        <p:spPr>
          <a:xfrm>
            <a:off x="2257200" y="4981320"/>
            <a:ext cx="2019600" cy="533880"/>
          </a:xfrm>
          <a:custGeom>
            <a:avLst/>
            <a:gdLst/>
            <a:ahLst/>
            <a:rect l="0" t="0" r="r" b="b"/>
            <a:pathLst>
              <a:path w="5610" h="1483">
                <a:moveTo>
                  <a:pt x="0" y="0"/>
                </a:moveTo>
                <a:lnTo>
                  <a:pt x="5610" y="0"/>
                </a:lnTo>
                <a:lnTo>
                  <a:pt x="5610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4" name=""/>
          <p:cNvSpPr/>
          <p:nvPr/>
        </p:nvSpPr>
        <p:spPr>
          <a:xfrm>
            <a:off x="4276440" y="4981320"/>
            <a:ext cx="2181600" cy="533880"/>
          </a:xfrm>
          <a:custGeom>
            <a:avLst/>
            <a:gdLst/>
            <a:ahLst/>
            <a:rect l="0" t="0" r="r" b="b"/>
            <a:pathLst>
              <a:path w="6060" h="1483">
                <a:moveTo>
                  <a:pt x="0" y="0"/>
                </a:moveTo>
                <a:lnTo>
                  <a:pt x="6060" y="0"/>
                </a:lnTo>
                <a:lnTo>
                  <a:pt x="6060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5" name=""/>
          <p:cNvSpPr/>
          <p:nvPr/>
        </p:nvSpPr>
        <p:spPr>
          <a:xfrm>
            <a:off x="6457680" y="4981320"/>
            <a:ext cx="4982040" cy="533880"/>
          </a:xfrm>
          <a:custGeom>
            <a:avLst/>
            <a:gdLst/>
            <a:ahLst/>
            <a:rect l="0" t="0" r="r" b="b"/>
            <a:pathLst>
              <a:path w="13839" h="1483">
                <a:moveTo>
                  <a:pt x="0" y="0"/>
                </a:moveTo>
                <a:lnTo>
                  <a:pt x="13839" y="0"/>
                </a:lnTo>
                <a:lnTo>
                  <a:pt x="13839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6" name=""/>
          <p:cNvSpPr/>
          <p:nvPr/>
        </p:nvSpPr>
        <p:spPr>
          <a:xfrm>
            <a:off x="752400" y="5514840"/>
            <a:ext cx="1505160" cy="952920"/>
          </a:xfrm>
          <a:custGeom>
            <a:avLst/>
            <a:gdLst/>
            <a:ahLst/>
            <a:rect l="0" t="0" r="r" b="b"/>
            <a:pathLst>
              <a:path w="4181" h="2647">
                <a:moveTo>
                  <a:pt x="0" y="0"/>
                </a:moveTo>
                <a:lnTo>
                  <a:pt x="4181" y="0"/>
                </a:lnTo>
                <a:lnTo>
                  <a:pt x="4181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7" name=""/>
          <p:cNvSpPr/>
          <p:nvPr/>
        </p:nvSpPr>
        <p:spPr>
          <a:xfrm>
            <a:off x="2257200" y="5514840"/>
            <a:ext cx="2019600" cy="952920"/>
          </a:xfrm>
          <a:custGeom>
            <a:avLst/>
            <a:gdLst/>
            <a:ahLst/>
            <a:rect l="0" t="0" r="r" b="b"/>
            <a:pathLst>
              <a:path w="5610" h="2647">
                <a:moveTo>
                  <a:pt x="0" y="0"/>
                </a:moveTo>
                <a:lnTo>
                  <a:pt x="5610" y="0"/>
                </a:lnTo>
                <a:lnTo>
                  <a:pt x="5610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8" name=""/>
          <p:cNvSpPr/>
          <p:nvPr/>
        </p:nvSpPr>
        <p:spPr>
          <a:xfrm>
            <a:off x="4276440" y="5514840"/>
            <a:ext cx="2181600" cy="952920"/>
          </a:xfrm>
          <a:custGeom>
            <a:avLst/>
            <a:gdLst/>
            <a:ahLst/>
            <a:rect l="0" t="0" r="r" b="b"/>
            <a:pathLst>
              <a:path w="6060" h="2647">
                <a:moveTo>
                  <a:pt x="0" y="0"/>
                </a:moveTo>
                <a:lnTo>
                  <a:pt x="6060" y="0"/>
                </a:lnTo>
                <a:lnTo>
                  <a:pt x="6060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9" name=""/>
          <p:cNvSpPr/>
          <p:nvPr/>
        </p:nvSpPr>
        <p:spPr>
          <a:xfrm>
            <a:off x="6457680" y="5514840"/>
            <a:ext cx="4982040" cy="952920"/>
          </a:xfrm>
          <a:custGeom>
            <a:avLst/>
            <a:gdLst/>
            <a:ahLst/>
            <a:rect l="0" t="0" r="r" b="b"/>
            <a:pathLst>
              <a:path w="13839" h="2647">
                <a:moveTo>
                  <a:pt x="0" y="0"/>
                </a:moveTo>
                <a:lnTo>
                  <a:pt x="13839" y="0"/>
                </a:lnTo>
                <a:lnTo>
                  <a:pt x="13839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0" name=""/>
          <p:cNvSpPr/>
          <p:nvPr/>
        </p:nvSpPr>
        <p:spPr>
          <a:xfrm>
            <a:off x="752400" y="6467400"/>
            <a:ext cx="1505160" cy="952920"/>
          </a:xfrm>
          <a:custGeom>
            <a:avLst/>
            <a:gdLst/>
            <a:ahLst/>
            <a:rect l="0" t="0" r="r" b="b"/>
            <a:pathLst>
              <a:path w="4181" h="2647">
                <a:moveTo>
                  <a:pt x="0" y="0"/>
                </a:moveTo>
                <a:lnTo>
                  <a:pt x="4181" y="0"/>
                </a:lnTo>
                <a:lnTo>
                  <a:pt x="4181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1" name=""/>
          <p:cNvSpPr/>
          <p:nvPr/>
        </p:nvSpPr>
        <p:spPr>
          <a:xfrm>
            <a:off x="2257200" y="6467400"/>
            <a:ext cx="2019600" cy="952920"/>
          </a:xfrm>
          <a:custGeom>
            <a:avLst/>
            <a:gdLst/>
            <a:ahLst/>
            <a:rect l="0" t="0" r="r" b="b"/>
            <a:pathLst>
              <a:path w="5610" h="2647">
                <a:moveTo>
                  <a:pt x="0" y="0"/>
                </a:moveTo>
                <a:lnTo>
                  <a:pt x="5610" y="0"/>
                </a:lnTo>
                <a:lnTo>
                  <a:pt x="5610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2" name=""/>
          <p:cNvSpPr/>
          <p:nvPr/>
        </p:nvSpPr>
        <p:spPr>
          <a:xfrm>
            <a:off x="4276440" y="6467400"/>
            <a:ext cx="2181600" cy="952920"/>
          </a:xfrm>
          <a:custGeom>
            <a:avLst/>
            <a:gdLst/>
            <a:ahLst/>
            <a:rect l="0" t="0" r="r" b="b"/>
            <a:pathLst>
              <a:path w="6060" h="2647">
                <a:moveTo>
                  <a:pt x="0" y="0"/>
                </a:moveTo>
                <a:lnTo>
                  <a:pt x="6060" y="0"/>
                </a:lnTo>
                <a:lnTo>
                  <a:pt x="6060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3" name=""/>
          <p:cNvSpPr/>
          <p:nvPr/>
        </p:nvSpPr>
        <p:spPr>
          <a:xfrm>
            <a:off x="6457680" y="6467400"/>
            <a:ext cx="4982040" cy="952920"/>
          </a:xfrm>
          <a:custGeom>
            <a:avLst/>
            <a:gdLst/>
            <a:ahLst/>
            <a:rect l="0" t="0" r="r" b="b"/>
            <a:pathLst>
              <a:path w="13839" h="2647">
                <a:moveTo>
                  <a:pt x="0" y="0"/>
                </a:moveTo>
                <a:lnTo>
                  <a:pt x="13839" y="0"/>
                </a:lnTo>
                <a:lnTo>
                  <a:pt x="13839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4" name=""/>
          <p:cNvSpPr/>
          <p:nvPr/>
        </p:nvSpPr>
        <p:spPr>
          <a:xfrm>
            <a:off x="752400" y="14572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5" name=""/>
          <p:cNvSpPr/>
          <p:nvPr/>
        </p:nvSpPr>
        <p:spPr>
          <a:xfrm>
            <a:off x="752400" y="1457280"/>
            <a:ext cx="1514880" cy="9720"/>
          </a:xfrm>
          <a:custGeom>
            <a:avLst/>
            <a:gdLst/>
            <a:ahLst/>
            <a:rect l="0" t="0" r="r" b="b"/>
            <a:pathLst>
              <a:path w="4208" h="27">
                <a:moveTo>
                  <a:pt x="0" y="0"/>
                </a:moveTo>
                <a:lnTo>
                  <a:pt x="4208" y="0"/>
                </a:lnTo>
                <a:lnTo>
                  <a:pt x="42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6" name=""/>
          <p:cNvSpPr/>
          <p:nvPr/>
        </p:nvSpPr>
        <p:spPr>
          <a:xfrm>
            <a:off x="2257200" y="145728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7" name=""/>
          <p:cNvSpPr/>
          <p:nvPr/>
        </p:nvSpPr>
        <p:spPr>
          <a:xfrm>
            <a:off x="2266920" y="1457280"/>
            <a:ext cx="2019600" cy="9720"/>
          </a:xfrm>
          <a:custGeom>
            <a:avLst/>
            <a:gdLst/>
            <a:ahLst/>
            <a:rect l="0" t="0" r="r" b="b"/>
            <a:pathLst>
              <a:path w="5610" h="27">
                <a:moveTo>
                  <a:pt x="0" y="0"/>
                </a:moveTo>
                <a:lnTo>
                  <a:pt x="5610" y="0"/>
                </a:lnTo>
                <a:lnTo>
                  <a:pt x="561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8" name=""/>
          <p:cNvSpPr/>
          <p:nvPr/>
        </p:nvSpPr>
        <p:spPr>
          <a:xfrm>
            <a:off x="4276440" y="145728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9" name=""/>
          <p:cNvSpPr/>
          <p:nvPr/>
        </p:nvSpPr>
        <p:spPr>
          <a:xfrm>
            <a:off x="4286160" y="1457280"/>
            <a:ext cx="2181600" cy="9720"/>
          </a:xfrm>
          <a:custGeom>
            <a:avLst/>
            <a:gdLst/>
            <a:ahLst/>
            <a:rect l="0" t="0" r="r" b="b"/>
            <a:pathLst>
              <a:path w="6060" h="27">
                <a:moveTo>
                  <a:pt x="0" y="0"/>
                </a:moveTo>
                <a:lnTo>
                  <a:pt x="6060" y="0"/>
                </a:lnTo>
                <a:lnTo>
                  <a:pt x="60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0" name=""/>
          <p:cNvSpPr/>
          <p:nvPr/>
        </p:nvSpPr>
        <p:spPr>
          <a:xfrm>
            <a:off x="6457680" y="145728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1" name=""/>
          <p:cNvSpPr/>
          <p:nvPr/>
        </p:nvSpPr>
        <p:spPr>
          <a:xfrm>
            <a:off x="6467400" y="1457280"/>
            <a:ext cx="4981680" cy="9720"/>
          </a:xfrm>
          <a:custGeom>
            <a:avLst/>
            <a:gdLst/>
            <a:ahLst/>
            <a:rect l="0" t="0" r="r" b="b"/>
            <a:pathLst>
              <a:path w="13838" h="27">
                <a:moveTo>
                  <a:pt x="0" y="0"/>
                </a:moveTo>
                <a:lnTo>
                  <a:pt x="13838" y="0"/>
                </a:lnTo>
                <a:lnTo>
                  <a:pt x="1383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2" name=""/>
          <p:cNvSpPr/>
          <p:nvPr/>
        </p:nvSpPr>
        <p:spPr>
          <a:xfrm>
            <a:off x="11439360" y="14572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3" name=""/>
          <p:cNvSpPr/>
          <p:nvPr/>
        </p:nvSpPr>
        <p:spPr>
          <a:xfrm>
            <a:off x="752400" y="1990440"/>
            <a:ext cx="1514880" cy="10080"/>
          </a:xfrm>
          <a:custGeom>
            <a:avLst/>
            <a:gdLst/>
            <a:ahLst/>
            <a:rect l="0" t="0" r="r" b="b"/>
            <a:pathLst>
              <a:path w="4208" h="28">
                <a:moveTo>
                  <a:pt x="0" y="0"/>
                </a:moveTo>
                <a:lnTo>
                  <a:pt x="4208" y="0"/>
                </a:lnTo>
                <a:lnTo>
                  <a:pt x="420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4" name=""/>
          <p:cNvSpPr/>
          <p:nvPr/>
        </p:nvSpPr>
        <p:spPr>
          <a:xfrm>
            <a:off x="2266920" y="1990440"/>
            <a:ext cx="2019600" cy="10080"/>
          </a:xfrm>
          <a:custGeom>
            <a:avLst/>
            <a:gdLst/>
            <a:ahLst/>
            <a:rect l="0" t="0" r="r" b="b"/>
            <a:pathLst>
              <a:path w="5610" h="28">
                <a:moveTo>
                  <a:pt x="0" y="0"/>
                </a:moveTo>
                <a:lnTo>
                  <a:pt x="5610" y="0"/>
                </a:lnTo>
                <a:lnTo>
                  <a:pt x="561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5" name=""/>
          <p:cNvSpPr/>
          <p:nvPr/>
        </p:nvSpPr>
        <p:spPr>
          <a:xfrm>
            <a:off x="4286160" y="1990440"/>
            <a:ext cx="2181600" cy="10080"/>
          </a:xfrm>
          <a:custGeom>
            <a:avLst/>
            <a:gdLst/>
            <a:ahLst/>
            <a:rect l="0" t="0" r="r" b="b"/>
            <a:pathLst>
              <a:path w="6060" h="28">
                <a:moveTo>
                  <a:pt x="0" y="0"/>
                </a:moveTo>
                <a:lnTo>
                  <a:pt x="6060" y="0"/>
                </a:lnTo>
                <a:lnTo>
                  <a:pt x="606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6" name=""/>
          <p:cNvSpPr/>
          <p:nvPr/>
        </p:nvSpPr>
        <p:spPr>
          <a:xfrm>
            <a:off x="6467400" y="1990440"/>
            <a:ext cx="4981680" cy="10080"/>
          </a:xfrm>
          <a:custGeom>
            <a:avLst/>
            <a:gdLst/>
            <a:ahLst/>
            <a:rect l="0" t="0" r="r" b="b"/>
            <a:pathLst>
              <a:path w="13838" h="28">
                <a:moveTo>
                  <a:pt x="0" y="0"/>
                </a:moveTo>
                <a:lnTo>
                  <a:pt x="13838" y="0"/>
                </a:lnTo>
                <a:lnTo>
                  <a:pt x="1383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7" name=""/>
          <p:cNvSpPr/>
          <p:nvPr/>
        </p:nvSpPr>
        <p:spPr>
          <a:xfrm>
            <a:off x="752400" y="200016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8" name=""/>
          <p:cNvSpPr/>
          <p:nvPr/>
        </p:nvSpPr>
        <p:spPr>
          <a:xfrm>
            <a:off x="2257200" y="2000160"/>
            <a:ext cx="10080" cy="952920"/>
          </a:xfrm>
          <a:custGeom>
            <a:avLst/>
            <a:gdLst/>
            <a:ahLst/>
            <a:rect l="0" t="0" r="r" b="b"/>
            <a:pathLst>
              <a:path w="28" h="2647">
                <a:moveTo>
                  <a:pt x="0" y="0"/>
                </a:moveTo>
                <a:lnTo>
                  <a:pt x="28" y="0"/>
                </a:lnTo>
                <a:lnTo>
                  <a:pt x="2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9" name=""/>
          <p:cNvSpPr/>
          <p:nvPr/>
        </p:nvSpPr>
        <p:spPr>
          <a:xfrm>
            <a:off x="4276440" y="2000160"/>
            <a:ext cx="10080" cy="952920"/>
          </a:xfrm>
          <a:custGeom>
            <a:avLst/>
            <a:gdLst/>
            <a:ahLst/>
            <a:rect l="0" t="0" r="r" b="b"/>
            <a:pathLst>
              <a:path w="28" h="2647">
                <a:moveTo>
                  <a:pt x="0" y="0"/>
                </a:moveTo>
                <a:lnTo>
                  <a:pt x="28" y="0"/>
                </a:lnTo>
                <a:lnTo>
                  <a:pt x="2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0" name=""/>
          <p:cNvSpPr/>
          <p:nvPr/>
        </p:nvSpPr>
        <p:spPr>
          <a:xfrm>
            <a:off x="6457680" y="2000160"/>
            <a:ext cx="10080" cy="952920"/>
          </a:xfrm>
          <a:custGeom>
            <a:avLst/>
            <a:gdLst/>
            <a:ahLst/>
            <a:rect l="0" t="0" r="r" b="b"/>
            <a:pathLst>
              <a:path w="28" h="2647">
                <a:moveTo>
                  <a:pt x="0" y="0"/>
                </a:moveTo>
                <a:lnTo>
                  <a:pt x="28" y="0"/>
                </a:lnTo>
                <a:lnTo>
                  <a:pt x="2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1" name=""/>
          <p:cNvSpPr/>
          <p:nvPr/>
        </p:nvSpPr>
        <p:spPr>
          <a:xfrm>
            <a:off x="11439360" y="200016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2" name=""/>
          <p:cNvSpPr/>
          <p:nvPr/>
        </p:nvSpPr>
        <p:spPr>
          <a:xfrm>
            <a:off x="752400" y="2952720"/>
            <a:ext cx="9720" cy="952560"/>
          </a:xfrm>
          <a:custGeom>
            <a:avLst/>
            <a:gdLst/>
            <a:ahLst/>
            <a:rect l="0" t="0" r="r" b="b"/>
            <a:pathLst>
              <a:path w="27" h="2646">
                <a:moveTo>
                  <a:pt x="0" y="0"/>
                </a:moveTo>
                <a:lnTo>
                  <a:pt x="27" y="0"/>
                </a:lnTo>
                <a:lnTo>
                  <a:pt x="27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3" name=""/>
          <p:cNvSpPr/>
          <p:nvPr/>
        </p:nvSpPr>
        <p:spPr>
          <a:xfrm>
            <a:off x="752400" y="2943000"/>
            <a:ext cx="1514880" cy="10080"/>
          </a:xfrm>
          <a:custGeom>
            <a:avLst/>
            <a:gdLst/>
            <a:ahLst/>
            <a:rect l="0" t="0" r="r" b="b"/>
            <a:pathLst>
              <a:path w="4208" h="28">
                <a:moveTo>
                  <a:pt x="0" y="0"/>
                </a:moveTo>
                <a:lnTo>
                  <a:pt x="4208" y="0"/>
                </a:lnTo>
                <a:lnTo>
                  <a:pt x="420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4" name=""/>
          <p:cNvSpPr/>
          <p:nvPr/>
        </p:nvSpPr>
        <p:spPr>
          <a:xfrm>
            <a:off x="2257200" y="2952720"/>
            <a:ext cx="10080" cy="952560"/>
          </a:xfrm>
          <a:custGeom>
            <a:avLst/>
            <a:gdLst/>
            <a:ahLst/>
            <a:rect l="0" t="0" r="r" b="b"/>
            <a:pathLst>
              <a:path w="28" h="2646">
                <a:moveTo>
                  <a:pt x="0" y="0"/>
                </a:moveTo>
                <a:lnTo>
                  <a:pt x="28" y="0"/>
                </a:lnTo>
                <a:lnTo>
                  <a:pt x="28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5" name=""/>
          <p:cNvSpPr/>
          <p:nvPr/>
        </p:nvSpPr>
        <p:spPr>
          <a:xfrm>
            <a:off x="2266920" y="2943000"/>
            <a:ext cx="2019600" cy="10080"/>
          </a:xfrm>
          <a:custGeom>
            <a:avLst/>
            <a:gdLst/>
            <a:ahLst/>
            <a:rect l="0" t="0" r="r" b="b"/>
            <a:pathLst>
              <a:path w="5610" h="28">
                <a:moveTo>
                  <a:pt x="0" y="0"/>
                </a:moveTo>
                <a:lnTo>
                  <a:pt x="5610" y="0"/>
                </a:lnTo>
                <a:lnTo>
                  <a:pt x="561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6" name=""/>
          <p:cNvSpPr/>
          <p:nvPr/>
        </p:nvSpPr>
        <p:spPr>
          <a:xfrm>
            <a:off x="4276440" y="2952720"/>
            <a:ext cx="10080" cy="952560"/>
          </a:xfrm>
          <a:custGeom>
            <a:avLst/>
            <a:gdLst/>
            <a:ahLst/>
            <a:rect l="0" t="0" r="r" b="b"/>
            <a:pathLst>
              <a:path w="28" h="2646">
                <a:moveTo>
                  <a:pt x="0" y="0"/>
                </a:moveTo>
                <a:lnTo>
                  <a:pt x="28" y="0"/>
                </a:lnTo>
                <a:lnTo>
                  <a:pt x="28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7" name=""/>
          <p:cNvSpPr/>
          <p:nvPr/>
        </p:nvSpPr>
        <p:spPr>
          <a:xfrm>
            <a:off x="4286160" y="2943000"/>
            <a:ext cx="2181600" cy="10080"/>
          </a:xfrm>
          <a:custGeom>
            <a:avLst/>
            <a:gdLst/>
            <a:ahLst/>
            <a:rect l="0" t="0" r="r" b="b"/>
            <a:pathLst>
              <a:path w="6060" h="28">
                <a:moveTo>
                  <a:pt x="0" y="0"/>
                </a:moveTo>
                <a:lnTo>
                  <a:pt x="6060" y="0"/>
                </a:lnTo>
                <a:lnTo>
                  <a:pt x="606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8" name=""/>
          <p:cNvSpPr/>
          <p:nvPr/>
        </p:nvSpPr>
        <p:spPr>
          <a:xfrm>
            <a:off x="6457680" y="2952720"/>
            <a:ext cx="10080" cy="952560"/>
          </a:xfrm>
          <a:custGeom>
            <a:avLst/>
            <a:gdLst/>
            <a:ahLst/>
            <a:rect l="0" t="0" r="r" b="b"/>
            <a:pathLst>
              <a:path w="28" h="2646">
                <a:moveTo>
                  <a:pt x="0" y="0"/>
                </a:moveTo>
                <a:lnTo>
                  <a:pt x="28" y="0"/>
                </a:lnTo>
                <a:lnTo>
                  <a:pt x="28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9" name=""/>
          <p:cNvSpPr/>
          <p:nvPr/>
        </p:nvSpPr>
        <p:spPr>
          <a:xfrm>
            <a:off x="6467400" y="2943000"/>
            <a:ext cx="4981680" cy="10080"/>
          </a:xfrm>
          <a:custGeom>
            <a:avLst/>
            <a:gdLst/>
            <a:ahLst/>
            <a:rect l="0" t="0" r="r" b="b"/>
            <a:pathLst>
              <a:path w="13838" h="28">
                <a:moveTo>
                  <a:pt x="0" y="0"/>
                </a:moveTo>
                <a:lnTo>
                  <a:pt x="13838" y="0"/>
                </a:lnTo>
                <a:lnTo>
                  <a:pt x="1383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0" name=""/>
          <p:cNvSpPr/>
          <p:nvPr/>
        </p:nvSpPr>
        <p:spPr>
          <a:xfrm>
            <a:off x="11439360" y="2952720"/>
            <a:ext cx="9720" cy="952560"/>
          </a:xfrm>
          <a:custGeom>
            <a:avLst/>
            <a:gdLst/>
            <a:ahLst/>
            <a:rect l="0" t="0" r="r" b="b"/>
            <a:pathLst>
              <a:path w="27" h="2646">
                <a:moveTo>
                  <a:pt x="0" y="0"/>
                </a:moveTo>
                <a:lnTo>
                  <a:pt x="27" y="0"/>
                </a:lnTo>
                <a:lnTo>
                  <a:pt x="27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1" name=""/>
          <p:cNvSpPr/>
          <p:nvPr/>
        </p:nvSpPr>
        <p:spPr>
          <a:xfrm>
            <a:off x="752400" y="3904920"/>
            <a:ext cx="9720" cy="543600"/>
          </a:xfrm>
          <a:custGeom>
            <a:avLst/>
            <a:gdLst/>
            <a:ahLst/>
            <a:rect l="0" t="0" r="r" b="b"/>
            <a:pathLst>
              <a:path w="27" h="1510">
                <a:moveTo>
                  <a:pt x="0" y="0"/>
                </a:moveTo>
                <a:lnTo>
                  <a:pt x="27" y="0"/>
                </a:lnTo>
                <a:lnTo>
                  <a:pt x="27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2" name=""/>
          <p:cNvSpPr/>
          <p:nvPr/>
        </p:nvSpPr>
        <p:spPr>
          <a:xfrm>
            <a:off x="752400" y="3895560"/>
            <a:ext cx="1514880" cy="9720"/>
          </a:xfrm>
          <a:custGeom>
            <a:avLst/>
            <a:gdLst/>
            <a:ahLst/>
            <a:rect l="0" t="0" r="r" b="b"/>
            <a:pathLst>
              <a:path w="4208" h="27">
                <a:moveTo>
                  <a:pt x="0" y="0"/>
                </a:moveTo>
                <a:lnTo>
                  <a:pt x="4208" y="0"/>
                </a:lnTo>
                <a:lnTo>
                  <a:pt x="42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3" name=""/>
          <p:cNvSpPr/>
          <p:nvPr/>
        </p:nvSpPr>
        <p:spPr>
          <a:xfrm>
            <a:off x="2257200" y="3904920"/>
            <a:ext cx="10080" cy="543600"/>
          </a:xfrm>
          <a:custGeom>
            <a:avLst/>
            <a:gdLst/>
            <a:ahLst/>
            <a:rect l="0" t="0" r="r" b="b"/>
            <a:pathLst>
              <a:path w="28" h="1510">
                <a:moveTo>
                  <a:pt x="0" y="0"/>
                </a:moveTo>
                <a:lnTo>
                  <a:pt x="28" y="0"/>
                </a:lnTo>
                <a:lnTo>
                  <a:pt x="28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4" name=""/>
          <p:cNvSpPr/>
          <p:nvPr/>
        </p:nvSpPr>
        <p:spPr>
          <a:xfrm>
            <a:off x="2266920" y="3895560"/>
            <a:ext cx="2019600" cy="9720"/>
          </a:xfrm>
          <a:custGeom>
            <a:avLst/>
            <a:gdLst/>
            <a:ahLst/>
            <a:rect l="0" t="0" r="r" b="b"/>
            <a:pathLst>
              <a:path w="5610" h="27">
                <a:moveTo>
                  <a:pt x="0" y="0"/>
                </a:moveTo>
                <a:lnTo>
                  <a:pt x="5610" y="0"/>
                </a:lnTo>
                <a:lnTo>
                  <a:pt x="561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5" name=""/>
          <p:cNvSpPr/>
          <p:nvPr/>
        </p:nvSpPr>
        <p:spPr>
          <a:xfrm>
            <a:off x="4276440" y="3904920"/>
            <a:ext cx="10080" cy="543600"/>
          </a:xfrm>
          <a:custGeom>
            <a:avLst/>
            <a:gdLst/>
            <a:ahLst/>
            <a:rect l="0" t="0" r="r" b="b"/>
            <a:pathLst>
              <a:path w="28" h="1510">
                <a:moveTo>
                  <a:pt x="0" y="0"/>
                </a:moveTo>
                <a:lnTo>
                  <a:pt x="28" y="0"/>
                </a:lnTo>
                <a:lnTo>
                  <a:pt x="28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6" name=""/>
          <p:cNvSpPr/>
          <p:nvPr/>
        </p:nvSpPr>
        <p:spPr>
          <a:xfrm>
            <a:off x="4286160" y="3895560"/>
            <a:ext cx="2181600" cy="9720"/>
          </a:xfrm>
          <a:custGeom>
            <a:avLst/>
            <a:gdLst/>
            <a:ahLst/>
            <a:rect l="0" t="0" r="r" b="b"/>
            <a:pathLst>
              <a:path w="6060" h="27">
                <a:moveTo>
                  <a:pt x="0" y="0"/>
                </a:moveTo>
                <a:lnTo>
                  <a:pt x="6060" y="0"/>
                </a:lnTo>
                <a:lnTo>
                  <a:pt x="60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7" name=""/>
          <p:cNvSpPr/>
          <p:nvPr/>
        </p:nvSpPr>
        <p:spPr>
          <a:xfrm>
            <a:off x="6457680" y="3904920"/>
            <a:ext cx="10080" cy="543600"/>
          </a:xfrm>
          <a:custGeom>
            <a:avLst/>
            <a:gdLst/>
            <a:ahLst/>
            <a:rect l="0" t="0" r="r" b="b"/>
            <a:pathLst>
              <a:path w="28" h="1510">
                <a:moveTo>
                  <a:pt x="0" y="0"/>
                </a:moveTo>
                <a:lnTo>
                  <a:pt x="28" y="0"/>
                </a:lnTo>
                <a:lnTo>
                  <a:pt x="28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8" name=""/>
          <p:cNvSpPr/>
          <p:nvPr/>
        </p:nvSpPr>
        <p:spPr>
          <a:xfrm>
            <a:off x="6467400" y="3895560"/>
            <a:ext cx="4981680" cy="9720"/>
          </a:xfrm>
          <a:custGeom>
            <a:avLst/>
            <a:gdLst/>
            <a:ahLst/>
            <a:rect l="0" t="0" r="r" b="b"/>
            <a:pathLst>
              <a:path w="13838" h="27">
                <a:moveTo>
                  <a:pt x="0" y="0"/>
                </a:moveTo>
                <a:lnTo>
                  <a:pt x="13838" y="0"/>
                </a:lnTo>
                <a:lnTo>
                  <a:pt x="1383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9" name=""/>
          <p:cNvSpPr/>
          <p:nvPr/>
        </p:nvSpPr>
        <p:spPr>
          <a:xfrm>
            <a:off x="11439360" y="3904920"/>
            <a:ext cx="9720" cy="543600"/>
          </a:xfrm>
          <a:custGeom>
            <a:avLst/>
            <a:gdLst/>
            <a:ahLst/>
            <a:rect l="0" t="0" r="r" b="b"/>
            <a:pathLst>
              <a:path w="27" h="1510">
                <a:moveTo>
                  <a:pt x="0" y="0"/>
                </a:moveTo>
                <a:lnTo>
                  <a:pt x="27" y="0"/>
                </a:lnTo>
                <a:lnTo>
                  <a:pt x="27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0" name=""/>
          <p:cNvSpPr/>
          <p:nvPr/>
        </p:nvSpPr>
        <p:spPr>
          <a:xfrm>
            <a:off x="752400" y="444816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1" name=""/>
          <p:cNvSpPr/>
          <p:nvPr/>
        </p:nvSpPr>
        <p:spPr>
          <a:xfrm>
            <a:off x="752400" y="4438440"/>
            <a:ext cx="1514880" cy="10080"/>
          </a:xfrm>
          <a:custGeom>
            <a:avLst/>
            <a:gdLst/>
            <a:ahLst/>
            <a:rect l="0" t="0" r="r" b="b"/>
            <a:pathLst>
              <a:path w="4208" h="28">
                <a:moveTo>
                  <a:pt x="0" y="0"/>
                </a:moveTo>
                <a:lnTo>
                  <a:pt x="4208" y="0"/>
                </a:lnTo>
                <a:lnTo>
                  <a:pt x="420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2" name=""/>
          <p:cNvSpPr/>
          <p:nvPr/>
        </p:nvSpPr>
        <p:spPr>
          <a:xfrm>
            <a:off x="2257200" y="4448160"/>
            <a:ext cx="10080" cy="533520"/>
          </a:xfrm>
          <a:custGeom>
            <a:avLst/>
            <a:gdLst/>
            <a:ahLst/>
            <a:rect l="0" t="0" r="r" b="b"/>
            <a:pathLst>
              <a:path w="28" h="1482">
                <a:moveTo>
                  <a:pt x="0" y="0"/>
                </a:moveTo>
                <a:lnTo>
                  <a:pt x="28" y="0"/>
                </a:lnTo>
                <a:lnTo>
                  <a:pt x="2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3" name=""/>
          <p:cNvSpPr/>
          <p:nvPr/>
        </p:nvSpPr>
        <p:spPr>
          <a:xfrm>
            <a:off x="2266920" y="4438440"/>
            <a:ext cx="2019600" cy="10080"/>
          </a:xfrm>
          <a:custGeom>
            <a:avLst/>
            <a:gdLst/>
            <a:ahLst/>
            <a:rect l="0" t="0" r="r" b="b"/>
            <a:pathLst>
              <a:path w="5610" h="28">
                <a:moveTo>
                  <a:pt x="0" y="0"/>
                </a:moveTo>
                <a:lnTo>
                  <a:pt x="5610" y="0"/>
                </a:lnTo>
                <a:lnTo>
                  <a:pt x="561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4" name=""/>
          <p:cNvSpPr/>
          <p:nvPr/>
        </p:nvSpPr>
        <p:spPr>
          <a:xfrm>
            <a:off x="4276440" y="4448160"/>
            <a:ext cx="10080" cy="533520"/>
          </a:xfrm>
          <a:custGeom>
            <a:avLst/>
            <a:gdLst/>
            <a:ahLst/>
            <a:rect l="0" t="0" r="r" b="b"/>
            <a:pathLst>
              <a:path w="28" h="1482">
                <a:moveTo>
                  <a:pt x="0" y="0"/>
                </a:moveTo>
                <a:lnTo>
                  <a:pt x="28" y="0"/>
                </a:lnTo>
                <a:lnTo>
                  <a:pt x="2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5" name=""/>
          <p:cNvSpPr/>
          <p:nvPr/>
        </p:nvSpPr>
        <p:spPr>
          <a:xfrm>
            <a:off x="4286160" y="4438440"/>
            <a:ext cx="2181600" cy="10080"/>
          </a:xfrm>
          <a:custGeom>
            <a:avLst/>
            <a:gdLst/>
            <a:ahLst/>
            <a:rect l="0" t="0" r="r" b="b"/>
            <a:pathLst>
              <a:path w="6060" h="28">
                <a:moveTo>
                  <a:pt x="0" y="0"/>
                </a:moveTo>
                <a:lnTo>
                  <a:pt x="6060" y="0"/>
                </a:lnTo>
                <a:lnTo>
                  <a:pt x="606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6" name=""/>
          <p:cNvSpPr/>
          <p:nvPr/>
        </p:nvSpPr>
        <p:spPr>
          <a:xfrm>
            <a:off x="6457680" y="4448160"/>
            <a:ext cx="10080" cy="533520"/>
          </a:xfrm>
          <a:custGeom>
            <a:avLst/>
            <a:gdLst/>
            <a:ahLst/>
            <a:rect l="0" t="0" r="r" b="b"/>
            <a:pathLst>
              <a:path w="28" h="1482">
                <a:moveTo>
                  <a:pt x="0" y="0"/>
                </a:moveTo>
                <a:lnTo>
                  <a:pt x="28" y="0"/>
                </a:lnTo>
                <a:lnTo>
                  <a:pt x="2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7" name=""/>
          <p:cNvSpPr/>
          <p:nvPr/>
        </p:nvSpPr>
        <p:spPr>
          <a:xfrm>
            <a:off x="6467400" y="4438440"/>
            <a:ext cx="4981680" cy="10080"/>
          </a:xfrm>
          <a:custGeom>
            <a:avLst/>
            <a:gdLst/>
            <a:ahLst/>
            <a:rect l="0" t="0" r="r" b="b"/>
            <a:pathLst>
              <a:path w="13838" h="28">
                <a:moveTo>
                  <a:pt x="0" y="0"/>
                </a:moveTo>
                <a:lnTo>
                  <a:pt x="13838" y="0"/>
                </a:lnTo>
                <a:lnTo>
                  <a:pt x="1383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8" name=""/>
          <p:cNvSpPr/>
          <p:nvPr/>
        </p:nvSpPr>
        <p:spPr>
          <a:xfrm>
            <a:off x="11439360" y="444816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9" name=""/>
          <p:cNvSpPr/>
          <p:nvPr/>
        </p:nvSpPr>
        <p:spPr>
          <a:xfrm>
            <a:off x="752400" y="498132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0" name=""/>
          <p:cNvSpPr/>
          <p:nvPr/>
        </p:nvSpPr>
        <p:spPr>
          <a:xfrm>
            <a:off x="752400" y="4971960"/>
            <a:ext cx="1514880" cy="9720"/>
          </a:xfrm>
          <a:custGeom>
            <a:avLst/>
            <a:gdLst/>
            <a:ahLst/>
            <a:rect l="0" t="0" r="r" b="b"/>
            <a:pathLst>
              <a:path w="4208" h="27">
                <a:moveTo>
                  <a:pt x="0" y="0"/>
                </a:moveTo>
                <a:lnTo>
                  <a:pt x="4208" y="0"/>
                </a:lnTo>
                <a:lnTo>
                  <a:pt x="42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1" name=""/>
          <p:cNvSpPr/>
          <p:nvPr/>
        </p:nvSpPr>
        <p:spPr>
          <a:xfrm>
            <a:off x="2257200" y="498132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2" name=""/>
          <p:cNvSpPr/>
          <p:nvPr/>
        </p:nvSpPr>
        <p:spPr>
          <a:xfrm>
            <a:off x="2266920" y="4971960"/>
            <a:ext cx="2019600" cy="9720"/>
          </a:xfrm>
          <a:custGeom>
            <a:avLst/>
            <a:gdLst/>
            <a:ahLst/>
            <a:rect l="0" t="0" r="r" b="b"/>
            <a:pathLst>
              <a:path w="5610" h="27">
                <a:moveTo>
                  <a:pt x="0" y="0"/>
                </a:moveTo>
                <a:lnTo>
                  <a:pt x="5610" y="0"/>
                </a:lnTo>
                <a:lnTo>
                  <a:pt x="561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3" name=""/>
          <p:cNvSpPr/>
          <p:nvPr/>
        </p:nvSpPr>
        <p:spPr>
          <a:xfrm>
            <a:off x="4276440" y="498132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4" name=""/>
          <p:cNvSpPr/>
          <p:nvPr/>
        </p:nvSpPr>
        <p:spPr>
          <a:xfrm>
            <a:off x="4286160" y="4971960"/>
            <a:ext cx="2181600" cy="9720"/>
          </a:xfrm>
          <a:custGeom>
            <a:avLst/>
            <a:gdLst/>
            <a:ahLst/>
            <a:rect l="0" t="0" r="r" b="b"/>
            <a:pathLst>
              <a:path w="6060" h="27">
                <a:moveTo>
                  <a:pt x="0" y="0"/>
                </a:moveTo>
                <a:lnTo>
                  <a:pt x="6060" y="0"/>
                </a:lnTo>
                <a:lnTo>
                  <a:pt x="60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5" name=""/>
          <p:cNvSpPr/>
          <p:nvPr/>
        </p:nvSpPr>
        <p:spPr>
          <a:xfrm>
            <a:off x="6457680" y="498132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6" name=""/>
          <p:cNvSpPr/>
          <p:nvPr/>
        </p:nvSpPr>
        <p:spPr>
          <a:xfrm>
            <a:off x="6467400" y="4971960"/>
            <a:ext cx="4981680" cy="9720"/>
          </a:xfrm>
          <a:custGeom>
            <a:avLst/>
            <a:gdLst/>
            <a:ahLst/>
            <a:rect l="0" t="0" r="r" b="b"/>
            <a:pathLst>
              <a:path w="13838" h="27">
                <a:moveTo>
                  <a:pt x="0" y="0"/>
                </a:moveTo>
                <a:lnTo>
                  <a:pt x="13838" y="0"/>
                </a:lnTo>
                <a:lnTo>
                  <a:pt x="1383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7" name=""/>
          <p:cNvSpPr/>
          <p:nvPr/>
        </p:nvSpPr>
        <p:spPr>
          <a:xfrm>
            <a:off x="11439360" y="498132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8" name=""/>
          <p:cNvSpPr/>
          <p:nvPr/>
        </p:nvSpPr>
        <p:spPr>
          <a:xfrm>
            <a:off x="752400" y="552420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9" name=""/>
          <p:cNvSpPr/>
          <p:nvPr/>
        </p:nvSpPr>
        <p:spPr>
          <a:xfrm>
            <a:off x="752400" y="5514840"/>
            <a:ext cx="1514880" cy="9720"/>
          </a:xfrm>
          <a:custGeom>
            <a:avLst/>
            <a:gdLst/>
            <a:ahLst/>
            <a:rect l="0" t="0" r="r" b="b"/>
            <a:pathLst>
              <a:path w="4208" h="27">
                <a:moveTo>
                  <a:pt x="0" y="0"/>
                </a:moveTo>
                <a:lnTo>
                  <a:pt x="4208" y="0"/>
                </a:lnTo>
                <a:lnTo>
                  <a:pt x="42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0" name=""/>
          <p:cNvSpPr/>
          <p:nvPr/>
        </p:nvSpPr>
        <p:spPr>
          <a:xfrm>
            <a:off x="2257200" y="5524200"/>
            <a:ext cx="10080" cy="952920"/>
          </a:xfrm>
          <a:custGeom>
            <a:avLst/>
            <a:gdLst/>
            <a:ahLst/>
            <a:rect l="0" t="0" r="r" b="b"/>
            <a:pathLst>
              <a:path w="28" h="2647">
                <a:moveTo>
                  <a:pt x="0" y="0"/>
                </a:moveTo>
                <a:lnTo>
                  <a:pt x="28" y="0"/>
                </a:lnTo>
                <a:lnTo>
                  <a:pt x="2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1" name=""/>
          <p:cNvSpPr/>
          <p:nvPr/>
        </p:nvSpPr>
        <p:spPr>
          <a:xfrm>
            <a:off x="2266920" y="5514840"/>
            <a:ext cx="2019600" cy="9720"/>
          </a:xfrm>
          <a:custGeom>
            <a:avLst/>
            <a:gdLst/>
            <a:ahLst/>
            <a:rect l="0" t="0" r="r" b="b"/>
            <a:pathLst>
              <a:path w="5610" h="27">
                <a:moveTo>
                  <a:pt x="0" y="0"/>
                </a:moveTo>
                <a:lnTo>
                  <a:pt x="5610" y="0"/>
                </a:lnTo>
                <a:lnTo>
                  <a:pt x="561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2" name=""/>
          <p:cNvSpPr/>
          <p:nvPr/>
        </p:nvSpPr>
        <p:spPr>
          <a:xfrm>
            <a:off x="4276440" y="5524200"/>
            <a:ext cx="10080" cy="952920"/>
          </a:xfrm>
          <a:custGeom>
            <a:avLst/>
            <a:gdLst/>
            <a:ahLst/>
            <a:rect l="0" t="0" r="r" b="b"/>
            <a:pathLst>
              <a:path w="28" h="2647">
                <a:moveTo>
                  <a:pt x="0" y="0"/>
                </a:moveTo>
                <a:lnTo>
                  <a:pt x="28" y="0"/>
                </a:lnTo>
                <a:lnTo>
                  <a:pt x="2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3" name=""/>
          <p:cNvSpPr/>
          <p:nvPr/>
        </p:nvSpPr>
        <p:spPr>
          <a:xfrm>
            <a:off x="4286160" y="5514840"/>
            <a:ext cx="2181600" cy="9720"/>
          </a:xfrm>
          <a:custGeom>
            <a:avLst/>
            <a:gdLst/>
            <a:ahLst/>
            <a:rect l="0" t="0" r="r" b="b"/>
            <a:pathLst>
              <a:path w="6060" h="27">
                <a:moveTo>
                  <a:pt x="0" y="0"/>
                </a:moveTo>
                <a:lnTo>
                  <a:pt x="6060" y="0"/>
                </a:lnTo>
                <a:lnTo>
                  <a:pt x="60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4" name=""/>
          <p:cNvSpPr/>
          <p:nvPr/>
        </p:nvSpPr>
        <p:spPr>
          <a:xfrm>
            <a:off x="6457680" y="5524200"/>
            <a:ext cx="10080" cy="952920"/>
          </a:xfrm>
          <a:custGeom>
            <a:avLst/>
            <a:gdLst/>
            <a:ahLst/>
            <a:rect l="0" t="0" r="r" b="b"/>
            <a:pathLst>
              <a:path w="28" h="2647">
                <a:moveTo>
                  <a:pt x="0" y="0"/>
                </a:moveTo>
                <a:lnTo>
                  <a:pt x="28" y="0"/>
                </a:lnTo>
                <a:lnTo>
                  <a:pt x="2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5" name=""/>
          <p:cNvSpPr/>
          <p:nvPr/>
        </p:nvSpPr>
        <p:spPr>
          <a:xfrm>
            <a:off x="6467400" y="5514840"/>
            <a:ext cx="4981680" cy="9720"/>
          </a:xfrm>
          <a:custGeom>
            <a:avLst/>
            <a:gdLst/>
            <a:ahLst/>
            <a:rect l="0" t="0" r="r" b="b"/>
            <a:pathLst>
              <a:path w="13838" h="27">
                <a:moveTo>
                  <a:pt x="0" y="0"/>
                </a:moveTo>
                <a:lnTo>
                  <a:pt x="13838" y="0"/>
                </a:lnTo>
                <a:lnTo>
                  <a:pt x="1383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6" name=""/>
          <p:cNvSpPr/>
          <p:nvPr/>
        </p:nvSpPr>
        <p:spPr>
          <a:xfrm>
            <a:off x="11439360" y="552420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7" name=""/>
          <p:cNvSpPr/>
          <p:nvPr/>
        </p:nvSpPr>
        <p:spPr>
          <a:xfrm>
            <a:off x="752400" y="647676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8" name=""/>
          <p:cNvSpPr/>
          <p:nvPr/>
        </p:nvSpPr>
        <p:spPr>
          <a:xfrm>
            <a:off x="752400" y="6467400"/>
            <a:ext cx="1514880" cy="9720"/>
          </a:xfrm>
          <a:custGeom>
            <a:avLst/>
            <a:gdLst/>
            <a:ahLst/>
            <a:rect l="0" t="0" r="r" b="b"/>
            <a:pathLst>
              <a:path w="4208" h="27">
                <a:moveTo>
                  <a:pt x="0" y="0"/>
                </a:moveTo>
                <a:lnTo>
                  <a:pt x="4208" y="0"/>
                </a:lnTo>
                <a:lnTo>
                  <a:pt x="42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9" name=""/>
          <p:cNvSpPr/>
          <p:nvPr/>
        </p:nvSpPr>
        <p:spPr>
          <a:xfrm>
            <a:off x="2257200" y="6476760"/>
            <a:ext cx="10080" cy="952920"/>
          </a:xfrm>
          <a:custGeom>
            <a:avLst/>
            <a:gdLst/>
            <a:ahLst/>
            <a:rect l="0" t="0" r="r" b="b"/>
            <a:pathLst>
              <a:path w="28" h="2647">
                <a:moveTo>
                  <a:pt x="0" y="0"/>
                </a:moveTo>
                <a:lnTo>
                  <a:pt x="28" y="0"/>
                </a:lnTo>
                <a:lnTo>
                  <a:pt x="2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0" name=""/>
          <p:cNvSpPr/>
          <p:nvPr/>
        </p:nvSpPr>
        <p:spPr>
          <a:xfrm>
            <a:off x="2266920" y="6467400"/>
            <a:ext cx="2019600" cy="9720"/>
          </a:xfrm>
          <a:custGeom>
            <a:avLst/>
            <a:gdLst/>
            <a:ahLst/>
            <a:rect l="0" t="0" r="r" b="b"/>
            <a:pathLst>
              <a:path w="5610" h="27">
                <a:moveTo>
                  <a:pt x="0" y="0"/>
                </a:moveTo>
                <a:lnTo>
                  <a:pt x="5610" y="0"/>
                </a:lnTo>
                <a:lnTo>
                  <a:pt x="561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1" name=""/>
          <p:cNvSpPr/>
          <p:nvPr/>
        </p:nvSpPr>
        <p:spPr>
          <a:xfrm>
            <a:off x="4276440" y="6476760"/>
            <a:ext cx="10080" cy="952920"/>
          </a:xfrm>
          <a:custGeom>
            <a:avLst/>
            <a:gdLst/>
            <a:ahLst/>
            <a:rect l="0" t="0" r="r" b="b"/>
            <a:pathLst>
              <a:path w="28" h="2647">
                <a:moveTo>
                  <a:pt x="0" y="0"/>
                </a:moveTo>
                <a:lnTo>
                  <a:pt x="28" y="0"/>
                </a:lnTo>
                <a:lnTo>
                  <a:pt x="2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2" name=""/>
          <p:cNvSpPr/>
          <p:nvPr/>
        </p:nvSpPr>
        <p:spPr>
          <a:xfrm>
            <a:off x="4286160" y="6467400"/>
            <a:ext cx="2181600" cy="9720"/>
          </a:xfrm>
          <a:custGeom>
            <a:avLst/>
            <a:gdLst/>
            <a:ahLst/>
            <a:rect l="0" t="0" r="r" b="b"/>
            <a:pathLst>
              <a:path w="6060" h="27">
                <a:moveTo>
                  <a:pt x="0" y="0"/>
                </a:moveTo>
                <a:lnTo>
                  <a:pt x="6060" y="0"/>
                </a:lnTo>
                <a:lnTo>
                  <a:pt x="60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3" name=""/>
          <p:cNvSpPr/>
          <p:nvPr/>
        </p:nvSpPr>
        <p:spPr>
          <a:xfrm>
            <a:off x="6457680" y="6476760"/>
            <a:ext cx="10080" cy="952920"/>
          </a:xfrm>
          <a:custGeom>
            <a:avLst/>
            <a:gdLst/>
            <a:ahLst/>
            <a:rect l="0" t="0" r="r" b="b"/>
            <a:pathLst>
              <a:path w="28" h="2647">
                <a:moveTo>
                  <a:pt x="0" y="0"/>
                </a:moveTo>
                <a:lnTo>
                  <a:pt x="28" y="0"/>
                </a:lnTo>
                <a:lnTo>
                  <a:pt x="2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4" name=""/>
          <p:cNvSpPr/>
          <p:nvPr/>
        </p:nvSpPr>
        <p:spPr>
          <a:xfrm>
            <a:off x="6467400" y="6467400"/>
            <a:ext cx="4981680" cy="9720"/>
          </a:xfrm>
          <a:custGeom>
            <a:avLst/>
            <a:gdLst/>
            <a:ahLst/>
            <a:rect l="0" t="0" r="r" b="b"/>
            <a:pathLst>
              <a:path w="13838" h="27">
                <a:moveTo>
                  <a:pt x="0" y="0"/>
                </a:moveTo>
                <a:lnTo>
                  <a:pt x="13838" y="0"/>
                </a:lnTo>
                <a:lnTo>
                  <a:pt x="1383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5" name=""/>
          <p:cNvSpPr/>
          <p:nvPr/>
        </p:nvSpPr>
        <p:spPr>
          <a:xfrm>
            <a:off x="11439360" y="647676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6" name=""/>
          <p:cNvSpPr txBox="1"/>
          <p:nvPr/>
        </p:nvSpPr>
        <p:spPr>
          <a:xfrm>
            <a:off x="747720" y="770400"/>
            <a:ext cx="477684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  <a:ea typeface="Arial"/>
              </a:rPr>
              <a:t>Level 0 — reading the crash</a:t>
            </a:r>
            <a:endParaRPr b="0" lang="en-US" sz="28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7" name=""/>
          <p:cNvSpPr txBox="1"/>
          <p:nvPr/>
        </p:nvSpPr>
        <p:spPr>
          <a:xfrm>
            <a:off x="1136880" y="1569240"/>
            <a:ext cx="7351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Panel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8" name=""/>
          <p:cNvSpPr txBox="1"/>
          <p:nvPr/>
        </p:nvSpPr>
        <p:spPr>
          <a:xfrm>
            <a:off x="2862360" y="1569240"/>
            <a:ext cx="8128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Metric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9" name=""/>
          <p:cNvSpPr txBox="1"/>
          <p:nvPr/>
        </p:nvSpPr>
        <p:spPr>
          <a:xfrm>
            <a:off x="5010120" y="1569240"/>
            <a:ext cx="7351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Value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0" name=""/>
          <p:cNvSpPr txBox="1"/>
          <p:nvPr/>
        </p:nvSpPr>
        <p:spPr>
          <a:xfrm>
            <a:off x="8013960" y="1569240"/>
            <a:ext cx="18691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What it means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1" name=""/>
          <p:cNvSpPr txBox="1"/>
          <p:nvPr/>
        </p:nvSpPr>
        <p:spPr>
          <a:xfrm>
            <a:off x="880920" y="2102760"/>
            <a:ext cx="6436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VU &amp;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2" name=""/>
          <p:cNvSpPr txBox="1"/>
          <p:nvPr/>
        </p:nvSpPr>
        <p:spPr>
          <a:xfrm>
            <a:off x="880920" y="2521800"/>
            <a:ext cx="6134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req/s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3" name=""/>
          <p:cNvSpPr txBox="1"/>
          <p:nvPr/>
        </p:nvSpPr>
        <p:spPr>
          <a:xfrm>
            <a:off x="2386440" y="2102760"/>
            <a:ext cx="6285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Peak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4" name=""/>
          <p:cNvSpPr txBox="1"/>
          <p:nvPr/>
        </p:nvSpPr>
        <p:spPr>
          <a:xfrm>
            <a:off x="2386440" y="2521800"/>
            <a:ext cx="12733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requests/s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5" name=""/>
          <p:cNvSpPr txBox="1"/>
          <p:nvPr/>
        </p:nvSpPr>
        <p:spPr>
          <a:xfrm>
            <a:off x="4408920" y="2102760"/>
            <a:ext cx="9730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~140 →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6" name=""/>
          <p:cNvSpPr txBox="1"/>
          <p:nvPr/>
        </p:nvSpPr>
        <p:spPr>
          <a:xfrm>
            <a:off x="4408920" y="2521800"/>
            <a:ext cx="11041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collapse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7" name=""/>
          <p:cNvSpPr txBox="1"/>
          <p:nvPr/>
        </p:nvSpPr>
        <p:spPr>
          <a:xfrm>
            <a:off x="6589800" y="2102760"/>
            <a:ext cx="4613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Server buckled — req/s fell while VUs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8" name=""/>
          <p:cNvSpPr txBox="1"/>
          <p:nvPr/>
        </p:nvSpPr>
        <p:spPr>
          <a:xfrm>
            <a:off x="6589800" y="2521800"/>
            <a:ext cx="16099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kept climbing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9" name=""/>
          <p:cNvSpPr txBox="1"/>
          <p:nvPr/>
        </p:nvSpPr>
        <p:spPr>
          <a:xfrm>
            <a:off x="880920" y="3055320"/>
            <a:ext cx="6436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VU &amp;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0" name=""/>
          <p:cNvSpPr txBox="1"/>
          <p:nvPr/>
        </p:nvSpPr>
        <p:spPr>
          <a:xfrm>
            <a:off x="880920" y="3474360"/>
            <a:ext cx="6134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req/s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1" name=""/>
          <p:cNvSpPr txBox="1"/>
          <p:nvPr/>
        </p:nvSpPr>
        <p:spPr>
          <a:xfrm>
            <a:off x="2386440" y="3055320"/>
            <a:ext cx="14562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req/s at 500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2" name=""/>
          <p:cNvSpPr txBox="1"/>
          <p:nvPr/>
        </p:nvSpPr>
        <p:spPr>
          <a:xfrm>
            <a:off x="2386440" y="3474360"/>
            <a:ext cx="3834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VU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3" name=""/>
          <p:cNvSpPr txBox="1"/>
          <p:nvPr/>
        </p:nvSpPr>
        <p:spPr>
          <a:xfrm>
            <a:off x="4408920" y="3264840"/>
            <a:ext cx="5371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24.5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4" name=""/>
          <p:cNvSpPr txBox="1"/>
          <p:nvPr/>
        </p:nvSpPr>
        <p:spPr>
          <a:xfrm>
            <a:off x="6589800" y="3264840"/>
            <a:ext cx="41094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83% of requests failing or queued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5" name=""/>
          <p:cNvSpPr txBox="1"/>
          <p:nvPr/>
        </p:nvSpPr>
        <p:spPr>
          <a:xfrm>
            <a:off x="880920" y="4007520"/>
            <a:ext cx="9655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Latency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6" name=""/>
          <p:cNvSpPr txBox="1"/>
          <p:nvPr/>
        </p:nvSpPr>
        <p:spPr>
          <a:xfrm>
            <a:off x="2386440" y="4007520"/>
            <a:ext cx="4593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p95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7" name=""/>
          <p:cNvSpPr txBox="1"/>
          <p:nvPr/>
        </p:nvSpPr>
        <p:spPr>
          <a:xfrm>
            <a:off x="4408920" y="4007520"/>
            <a:ext cx="6134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2.9 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8" name=""/>
          <p:cNvSpPr txBox="1"/>
          <p:nvPr/>
        </p:nvSpPr>
        <p:spPr>
          <a:xfrm>
            <a:off x="6589800" y="4007520"/>
            <a:ext cx="28598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15× worse than Level 1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9" name=""/>
          <p:cNvSpPr txBox="1"/>
          <p:nvPr/>
        </p:nvSpPr>
        <p:spPr>
          <a:xfrm>
            <a:off x="880920" y="4550760"/>
            <a:ext cx="9655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Latency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0" name=""/>
          <p:cNvSpPr txBox="1"/>
          <p:nvPr/>
        </p:nvSpPr>
        <p:spPr>
          <a:xfrm>
            <a:off x="2386440" y="4550760"/>
            <a:ext cx="4593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p99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1" name=""/>
          <p:cNvSpPr txBox="1"/>
          <p:nvPr/>
        </p:nvSpPr>
        <p:spPr>
          <a:xfrm>
            <a:off x="4408920" y="4550760"/>
            <a:ext cx="8740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6 s flat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2" name=""/>
          <p:cNvSpPr txBox="1"/>
          <p:nvPr/>
        </p:nvSpPr>
        <p:spPr>
          <a:xfrm>
            <a:off x="6589800" y="4550760"/>
            <a:ext cx="46306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Hard ceiling — connections timing out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3" name=""/>
          <p:cNvSpPr txBox="1"/>
          <p:nvPr/>
        </p:nvSpPr>
        <p:spPr>
          <a:xfrm>
            <a:off x="880920" y="5083920"/>
            <a:ext cx="9655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Latency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4" name=""/>
          <p:cNvSpPr txBox="1"/>
          <p:nvPr/>
        </p:nvSpPr>
        <p:spPr>
          <a:xfrm>
            <a:off x="2386440" y="5083920"/>
            <a:ext cx="4593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p50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5" name=""/>
          <p:cNvSpPr txBox="1"/>
          <p:nvPr/>
        </p:nvSpPr>
        <p:spPr>
          <a:xfrm>
            <a:off x="4408920" y="5083920"/>
            <a:ext cx="5295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~1 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6" name=""/>
          <p:cNvSpPr txBox="1"/>
          <p:nvPr/>
        </p:nvSpPr>
        <p:spPr>
          <a:xfrm>
            <a:off x="6589800" y="5083920"/>
            <a:ext cx="35424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Even the median is unusable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7" name=""/>
          <p:cNvSpPr txBox="1"/>
          <p:nvPr/>
        </p:nvSpPr>
        <p:spPr>
          <a:xfrm>
            <a:off x="880920" y="5836320"/>
            <a:ext cx="29131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PHP-FPM Queue depth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8" name=""/>
          <p:cNvSpPr txBox="1"/>
          <p:nvPr/>
        </p:nvSpPr>
        <p:spPr>
          <a:xfrm>
            <a:off x="4408920" y="5836320"/>
            <a:ext cx="6210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~250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9" name=""/>
          <p:cNvSpPr txBox="1"/>
          <p:nvPr/>
        </p:nvSpPr>
        <p:spPr>
          <a:xfrm>
            <a:off x="6589800" y="5626800"/>
            <a:ext cx="39708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Catastrophic backlog — workers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0" name=""/>
          <p:cNvSpPr txBox="1"/>
          <p:nvPr/>
        </p:nvSpPr>
        <p:spPr>
          <a:xfrm>
            <a:off x="6589800" y="6036480"/>
            <a:ext cx="12733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exhausted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1" name=""/>
          <p:cNvSpPr txBox="1"/>
          <p:nvPr/>
        </p:nvSpPr>
        <p:spPr>
          <a:xfrm>
            <a:off x="880920" y="6788880"/>
            <a:ext cx="12261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PHP FPM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2" name=""/>
          <p:cNvSpPr txBox="1"/>
          <p:nvPr/>
        </p:nvSpPr>
        <p:spPr>
          <a:xfrm>
            <a:off x="2386440" y="6579360"/>
            <a:ext cx="7506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Active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3" name=""/>
          <p:cNvSpPr txBox="1"/>
          <p:nvPr/>
        </p:nvSpPr>
        <p:spPr>
          <a:xfrm>
            <a:off x="4408920" y="6579360"/>
            <a:ext cx="11804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maxed →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4" name=""/>
          <p:cNvSpPr txBox="1"/>
          <p:nvPr/>
        </p:nvSpPr>
        <p:spPr>
          <a:xfrm>
            <a:off x="6589800" y="6788880"/>
            <a:ext cx="4748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W k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5" name=""/>
          <p:cNvSpPr txBox="1"/>
          <p:nvPr/>
        </p:nvSpPr>
        <p:spPr>
          <a:xfrm>
            <a:off x="7766640" y="678888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i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6" name=""/>
          <p:cNvSpPr txBox="1"/>
          <p:nvPr/>
        </p:nvSpPr>
        <p:spPr>
          <a:xfrm>
            <a:off x="8058240" y="678888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i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7" name=""/>
          <p:cNvSpPr txBox="1"/>
          <p:nvPr/>
        </p:nvSpPr>
        <p:spPr>
          <a:xfrm>
            <a:off x="9271440" y="678888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d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8" name=""/>
          <p:cNvSpPr txBox="1"/>
          <p:nvPr/>
        </p:nvSpPr>
        <p:spPr>
          <a:xfrm>
            <a:off x="9747360" y="678888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l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9" name=""/>
          <p:cNvSpPr txBox="1"/>
          <p:nvPr/>
        </p:nvSpPr>
        <p:spPr>
          <a:xfrm>
            <a:off x="10116000" y="678888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d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3" name=""/>
          <p:cNvSpPr txBox="1"/>
          <p:nvPr/>
        </p:nvSpPr>
        <p:spPr>
          <a:xfrm>
            <a:off x="747720" y="2106000"/>
            <a:ext cx="343800" cy="323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NotoColorEmoji"/>
                <a:ea typeface="NotoColorEmoji"/>
              </a:rPr>
              <a:t>🩹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4" name=""/>
          <p:cNvSpPr txBox="1"/>
          <p:nvPr/>
        </p:nvSpPr>
        <p:spPr>
          <a:xfrm>
            <a:off x="747720" y="2743200"/>
            <a:ext cx="1276200" cy="49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480" spc="-1" strike="noStrike">
                <a:solidFill>
                  <a:srgbClr val="224466"/>
                </a:solidFill>
                <a:latin typeface="Arial"/>
                <a:ea typeface="Arial"/>
              </a:rPr>
              <a:t>ACT II</a:t>
            </a:r>
            <a:endParaRPr b="0" lang="en-US" sz="34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5" name=""/>
          <p:cNvSpPr txBox="1"/>
          <p:nvPr/>
        </p:nvSpPr>
        <p:spPr>
          <a:xfrm>
            <a:off x="747720" y="3646800"/>
            <a:ext cx="305784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  <a:ea typeface="Arial"/>
              </a:rPr>
              <a:t>Stop the Bleeding</a:t>
            </a:r>
            <a:endParaRPr b="0" lang="en-US" sz="28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6" name=""/>
          <p:cNvSpPr txBox="1"/>
          <p:nvPr/>
        </p:nvSpPr>
        <p:spPr>
          <a:xfrm>
            <a:off x="747720" y="4420800"/>
            <a:ext cx="6867720" cy="338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390" spc="-1" strike="noStrike">
                <a:solidFill>
                  <a:srgbClr val="1f2328"/>
                </a:solidFill>
                <a:latin typeface="Arial"/>
                <a:ea typeface="Arial"/>
              </a:rPr>
              <a:t>Level 1 — Nginx + PHP-FPM + OPcache + Redis</a:t>
            </a:r>
            <a:endParaRPr b="0" lang="en-US" sz="23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0" name=""/>
          <p:cNvSpPr/>
          <p:nvPr/>
        </p:nvSpPr>
        <p:spPr>
          <a:xfrm>
            <a:off x="757080" y="6700680"/>
            <a:ext cx="10687320" cy="590760"/>
          </a:xfrm>
          <a:custGeom>
            <a:avLst/>
            <a:gdLst/>
            <a:ahLst/>
            <a:rect l="0" t="0" r="r" b="b"/>
            <a:pathLst>
              <a:path w="29687" h="1641">
                <a:moveTo>
                  <a:pt x="0" y="1496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496"/>
                </a:lnTo>
                <a:cubicBezTo>
                  <a:pt x="29687" y="1505"/>
                  <a:pt x="29686" y="1515"/>
                  <a:pt x="29684" y="1524"/>
                </a:cubicBezTo>
                <a:cubicBezTo>
                  <a:pt x="29683" y="1534"/>
                  <a:pt x="29680" y="1543"/>
                  <a:pt x="29676" y="1552"/>
                </a:cubicBezTo>
                <a:cubicBezTo>
                  <a:pt x="29672" y="1560"/>
                  <a:pt x="29668" y="1569"/>
                  <a:pt x="29663" y="1577"/>
                </a:cubicBezTo>
                <a:cubicBezTo>
                  <a:pt x="29657" y="1585"/>
                  <a:pt x="29651" y="1592"/>
                  <a:pt x="29645" y="1599"/>
                </a:cubicBezTo>
                <a:cubicBezTo>
                  <a:pt x="29638" y="1605"/>
                  <a:pt x="29630" y="1612"/>
                  <a:pt x="29623" y="1617"/>
                </a:cubicBezTo>
                <a:cubicBezTo>
                  <a:pt x="29615" y="1622"/>
                  <a:pt x="29606" y="1627"/>
                  <a:pt x="29597" y="1630"/>
                </a:cubicBezTo>
                <a:cubicBezTo>
                  <a:pt x="29589" y="1634"/>
                  <a:pt x="29579" y="1637"/>
                  <a:pt x="29570" y="1639"/>
                </a:cubicBezTo>
                <a:cubicBezTo>
                  <a:pt x="29561" y="1640"/>
                  <a:pt x="29551" y="1641"/>
                  <a:pt x="29542" y="1641"/>
                </a:cubicBezTo>
                <a:lnTo>
                  <a:pt x="145" y="1641"/>
                </a:lnTo>
                <a:cubicBezTo>
                  <a:pt x="136" y="1641"/>
                  <a:pt x="126" y="1640"/>
                  <a:pt x="117" y="1639"/>
                </a:cubicBezTo>
                <a:cubicBezTo>
                  <a:pt x="108" y="1637"/>
                  <a:pt x="99" y="1634"/>
                  <a:pt x="90" y="1630"/>
                </a:cubicBezTo>
                <a:cubicBezTo>
                  <a:pt x="81" y="1627"/>
                  <a:pt x="73" y="1622"/>
                  <a:pt x="65" y="1617"/>
                </a:cubicBezTo>
                <a:cubicBezTo>
                  <a:pt x="57" y="1612"/>
                  <a:pt x="49" y="1605"/>
                  <a:pt x="43" y="1599"/>
                </a:cubicBezTo>
                <a:cubicBezTo>
                  <a:pt x="36" y="1592"/>
                  <a:pt x="30" y="1585"/>
                  <a:pt x="24" y="1577"/>
                </a:cubicBezTo>
                <a:cubicBezTo>
                  <a:pt x="19" y="1569"/>
                  <a:pt x="15" y="1560"/>
                  <a:pt x="11" y="1552"/>
                </a:cubicBezTo>
                <a:cubicBezTo>
                  <a:pt x="7" y="1543"/>
                  <a:pt x="5" y="1534"/>
                  <a:pt x="3" y="1524"/>
                </a:cubicBezTo>
                <a:cubicBezTo>
                  <a:pt x="1" y="1515"/>
                  <a:pt x="0" y="1505"/>
                  <a:pt x="0" y="1496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1" name=""/>
          <p:cNvSpPr/>
          <p:nvPr/>
        </p:nvSpPr>
        <p:spPr>
          <a:xfrm>
            <a:off x="757080" y="6700680"/>
            <a:ext cx="10687320" cy="590760"/>
          </a:xfrm>
          <a:custGeom>
            <a:avLst/>
            <a:gdLst/>
            <a:ahLst/>
            <a:rect l="0" t="0" r="r" b="b"/>
            <a:pathLst>
              <a:path w="29687" h="1641">
                <a:moveTo>
                  <a:pt x="0" y="1496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496"/>
                </a:lnTo>
                <a:cubicBezTo>
                  <a:pt x="29687" y="1505"/>
                  <a:pt x="29686" y="1515"/>
                  <a:pt x="29684" y="1524"/>
                </a:cubicBezTo>
                <a:cubicBezTo>
                  <a:pt x="29683" y="1534"/>
                  <a:pt x="29680" y="1543"/>
                  <a:pt x="29676" y="1552"/>
                </a:cubicBezTo>
                <a:cubicBezTo>
                  <a:pt x="29672" y="1560"/>
                  <a:pt x="29668" y="1569"/>
                  <a:pt x="29663" y="1577"/>
                </a:cubicBezTo>
                <a:cubicBezTo>
                  <a:pt x="29657" y="1585"/>
                  <a:pt x="29651" y="1592"/>
                  <a:pt x="29645" y="1599"/>
                </a:cubicBezTo>
                <a:cubicBezTo>
                  <a:pt x="29638" y="1605"/>
                  <a:pt x="29630" y="1612"/>
                  <a:pt x="29623" y="1617"/>
                </a:cubicBezTo>
                <a:cubicBezTo>
                  <a:pt x="29615" y="1622"/>
                  <a:pt x="29606" y="1627"/>
                  <a:pt x="29597" y="1630"/>
                </a:cubicBezTo>
                <a:cubicBezTo>
                  <a:pt x="29589" y="1634"/>
                  <a:pt x="29579" y="1637"/>
                  <a:pt x="29570" y="1639"/>
                </a:cubicBezTo>
                <a:cubicBezTo>
                  <a:pt x="29561" y="1640"/>
                  <a:pt x="29551" y="1641"/>
                  <a:pt x="29542" y="1641"/>
                </a:cubicBezTo>
                <a:lnTo>
                  <a:pt x="145" y="1641"/>
                </a:lnTo>
                <a:cubicBezTo>
                  <a:pt x="136" y="1641"/>
                  <a:pt x="126" y="1640"/>
                  <a:pt x="117" y="1639"/>
                </a:cubicBezTo>
                <a:cubicBezTo>
                  <a:pt x="108" y="1637"/>
                  <a:pt x="99" y="1634"/>
                  <a:pt x="90" y="1630"/>
                </a:cubicBezTo>
                <a:cubicBezTo>
                  <a:pt x="81" y="1627"/>
                  <a:pt x="73" y="1622"/>
                  <a:pt x="65" y="1617"/>
                </a:cubicBezTo>
                <a:cubicBezTo>
                  <a:pt x="57" y="1612"/>
                  <a:pt x="49" y="1605"/>
                  <a:pt x="43" y="1599"/>
                </a:cubicBezTo>
                <a:cubicBezTo>
                  <a:pt x="36" y="1592"/>
                  <a:pt x="30" y="1585"/>
                  <a:pt x="24" y="1577"/>
                </a:cubicBezTo>
                <a:cubicBezTo>
                  <a:pt x="19" y="1569"/>
                  <a:pt x="15" y="1560"/>
                  <a:pt x="11" y="1552"/>
                </a:cubicBezTo>
                <a:cubicBezTo>
                  <a:pt x="7" y="1543"/>
                  <a:pt x="5" y="1534"/>
                  <a:pt x="3" y="1524"/>
                </a:cubicBezTo>
                <a:cubicBezTo>
                  <a:pt x="1" y="1515"/>
                  <a:pt x="0" y="1505"/>
                  <a:pt x="0" y="1496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2" name=""/>
          <p:cNvSpPr txBox="1"/>
          <p:nvPr/>
        </p:nvSpPr>
        <p:spPr>
          <a:xfrm>
            <a:off x="747720" y="770400"/>
            <a:ext cx="609660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  <a:ea typeface="Arial"/>
              </a:rPr>
              <a:t>Level 1 — Three changes, zero cost</a:t>
            </a:r>
            <a:endParaRPr b="0" lang="en-US" sz="28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3" name=""/>
          <p:cNvSpPr txBox="1"/>
          <p:nvPr/>
        </p:nvSpPr>
        <p:spPr>
          <a:xfrm>
            <a:off x="747720" y="1502640"/>
            <a:ext cx="29739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1. Nginx (event-driven)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4" name=""/>
          <p:cNvSpPr txBox="1"/>
          <p:nvPr/>
        </p:nvSpPr>
        <p:spPr>
          <a:xfrm>
            <a:off x="747720" y="1912320"/>
            <a:ext cx="55436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One thread, 10,000+ concurrent connections.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5" name=""/>
          <p:cNvSpPr txBox="1"/>
          <p:nvPr/>
        </p:nvSpPr>
        <p:spPr>
          <a:xfrm>
            <a:off x="747720" y="2331360"/>
            <a:ext cx="37252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Zero RAM per idle connection.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6" name=""/>
          <p:cNvSpPr txBox="1"/>
          <p:nvPr/>
        </p:nvSpPr>
        <p:spPr>
          <a:xfrm>
            <a:off x="747720" y="2893320"/>
            <a:ext cx="38458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2. PHP-FPM (decoupled pool)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7" name=""/>
          <p:cNvSpPr txBox="1"/>
          <p:nvPr/>
        </p:nvSpPr>
        <p:spPr>
          <a:xfrm>
            <a:off x="747720" y="3312360"/>
            <a:ext cx="44920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Workers handle PHP execution only.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8" name=""/>
          <p:cNvSpPr/>
          <p:nvPr/>
        </p:nvSpPr>
        <p:spPr>
          <a:xfrm>
            <a:off x="752400" y="4143240"/>
            <a:ext cx="3000600" cy="362160"/>
          </a:xfrm>
          <a:custGeom>
            <a:avLst/>
            <a:gdLst/>
            <a:ahLst/>
            <a:rect l="0" t="0" r="r" b="b"/>
            <a:pathLst>
              <a:path w="8335" h="1006">
                <a:moveTo>
                  <a:pt x="0" y="848"/>
                </a:moveTo>
                <a:lnTo>
                  <a:pt x="0" y="160"/>
                </a:lnTo>
                <a:cubicBezTo>
                  <a:pt x="0" y="149"/>
                  <a:pt x="1" y="139"/>
                  <a:pt x="3" y="129"/>
                </a:cubicBezTo>
                <a:cubicBezTo>
                  <a:pt x="5" y="118"/>
                  <a:pt x="8" y="109"/>
                  <a:pt x="12" y="99"/>
                </a:cubicBezTo>
                <a:cubicBezTo>
                  <a:pt x="16" y="89"/>
                  <a:pt x="21" y="80"/>
                  <a:pt x="26" y="71"/>
                </a:cubicBezTo>
                <a:cubicBezTo>
                  <a:pt x="32" y="63"/>
                  <a:pt x="39" y="55"/>
                  <a:pt x="46" y="46"/>
                </a:cubicBezTo>
                <a:cubicBezTo>
                  <a:pt x="54" y="39"/>
                  <a:pt x="62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8176" y="0"/>
                </a:lnTo>
                <a:cubicBezTo>
                  <a:pt x="8187" y="0"/>
                  <a:pt x="8197" y="1"/>
                  <a:pt x="8207" y="3"/>
                </a:cubicBezTo>
                <a:cubicBezTo>
                  <a:pt x="8218" y="5"/>
                  <a:pt x="8227" y="8"/>
                  <a:pt x="8237" y="12"/>
                </a:cubicBezTo>
                <a:cubicBezTo>
                  <a:pt x="8247" y="16"/>
                  <a:pt x="8256" y="21"/>
                  <a:pt x="8265" y="27"/>
                </a:cubicBezTo>
                <a:cubicBezTo>
                  <a:pt x="8273" y="32"/>
                  <a:pt x="8281" y="39"/>
                  <a:pt x="8289" y="46"/>
                </a:cubicBezTo>
                <a:cubicBezTo>
                  <a:pt x="8296" y="55"/>
                  <a:pt x="8303" y="63"/>
                  <a:pt x="8308" y="71"/>
                </a:cubicBezTo>
                <a:cubicBezTo>
                  <a:pt x="8314" y="80"/>
                  <a:pt x="8319" y="89"/>
                  <a:pt x="8323" y="99"/>
                </a:cubicBezTo>
                <a:cubicBezTo>
                  <a:pt x="8327" y="109"/>
                  <a:pt x="8330" y="118"/>
                  <a:pt x="8332" y="129"/>
                </a:cubicBezTo>
                <a:cubicBezTo>
                  <a:pt x="8334" y="139"/>
                  <a:pt x="8335" y="149"/>
                  <a:pt x="8335" y="160"/>
                </a:cubicBezTo>
                <a:lnTo>
                  <a:pt x="8335" y="848"/>
                </a:lnTo>
                <a:cubicBezTo>
                  <a:pt x="8335" y="858"/>
                  <a:pt x="8334" y="868"/>
                  <a:pt x="8332" y="879"/>
                </a:cubicBezTo>
                <a:cubicBezTo>
                  <a:pt x="8330" y="889"/>
                  <a:pt x="8327" y="899"/>
                  <a:pt x="8323" y="908"/>
                </a:cubicBezTo>
                <a:cubicBezTo>
                  <a:pt x="8319" y="918"/>
                  <a:pt x="8314" y="927"/>
                  <a:pt x="8308" y="936"/>
                </a:cubicBezTo>
                <a:cubicBezTo>
                  <a:pt x="8303" y="944"/>
                  <a:pt x="8296" y="952"/>
                  <a:pt x="8289" y="960"/>
                </a:cubicBezTo>
                <a:cubicBezTo>
                  <a:pt x="8281" y="967"/>
                  <a:pt x="8273" y="974"/>
                  <a:pt x="8265" y="980"/>
                </a:cubicBezTo>
                <a:cubicBezTo>
                  <a:pt x="8256" y="985"/>
                  <a:pt x="8247" y="990"/>
                  <a:pt x="8237" y="994"/>
                </a:cubicBezTo>
                <a:cubicBezTo>
                  <a:pt x="8227" y="998"/>
                  <a:pt x="8218" y="1001"/>
                  <a:pt x="8207" y="1003"/>
                </a:cubicBezTo>
                <a:cubicBezTo>
                  <a:pt x="8197" y="1005"/>
                  <a:pt x="8187" y="1006"/>
                  <a:pt x="8176" y="1006"/>
                </a:cubicBezTo>
                <a:lnTo>
                  <a:pt x="158" y="1006"/>
                </a:lnTo>
                <a:cubicBezTo>
                  <a:pt x="148" y="1006"/>
                  <a:pt x="138" y="1005"/>
                  <a:pt x="127" y="1003"/>
                </a:cubicBezTo>
                <a:cubicBezTo>
                  <a:pt x="117" y="1001"/>
                  <a:pt x="107" y="998"/>
                  <a:pt x="98" y="994"/>
                </a:cubicBezTo>
                <a:cubicBezTo>
                  <a:pt x="88" y="990"/>
                  <a:pt x="79" y="985"/>
                  <a:pt x="70" y="980"/>
                </a:cubicBezTo>
                <a:cubicBezTo>
                  <a:pt x="62" y="974"/>
                  <a:pt x="54" y="967"/>
                  <a:pt x="46" y="960"/>
                </a:cubicBezTo>
                <a:cubicBezTo>
                  <a:pt x="39" y="952"/>
                  <a:pt x="32" y="944"/>
                  <a:pt x="26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8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49" name=""/>
          <p:cNvSpPr txBox="1"/>
          <p:nvPr/>
        </p:nvSpPr>
        <p:spPr>
          <a:xfrm>
            <a:off x="747720" y="3722040"/>
            <a:ext cx="45698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Nginx queues connections externally.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0" name=""/>
          <p:cNvSpPr txBox="1"/>
          <p:nvPr/>
        </p:nvSpPr>
        <p:spPr>
          <a:xfrm>
            <a:off x="841680" y="4194720"/>
            <a:ext cx="28170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pm.max_children = 20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1" name=""/>
          <p:cNvSpPr txBox="1"/>
          <p:nvPr/>
        </p:nvSpPr>
        <p:spPr>
          <a:xfrm>
            <a:off x="3752640" y="4141080"/>
            <a:ext cx="32472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 —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hard limit, </a:t>
            </a:r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never OOM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.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2" name=""/>
          <p:cNvSpPr/>
          <p:nvPr/>
        </p:nvSpPr>
        <p:spPr>
          <a:xfrm>
            <a:off x="1076040" y="54003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3" y="181"/>
                  <a:pt x="215" y="193"/>
                  <a:pt x="204" y="205"/>
                </a:cubicBezTo>
                <a:cubicBezTo>
                  <a:pt x="192" y="216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3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4"/>
                  <a:pt x="204" y="35"/>
                </a:cubicBezTo>
                <a:cubicBezTo>
                  <a:pt x="215" y="46"/>
                  <a:pt x="223" y="59"/>
                  <a:pt x="230" y="74"/>
                </a:cubicBezTo>
                <a:cubicBezTo>
                  <a:pt x="236" y="88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53" name=""/>
          <p:cNvSpPr txBox="1"/>
          <p:nvPr/>
        </p:nvSpPr>
        <p:spPr>
          <a:xfrm>
            <a:off x="747720" y="4703040"/>
            <a:ext cx="42998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3. OPcache + Redis object cache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4" name=""/>
          <p:cNvSpPr/>
          <p:nvPr/>
        </p:nvSpPr>
        <p:spPr>
          <a:xfrm>
            <a:off x="1076040" y="58863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4"/>
                </a:cubicBezTo>
                <a:cubicBezTo>
                  <a:pt x="223" y="179"/>
                  <a:pt x="215" y="193"/>
                  <a:pt x="204" y="204"/>
                </a:cubicBezTo>
                <a:cubicBezTo>
                  <a:pt x="192" y="215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79"/>
                  <a:pt x="9" y="164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3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3"/>
                  <a:pt x="204" y="35"/>
                </a:cubicBezTo>
                <a:cubicBezTo>
                  <a:pt x="215" y="46"/>
                  <a:pt x="223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55" name=""/>
          <p:cNvSpPr txBox="1"/>
          <p:nvPr/>
        </p:nvSpPr>
        <p:spPr>
          <a:xfrm>
            <a:off x="1300320" y="5274360"/>
            <a:ext cx="88156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OPcache: compiled PHP bytecode in shared memory — zero disk reads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6" name=""/>
          <p:cNvSpPr txBox="1"/>
          <p:nvPr/>
        </p:nvSpPr>
        <p:spPr>
          <a:xfrm>
            <a:off x="1300320" y="5760360"/>
            <a:ext cx="88596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Redis: DB query results in RAM — 82% of DB calls served from memory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0" name=""/>
          <p:cNvSpPr/>
          <p:nvPr/>
        </p:nvSpPr>
        <p:spPr>
          <a:xfrm>
            <a:off x="757080" y="2071440"/>
            <a:ext cx="10687320" cy="2476800"/>
          </a:xfrm>
          <a:custGeom>
            <a:avLst/>
            <a:gdLst/>
            <a:ahLst/>
            <a:rect l="0" t="0" r="r" b="b"/>
            <a:pathLst>
              <a:path w="29687" h="6880">
                <a:moveTo>
                  <a:pt x="0" y="673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6735"/>
                </a:lnTo>
                <a:cubicBezTo>
                  <a:pt x="29687" y="6744"/>
                  <a:pt x="29686" y="6754"/>
                  <a:pt x="29684" y="6763"/>
                </a:cubicBezTo>
                <a:cubicBezTo>
                  <a:pt x="29683" y="6773"/>
                  <a:pt x="29680" y="6782"/>
                  <a:pt x="29676" y="6791"/>
                </a:cubicBezTo>
                <a:cubicBezTo>
                  <a:pt x="29672" y="6799"/>
                  <a:pt x="29668" y="6808"/>
                  <a:pt x="29663" y="6816"/>
                </a:cubicBezTo>
                <a:cubicBezTo>
                  <a:pt x="29657" y="6824"/>
                  <a:pt x="29651" y="6831"/>
                  <a:pt x="29645" y="6838"/>
                </a:cubicBezTo>
                <a:cubicBezTo>
                  <a:pt x="29638" y="6844"/>
                  <a:pt x="29630" y="6851"/>
                  <a:pt x="29623" y="6856"/>
                </a:cubicBezTo>
                <a:cubicBezTo>
                  <a:pt x="29615" y="6861"/>
                  <a:pt x="29606" y="6866"/>
                  <a:pt x="29597" y="6869"/>
                </a:cubicBezTo>
                <a:cubicBezTo>
                  <a:pt x="29589" y="6873"/>
                  <a:pt x="29579" y="6876"/>
                  <a:pt x="29570" y="6878"/>
                </a:cubicBezTo>
                <a:cubicBezTo>
                  <a:pt x="29561" y="6879"/>
                  <a:pt x="29551" y="6880"/>
                  <a:pt x="29542" y="6880"/>
                </a:cubicBezTo>
                <a:lnTo>
                  <a:pt x="145" y="6880"/>
                </a:lnTo>
                <a:cubicBezTo>
                  <a:pt x="136" y="6880"/>
                  <a:pt x="126" y="6879"/>
                  <a:pt x="117" y="6878"/>
                </a:cubicBezTo>
                <a:cubicBezTo>
                  <a:pt x="108" y="6876"/>
                  <a:pt x="99" y="6873"/>
                  <a:pt x="90" y="6869"/>
                </a:cubicBezTo>
                <a:cubicBezTo>
                  <a:pt x="81" y="6866"/>
                  <a:pt x="73" y="6861"/>
                  <a:pt x="65" y="6856"/>
                </a:cubicBezTo>
                <a:cubicBezTo>
                  <a:pt x="57" y="6851"/>
                  <a:pt x="49" y="6844"/>
                  <a:pt x="43" y="6838"/>
                </a:cubicBezTo>
                <a:cubicBezTo>
                  <a:pt x="36" y="6831"/>
                  <a:pt x="30" y="6824"/>
                  <a:pt x="24" y="6816"/>
                </a:cubicBezTo>
                <a:cubicBezTo>
                  <a:pt x="19" y="6808"/>
                  <a:pt x="15" y="6799"/>
                  <a:pt x="11" y="6791"/>
                </a:cubicBezTo>
                <a:cubicBezTo>
                  <a:pt x="7" y="6782"/>
                  <a:pt x="5" y="6773"/>
                  <a:pt x="3" y="6763"/>
                </a:cubicBezTo>
                <a:cubicBezTo>
                  <a:pt x="1" y="6754"/>
                  <a:pt x="0" y="6744"/>
                  <a:pt x="0" y="6735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1" name=""/>
          <p:cNvSpPr/>
          <p:nvPr/>
        </p:nvSpPr>
        <p:spPr>
          <a:xfrm>
            <a:off x="757080" y="2071440"/>
            <a:ext cx="10687320" cy="2476800"/>
          </a:xfrm>
          <a:custGeom>
            <a:avLst/>
            <a:gdLst/>
            <a:ahLst/>
            <a:rect l="0" t="0" r="r" b="b"/>
            <a:pathLst>
              <a:path w="29687" h="6880">
                <a:moveTo>
                  <a:pt x="0" y="673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6735"/>
                </a:lnTo>
                <a:cubicBezTo>
                  <a:pt x="29687" y="6744"/>
                  <a:pt x="29686" y="6754"/>
                  <a:pt x="29684" y="6763"/>
                </a:cubicBezTo>
                <a:cubicBezTo>
                  <a:pt x="29683" y="6773"/>
                  <a:pt x="29680" y="6782"/>
                  <a:pt x="29676" y="6791"/>
                </a:cubicBezTo>
                <a:cubicBezTo>
                  <a:pt x="29672" y="6799"/>
                  <a:pt x="29668" y="6808"/>
                  <a:pt x="29663" y="6816"/>
                </a:cubicBezTo>
                <a:cubicBezTo>
                  <a:pt x="29657" y="6824"/>
                  <a:pt x="29651" y="6831"/>
                  <a:pt x="29645" y="6838"/>
                </a:cubicBezTo>
                <a:cubicBezTo>
                  <a:pt x="29638" y="6844"/>
                  <a:pt x="29630" y="6851"/>
                  <a:pt x="29623" y="6856"/>
                </a:cubicBezTo>
                <a:cubicBezTo>
                  <a:pt x="29615" y="6861"/>
                  <a:pt x="29606" y="6866"/>
                  <a:pt x="29597" y="6869"/>
                </a:cubicBezTo>
                <a:cubicBezTo>
                  <a:pt x="29589" y="6873"/>
                  <a:pt x="29579" y="6876"/>
                  <a:pt x="29570" y="6878"/>
                </a:cubicBezTo>
                <a:cubicBezTo>
                  <a:pt x="29561" y="6879"/>
                  <a:pt x="29551" y="6880"/>
                  <a:pt x="29542" y="6880"/>
                </a:cubicBezTo>
                <a:lnTo>
                  <a:pt x="145" y="6880"/>
                </a:lnTo>
                <a:cubicBezTo>
                  <a:pt x="136" y="6880"/>
                  <a:pt x="126" y="6879"/>
                  <a:pt x="117" y="6878"/>
                </a:cubicBezTo>
                <a:cubicBezTo>
                  <a:pt x="108" y="6876"/>
                  <a:pt x="99" y="6873"/>
                  <a:pt x="90" y="6869"/>
                </a:cubicBezTo>
                <a:cubicBezTo>
                  <a:pt x="81" y="6866"/>
                  <a:pt x="73" y="6861"/>
                  <a:pt x="65" y="6856"/>
                </a:cubicBezTo>
                <a:cubicBezTo>
                  <a:pt x="57" y="6851"/>
                  <a:pt x="49" y="6844"/>
                  <a:pt x="43" y="6838"/>
                </a:cubicBezTo>
                <a:cubicBezTo>
                  <a:pt x="36" y="6831"/>
                  <a:pt x="30" y="6824"/>
                  <a:pt x="24" y="6816"/>
                </a:cubicBezTo>
                <a:cubicBezTo>
                  <a:pt x="19" y="6808"/>
                  <a:pt x="15" y="6799"/>
                  <a:pt x="11" y="6791"/>
                </a:cubicBezTo>
                <a:cubicBezTo>
                  <a:pt x="7" y="6782"/>
                  <a:pt x="5" y="6773"/>
                  <a:pt x="3" y="6763"/>
                </a:cubicBezTo>
                <a:cubicBezTo>
                  <a:pt x="1" y="6754"/>
                  <a:pt x="0" y="6744"/>
                  <a:pt x="0" y="6735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2" name=""/>
          <p:cNvSpPr/>
          <p:nvPr/>
        </p:nvSpPr>
        <p:spPr>
          <a:xfrm>
            <a:off x="757080" y="5319360"/>
            <a:ext cx="10687320" cy="2753280"/>
          </a:xfrm>
          <a:custGeom>
            <a:avLst/>
            <a:gdLst/>
            <a:ahLst/>
            <a:rect l="0" t="0" r="r" b="b"/>
            <a:pathLst>
              <a:path w="29687" h="7648">
                <a:moveTo>
                  <a:pt x="0" y="7502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2"/>
                </a:cubicBezTo>
                <a:cubicBezTo>
                  <a:pt x="29606" y="15"/>
                  <a:pt x="29615" y="20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8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7502"/>
                </a:lnTo>
                <a:cubicBezTo>
                  <a:pt x="29687" y="7512"/>
                  <a:pt x="29686" y="7521"/>
                  <a:pt x="29684" y="7531"/>
                </a:cubicBezTo>
                <a:cubicBezTo>
                  <a:pt x="29683" y="7540"/>
                  <a:pt x="29680" y="7549"/>
                  <a:pt x="29676" y="7558"/>
                </a:cubicBezTo>
                <a:cubicBezTo>
                  <a:pt x="29672" y="7567"/>
                  <a:pt x="29668" y="7575"/>
                  <a:pt x="29663" y="7583"/>
                </a:cubicBezTo>
                <a:cubicBezTo>
                  <a:pt x="29657" y="7591"/>
                  <a:pt x="29651" y="7599"/>
                  <a:pt x="29645" y="7605"/>
                </a:cubicBezTo>
                <a:cubicBezTo>
                  <a:pt x="29638" y="7612"/>
                  <a:pt x="29630" y="7618"/>
                  <a:pt x="29623" y="7623"/>
                </a:cubicBezTo>
                <a:cubicBezTo>
                  <a:pt x="29615" y="7629"/>
                  <a:pt x="29606" y="7633"/>
                  <a:pt x="29597" y="7637"/>
                </a:cubicBezTo>
                <a:cubicBezTo>
                  <a:pt x="29589" y="7641"/>
                  <a:pt x="29579" y="7643"/>
                  <a:pt x="29570" y="7645"/>
                </a:cubicBezTo>
                <a:cubicBezTo>
                  <a:pt x="29561" y="7647"/>
                  <a:pt x="29551" y="7648"/>
                  <a:pt x="29542" y="7648"/>
                </a:cubicBezTo>
                <a:lnTo>
                  <a:pt x="145" y="7648"/>
                </a:lnTo>
                <a:cubicBezTo>
                  <a:pt x="136" y="7648"/>
                  <a:pt x="126" y="7647"/>
                  <a:pt x="117" y="7645"/>
                </a:cubicBezTo>
                <a:cubicBezTo>
                  <a:pt x="108" y="7643"/>
                  <a:pt x="99" y="7641"/>
                  <a:pt x="90" y="7637"/>
                </a:cubicBezTo>
                <a:cubicBezTo>
                  <a:pt x="81" y="7633"/>
                  <a:pt x="73" y="7629"/>
                  <a:pt x="65" y="7623"/>
                </a:cubicBezTo>
                <a:cubicBezTo>
                  <a:pt x="57" y="7618"/>
                  <a:pt x="49" y="7612"/>
                  <a:pt x="43" y="7605"/>
                </a:cubicBezTo>
                <a:cubicBezTo>
                  <a:pt x="36" y="7599"/>
                  <a:pt x="30" y="7591"/>
                  <a:pt x="24" y="7583"/>
                </a:cubicBezTo>
                <a:cubicBezTo>
                  <a:pt x="19" y="7575"/>
                  <a:pt x="15" y="7567"/>
                  <a:pt x="11" y="7558"/>
                </a:cubicBezTo>
                <a:cubicBezTo>
                  <a:pt x="7" y="7549"/>
                  <a:pt x="5" y="7540"/>
                  <a:pt x="3" y="7531"/>
                </a:cubicBezTo>
                <a:cubicBezTo>
                  <a:pt x="1" y="7521"/>
                  <a:pt x="0" y="7512"/>
                  <a:pt x="0" y="7502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3" name=""/>
          <p:cNvSpPr/>
          <p:nvPr/>
        </p:nvSpPr>
        <p:spPr>
          <a:xfrm>
            <a:off x="757080" y="5319360"/>
            <a:ext cx="10687320" cy="2753280"/>
          </a:xfrm>
          <a:custGeom>
            <a:avLst/>
            <a:gdLst/>
            <a:ahLst/>
            <a:rect l="0" t="0" r="r" b="b"/>
            <a:pathLst>
              <a:path w="29687" h="7648">
                <a:moveTo>
                  <a:pt x="0" y="7502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2"/>
                </a:cubicBezTo>
                <a:cubicBezTo>
                  <a:pt x="29606" y="15"/>
                  <a:pt x="29615" y="20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8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7502"/>
                </a:lnTo>
                <a:cubicBezTo>
                  <a:pt x="29687" y="7512"/>
                  <a:pt x="29686" y="7521"/>
                  <a:pt x="29684" y="7531"/>
                </a:cubicBezTo>
                <a:cubicBezTo>
                  <a:pt x="29683" y="7540"/>
                  <a:pt x="29680" y="7549"/>
                  <a:pt x="29676" y="7558"/>
                </a:cubicBezTo>
                <a:cubicBezTo>
                  <a:pt x="29672" y="7567"/>
                  <a:pt x="29668" y="7575"/>
                  <a:pt x="29663" y="7583"/>
                </a:cubicBezTo>
                <a:cubicBezTo>
                  <a:pt x="29657" y="7591"/>
                  <a:pt x="29651" y="7599"/>
                  <a:pt x="29645" y="7605"/>
                </a:cubicBezTo>
                <a:cubicBezTo>
                  <a:pt x="29638" y="7612"/>
                  <a:pt x="29630" y="7618"/>
                  <a:pt x="29623" y="7623"/>
                </a:cubicBezTo>
                <a:cubicBezTo>
                  <a:pt x="29615" y="7629"/>
                  <a:pt x="29606" y="7633"/>
                  <a:pt x="29597" y="7637"/>
                </a:cubicBezTo>
                <a:cubicBezTo>
                  <a:pt x="29589" y="7641"/>
                  <a:pt x="29579" y="7643"/>
                  <a:pt x="29570" y="7645"/>
                </a:cubicBezTo>
                <a:cubicBezTo>
                  <a:pt x="29561" y="7647"/>
                  <a:pt x="29551" y="7648"/>
                  <a:pt x="29542" y="7648"/>
                </a:cubicBezTo>
                <a:lnTo>
                  <a:pt x="145" y="7648"/>
                </a:lnTo>
                <a:cubicBezTo>
                  <a:pt x="136" y="7648"/>
                  <a:pt x="126" y="7647"/>
                  <a:pt x="117" y="7645"/>
                </a:cubicBezTo>
                <a:cubicBezTo>
                  <a:pt x="108" y="7643"/>
                  <a:pt x="99" y="7641"/>
                  <a:pt x="90" y="7637"/>
                </a:cubicBezTo>
                <a:cubicBezTo>
                  <a:pt x="81" y="7633"/>
                  <a:pt x="73" y="7629"/>
                  <a:pt x="65" y="7623"/>
                </a:cubicBezTo>
                <a:cubicBezTo>
                  <a:pt x="57" y="7618"/>
                  <a:pt x="49" y="7612"/>
                  <a:pt x="43" y="7605"/>
                </a:cubicBezTo>
                <a:cubicBezTo>
                  <a:pt x="36" y="7599"/>
                  <a:pt x="30" y="7591"/>
                  <a:pt x="24" y="7583"/>
                </a:cubicBezTo>
                <a:cubicBezTo>
                  <a:pt x="19" y="7575"/>
                  <a:pt x="15" y="7567"/>
                  <a:pt x="11" y="7558"/>
                </a:cubicBezTo>
                <a:cubicBezTo>
                  <a:pt x="7" y="7549"/>
                  <a:pt x="5" y="7540"/>
                  <a:pt x="3" y="7531"/>
                </a:cubicBezTo>
                <a:cubicBezTo>
                  <a:pt x="1" y="7521"/>
                  <a:pt x="0" y="7512"/>
                  <a:pt x="0" y="750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4" name=""/>
          <p:cNvSpPr/>
          <p:nvPr/>
        </p:nvSpPr>
        <p:spPr>
          <a:xfrm>
            <a:off x="793440" y="1555560"/>
            <a:ext cx="280080" cy="280080"/>
          </a:xfrm>
          <a:custGeom>
            <a:avLst/>
            <a:gdLst/>
            <a:ahLst/>
            <a:rect l="0" t="0" r="r" b="b"/>
            <a:pathLst>
              <a:path w="778" h="778">
                <a:moveTo>
                  <a:pt x="472" y="388"/>
                </a:moveTo>
                <a:lnTo>
                  <a:pt x="760" y="100"/>
                </a:lnTo>
                <a:cubicBezTo>
                  <a:pt x="783" y="77"/>
                  <a:pt x="783" y="40"/>
                  <a:pt x="760" y="17"/>
                </a:cubicBezTo>
                <a:cubicBezTo>
                  <a:pt x="737" y="-6"/>
                  <a:pt x="700" y="-6"/>
                  <a:pt x="677" y="17"/>
                </a:cubicBezTo>
                <a:lnTo>
                  <a:pt x="388" y="305"/>
                </a:lnTo>
                <a:lnTo>
                  <a:pt x="101" y="17"/>
                </a:lnTo>
                <a:cubicBezTo>
                  <a:pt x="78" y="-6"/>
                  <a:pt x="40" y="-6"/>
                  <a:pt x="18" y="17"/>
                </a:cubicBezTo>
                <a:cubicBezTo>
                  <a:pt x="-5" y="40"/>
                  <a:pt x="-5" y="77"/>
                  <a:pt x="18" y="100"/>
                </a:cubicBezTo>
                <a:lnTo>
                  <a:pt x="305" y="388"/>
                </a:lnTo>
                <a:lnTo>
                  <a:pt x="17" y="677"/>
                </a:lnTo>
                <a:cubicBezTo>
                  <a:pt x="-6" y="700"/>
                  <a:pt x="-6" y="738"/>
                  <a:pt x="17" y="761"/>
                </a:cubicBezTo>
                <a:cubicBezTo>
                  <a:pt x="28" y="772"/>
                  <a:pt x="43" y="778"/>
                  <a:pt x="58" y="778"/>
                </a:cubicBezTo>
                <a:cubicBezTo>
                  <a:pt x="73" y="778"/>
                  <a:pt x="89" y="772"/>
                  <a:pt x="100" y="761"/>
                </a:cubicBezTo>
                <a:lnTo>
                  <a:pt x="388" y="471"/>
                </a:lnTo>
                <a:lnTo>
                  <a:pt x="677" y="760"/>
                </a:lnTo>
                <a:cubicBezTo>
                  <a:pt x="689" y="771"/>
                  <a:pt x="704" y="777"/>
                  <a:pt x="719" y="777"/>
                </a:cubicBezTo>
                <a:cubicBezTo>
                  <a:pt x="734" y="777"/>
                  <a:pt x="749" y="771"/>
                  <a:pt x="760" y="760"/>
                </a:cubicBezTo>
                <a:cubicBezTo>
                  <a:pt x="783" y="737"/>
                  <a:pt x="783" y="699"/>
                  <a:pt x="760" y="676"/>
                </a:cubicBezTo>
                <a:lnTo>
                  <a:pt x="472" y="388"/>
                </a:ln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5" name=""/>
          <p:cNvSpPr txBox="1"/>
          <p:nvPr/>
        </p:nvSpPr>
        <p:spPr>
          <a:xfrm>
            <a:off x="747720" y="770400"/>
            <a:ext cx="547632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  <a:ea typeface="Arial"/>
              </a:rPr>
              <a:t>OPcache — the biggest free win</a:t>
            </a:r>
            <a:endParaRPr b="0" lang="en-US" sz="28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6" name=""/>
          <p:cNvSpPr txBox="1"/>
          <p:nvPr/>
        </p:nvSpPr>
        <p:spPr>
          <a:xfrm>
            <a:off x="1096920" y="1544400"/>
            <a:ext cx="3909960" cy="338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390" spc="-1" strike="noStrike">
                <a:solidFill>
                  <a:srgbClr val="1f2328"/>
                </a:solidFill>
                <a:latin typeface="Arial"/>
                <a:ea typeface="Arial"/>
              </a:rPr>
              <a:t> </a:t>
            </a:r>
            <a:r>
              <a:rPr b="1" lang="en-US" sz="2390" spc="-1" strike="noStrike">
                <a:solidFill>
                  <a:srgbClr val="1f2328"/>
                </a:solidFill>
                <a:latin typeface="Arial"/>
                <a:ea typeface="Arial"/>
              </a:rPr>
              <a:t>Without OPcache (Level 0)</a:t>
            </a:r>
            <a:endParaRPr b="0" lang="en-US" sz="2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7" name=""/>
          <p:cNvSpPr txBox="1"/>
          <p:nvPr/>
        </p:nvSpPr>
        <p:spPr>
          <a:xfrm>
            <a:off x="914400" y="2233440"/>
            <a:ext cx="29574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Every single request: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8" name=""/>
          <p:cNvSpPr txBox="1"/>
          <p:nvPr/>
        </p:nvSpPr>
        <p:spPr>
          <a:xfrm>
            <a:off x="914400" y="2499840"/>
            <a:ext cx="36597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disk read  → parse → lex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9" name=""/>
          <p:cNvSpPr txBox="1"/>
          <p:nvPr/>
        </p:nvSpPr>
        <p:spPr>
          <a:xfrm>
            <a:off x="914400" y="2776320"/>
            <a:ext cx="38016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  →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AST → compile → opcodes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0" name=""/>
          <p:cNvSpPr txBox="1"/>
          <p:nvPr/>
        </p:nvSpPr>
        <p:spPr>
          <a:xfrm>
            <a:off x="914400" y="3043080"/>
            <a:ext cx="30974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  →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execute → response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1" name=""/>
          <p:cNvSpPr txBox="1"/>
          <p:nvPr/>
        </p:nvSpPr>
        <p:spPr>
          <a:xfrm>
            <a:off x="914400" y="3585960"/>
            <a:ext cx="36612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Repeat for 300+ PHP files.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2" name=""/>
          <p:cNvSpPr txBox="1"/>
          <p:nvPr/>
        </p:nvSpPr>
        <p:spPr>
          <a:xfrm>
            <a:off x="914400" y="3852720"/>
            <a:ext cx="29574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wp-settings.php alone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3" name=""/>
          <p:cNvSpPr/>
          <p:nvPr/>
        </p:nvSpPr>
        <p:spPr>
          <a:xfrm>
            <a:off x="780840" y="4790880"/>
            <a:ext cx="305280" cy="305280"/>
          </a:xfrm>
          <a:custGeom>
            <a:avLst/>
            <a:gdLst/>
            <a:ahLst/>
            <a:rect l="0" t="0" r="r" b="b"/>
            <a:pathLst>
              <a:path w="848" h="848">
                <a:moveTo>
                  <a:pt x="848" y="754"/>
                </a:moveTo>
                <a:cubicBezTo>
                  <a:pt x="848" y="806"/>
                  <a:pt x="806" y="848"/>
                  <a:pt x="753" y="848"/>
                </a:cubicBezTo>
                <a:lnTo>
                  <a:pt x="94" y="848"/>
                </a:lnTo>
                <a:cubicBezTo>
                  <a:pt x="42" y="848"/>
                  <a:pt x="0" y="806"/>
                  <a:pt x="0" y="754"/>
                </a:cubicBezTo>
                <a:lnTo>
                  <a:pt x="0" y="94"/>
                </a:lnTo>
                <a:cubicBezTo>
                  <a:pt x="0" y="42"/>
                  <a:pt x="42" y="0"/>
                  <a:pt x="94" y="0"/>
                </a:cubicBezTo>
                <a:lnTo>
                  <a:pt x="753" y="0"/>
                </a:lnTo>
                <a:cubicBezTo>
                  <a:pt x="806" y="0"/>
                  <a:pt x="848" y="42"/>
                  <a:pt x="848" y="94"/>
                </a:cubicBezTo>
                <a:lnTo>
                  <a:pt x="848" y="754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74" name=""/>
          <p:cNvSpPr/>
          <p:nvPr/>
        </p:nvSpPr>
        <p:spPr>
          <a:xfrm>
            <a:off x="829080" y="4841280"/>
            <a:ext cx="209520" cy="205920"/>
          </a:xfrm>
          <a:custGeom>
            <a:avLst/>
            <a:gdLst/>
            <a:ahLst/>
            <a:rect l="0" t="0" r="r" b="b"/>
            <a:pathLst>
              <a:path w="582" h="572">
                <a:moveTo>
                  <a:pt x="556" y="10"/>
                </a:moveTo>
                <a:cubicBezTo>
                  <a:pt x="529" y="-8"/>
                  <a:pt x="492" y="0"/>
                  <a:pt x="474" y="27"/>
                </a:cubicBezTo>
                <a:lnTo>
                  <a:pt x="217" y="422"/>
                </a:lnTo>
                <a:lnTo>
                  <a:pt x="99" y="312"/>
                </a:lnTo>
                <a:cubicBezTo>
                  <a:pt x="75" y="290"/>
                  <a:pt x="38" y="292"/>
                  <a:pt x="16" y="315"/>
                </a:cubicBezTo>
                <a:cubicBezTo>
                  <a:pt x="-6" y="339"/>
                  <a:pt x="-5" y="377"/>
                  <a:pt x="19" y="399"/>
                </a:cubicBezTo>
                <a:lnTo>
                  <a:pt x="189" y="556"/>
                </a:lnTo>
                <a:cubicBezTo>
                  <a:pt x="200" y="567"/>
                  <a:pt x="214" y="572"/>
                  <a:pt x="229" y="572"/>
                </a:cubicBezTo>
                <a:cubicBezTo>
                  <a:pt x="245" y="572"/>
                  <a:pt x="265" y="565"/>
                  <a:pt x="278" y="545"/>
                </a:cubicBezTo>
                <a:cubicBezTo>
                  <a:pt x="286" y="533"/>
                  <a:pt x="573" y="91"/>
                  <a:pt x="573" y="91"/>
                </a:cubicBezTo>
                <a:cubicBezTo>
                  <a:pt x="591" y="64"/>
                  <a:pt x="583" y="27"/>
                  <a:pt x="556" y="1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5" name=""/>
          <p:cNvSpPr txBox="1"/>
          <p:nvPr/>
        </p:nvSpPr>
        <p:spPr>
          <a:xfrm>
            <a:off x="914400" y="4119120"/>
            <a:ext cx="28170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includes 100+ files.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6" name=""/>
          <p:cNvSpPr txBox="1"/>
          <p:nvPr/>
        </p:nvSpPr>
        <p:spPr>
          <a:xfrm>
            <a:off x="1096920" y="4792320"/>
            <a:ext cx="3614040" cy="338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390" spc="-1" strike="noStrike">
                <a:solidFill>
                  <a:srgbClr val="1f2328"/>
                </a:solidFill>
                <a:latin typeface="Arial"/>
                <a:ea typeface="Arial"/>
              </a:rPr>
              <a:t> </a:t>
            </a:r>
            <a:r>
              <a:rPr b="1" lang="en-US" sz="2390" spc="-1" strike="noStrike">
                <a:solidFill>
                  <a:srgbClr val="1f2328"/>
                </a:solidFill>
                <a:latin typeface="Arial"/>
                <a:ea typeface="Arial"/>
              </a:rPr>
              <a:t>With OPcache (Level 1+)</a:t>
            </a:r>
            <a:endParaRPr b="0" lang="en-US" sz="2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7" name=""/>
          <p:cNvSpPr txBox="1"/>
          <p:nvPr/>
        </p:nvSpPr>
        <p:spPr>
          <a:xfrm>
            <a:off x="914400" y="5481360"/>
            <a:ext cx="26755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First request only: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8" name=""/>
          <p:cNvSpPr txBox="1"/>
          <p:nvPr/>
        </p:nvSpPr>
        <p:spPr>
          <a:xfrm>
            <a:off x="914400" y="5748120"/>
            <a:ext cx="43653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compile → store in shared RAM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9" name=""/>
          <p:cNvSpPr txBox="1"/>
          <p:nvPr/>
        </p:nvSpPr>
        <p:spPr>
          <a:xfrm>
            <a:off x="914400" y="6291000"/>
            <a:ext cx="28170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Every request after: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0" name=""/>
          <p:cNvSpPr txBox="1"/>
          <p:nvPr/>
        </p:nvSpPr>
        <p:spPr>
          <a:xfrm>
            <a:off x="914400" y="6557760"/>
            <a:ext cx="32378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read opcodes from RAM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4" name=""/>
          <p:cNvSpPr/>
          <p:nvPr/>
        </p:nvSpPr>
        <p:spPr>
          <a:xfrm>
            <a:off x="780840" y="2946240"/>
            <a:ext cx="362160" cy="261720"/>
          </a:xfrm>
          <a:custGeom>
            <a:avLst/>
            <a:gdLst/>
            <a:ahLst/>
            <a:rect l="0" t="0" r="r" b="b"/>
            <a:pathLst>
              <a:path w="1006" h="727">
                <a:moveTo>
                  <a:pt x="0" y="112"/>
                </a:moveTo>
                <a:cubicBezTo>
                  <a:pt x="0" y="112"/>
                  <a:pt x="0" y="0"/>
                  <a:pt x="112" y="0"/>
                </a:cubicBezTo>
                <a:lnTo>
                  <a:pt x="895" y="0"/>
                </a:lnTo>
                <a:cubicBezTo>
                  <a:pt x="895" y="0"/>
                  <a:pt x="1006" y="0"/>
                  <a:pt x="1006" y="112"/>
                </a:cubicBezTo>
                <a:lnTo>
                  <a:pt x="1006" y="615"/>
                </a:lnTo>
                <a:cubicBezTo>
                  <a:pt x="1006" y="615"/>
                  <a:pt x="1006" y="727"/>
                  <a:pt x="895" y="727"/>
                </a:cubicBezTo>
                <a:lnTo>
                  <a:pt x="112" y="727"/>
                </a:lnTo>
                <a:cubicBezTo>
                  <a:pt x="112" y="727"/>
                  <a:pt x="0" y="727"/>
                  <a:pt x="0" y="615"/>
                </a:cubicBezTo>
                <a:lnTo>
                  <a:pt x="0" y="112"/>
                </a:lnTo>
                <a:close/>
              </a:path>
            </a:pathLst>
          </a:custGeom>
          <a:solidFill>
            <a:srgbClr val="31373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5" name=""/>
          <p:cNvSpPr/>
          <p:nvPr/>
        </p:nvSpPr>
        <p:spPr>
          <a:xfrm>
            <a:off x="891360" y="2976480"/>
            <a:ext cx="201600" cy="201240"/>
          </a:xfrm>
          <a:custGeom>
            <a:avLst/>
            <a:gdLst/>
            <a:ahLst/>
            <a:rect l="0" t="0" r="r" b="b"/>
            <a:pathLst>
              <a:path w="560" h="559">
                <a:moveTo>
                  <a:pt x="560" y="279"/>
                </a:moveTo>
                <a:cubicBezTo>
                  <a:pt x="560" y="297"/>
                  <a:pt x="558" y="316"/>
                  <a:pt x="554" y="333"/>
                </a:cubicBezTo>
                <a:cubicBezTo>
                  <a:pt x="551" y="351"/>
                  <a:pt x="546" y="369"/>
                  <a:pt x="539" y="387"/>
                </a:cubicBezTo>
                <a:cubicBezTo>
                  <a:pt x="532" y="404"/>
                  <a:pt x="523" y="420"/>
                  <a:pt x="513" y="435"/>
                </a:cubicBezTo>
                <a:cubicBezTo>
                  <a:pt x="503" y="450"/>
                  <a:pt x="491" y="465"/>
                  <a:pt x="478" y="477"/>
                </a:cubicBezTo>
                <a:cubicBezTo>
                  <a:pt x="465" y="490"/>
                  <a:pt x="451" y="502"/>
                  <a:pt x="436" y="512"/>
                </a:cubicBezTo>
                <a:cubicBezTo>
                  <a:pt x="420" y="522"/>
                  <a:pt x="404" y="531"/>
                  <a:pt x="387" y="538"/>
                </a:cubicBezTo>
                <a:cubicBezTo>
                  <a:pt x="371" y="545"/>
                  <a:pt x="353" y="550"/>
                  <a:pt x="335" y="554"/>
                </a:cubicBezTo>
                <a:cubicBezTo>
                  <a:pt x="317" y="558"/>
                  <a:pt x="299" y="559"/>
                  <a:pt x="281" y="559"/>
                </a:cubicBezTo>
                <a:cubicBezTo>
                  <a:pt x="262" y="559"/>
                  <a:pt x="244" y="558"/>
                  <a:pt x="226" y="554"/>
                </a:cubicBezTo>
                <a:cubicBezTo>
                  <a:pt x="208" y="550"/>
                  <a:pt x="191" y="545"/>
                  <a:pt x="174" y="538"/>
                </a:cubicBezTo>
                <a:cubicBezTo>
                  <a:pt x="157" y="531"/>
                  <a:pt x="141" y="522"/>
                  <a:pt x="125" y="512"/>
                </a:cubicBezTo>
                <a:cubicBezTo>
                  <a:pt x="110" y="502"/>
                  <a:pt x="96" y="490"/>
                  <a:pt x="83" y="477"/>
                </a:cubicBezTo>
                <a:cubicBezTo>
                  <a:pt x="70" y="465"/>
                  <a:pt x="59" y="450"/>
                  <a:pt x="48" y="435"/>
                </a:cubicBezTo>
                <a:cubicBezTo>
                  <a:pt x="38" y="420"/>
                  <a:pt x="29" y="404"/>
                  <a:pt x="22" y="387"/>
                </a:cubicBezTo>
                <a:cubicBezTo>
                  <a:pt x="15" y="369"/>
                  <a:pt x="9" y="351"/>
                  <a:pt x="6" y="333"/>
                </a:cubicBezTo>
                <a:cubicBezTo>
                  <a:pt x="2" y="316"/>
                  <a:pt x="0" y="297"/>
                  <a:pt x="0" y="279"/>
                </a:cubicBezTo>
                <a:cubicBezTo>
                  <a:pt x="0" y="261"/>
                  <a:pt x="2" y="243"/>
                  <a:pt x="6" y="225"/>
                </a:cubicBezTo>
                <a:cubicBezTo>
                  <a:pt x="9" y="207"/>
                  <a:pt x="15" y="189"/>
                  <a:pt x="22" y="172"/>
                </a:cubicBezTo>
                <a:cubicBezTo>
                  <a:pt x="29" y="155"/>
                  <a:pt x="38" y="139"/>
                  <a:pt x="48" y="124"/>
                </a:cubicBezTo>
                <a:cubicBezTo>
                  <a:pt x="59" y="109"/>
                  <a:pt x="70" y="94"/>
                  <a:pt x="83" y="82"/>
                </a:cubicBezTo>
                <a:cubicBezTo>
                  <a:pt x="96" y="69"/>
                  <a:pt x="110" y="57"/>
                  <a:pt x="125" y="47"/>
                </a:cubicBezTo>
                <a:cubicBezTo>
                  <a:pt x="141" y="37"/>
                  <a:pt x="157" y="28"/>
                  <a:pt x="174" y="21"/>
                </a:cubicBezTo>
                <a:cubicBezTo>
                  <a:pt x="191" y="14"/>
                  <a:pt x="208" y="9"/>
                  <a:pt x="226" y="5"/>
                </a:cubicBezTo>
                <a:cubicBezTo>
                  <a:pt x="244" y="2"/>
                  <a:pt x="262" y="0"/>
                  <a:pt x="281" y="0"/>
                </a:cubicBezTo>
                <a:cubicBezTo>
                  <a:pt x="299" y="0"/>
                  <a:pt x="317" y="2"/>
                  <a:pt x="335" y="5"/>
                </a:cubicBezTo>
                <a:cubicBezTo>
                  <a:pt x="353" y="9"/>
                  <a:pt x="371" y="14"/>
                  <a:pt x="387" y="21"/>
                </a:cubicBezTo>
                <a:cubicBezTo>
                  <a:pt x="404" y="28"/>
                  <a:pt x="420" y="37"/>
                  <a:pt x="436" y="47"/>
                </a:cubicBezTo>
                <a:cubicBezTo>
                  <a:pt x="451" y="57"/>
                  <a:pt x="465" y="69"/>
                  <a:pt x="478" y="82"/>
                </a:cubicBezTo>
                <a:cubicBezTo>
                  <a:pt x="491" y="94"/>
                  <a:pt x="503" y="109"/>
                  <a:pt x="513" y="124"/>
                </a:cubicBezTo>
                <a:cubicBezTo>
                  <a:pt x="523" y="139"/>
                  <a:pt x="532" y="155"/>
                  <a:pt x="539" y="172"/>
                </a:cubicBezTo>
                <a:cubicBezTo>
                  <a:pt x="546" y="189"/>
                  <a:pt x="551" y="207"/>
                  <a:pt x="554" y="225"/>
                </a:cubicBezTo>
                <a:cubicBezTo>
                  <a:pt x="558" y="243"/>
                  <a:pt x="560" y="261"/>
                  <a:pt x="560" y="279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6" name=""/>
          <p:cNvSpPr/>
          <p:nvPr/>
        </p:nvSpPr>
        <p:spPr>
          <a:xfrm>
            <a:off x="911520" y="2996640"/>
            <a:ext cx="161280" cy="160920"/>
          </a:xfrm>
          <a:custGeom>
            <a:avLst/>
            <a:gdLst/>
            <a:ahLst/>
            <a:rect l="0" t="0" r="r" b="b"/>
            <a:pathLst>
              <a:path w="448" h="447">
                <a:moveTo>
                  <a:pt x="448" y="223"/>
                </a:moveTo>
                <a:cubicBezTo>
                  <a:pt x="448" y="238"/>
                  <a:pt x="447" y="252"/>
                  <a:pt x="444" y="267"/>
                </a:cubicBezTo>
                <a:cubicBezTo>
                  <a:pt x="441" y="281"/>
                  <a:pt x="437" y="295"/>
                  <a:pt x="431" y="309"/>
                </a:cubicBezTo>
                <a:cubicBezTo>
                  <a:pt x="425" y="322"/>
                  <a:pt x="418" y="335"/>
                  <a:pt x="410" y="347"/>
                </a:cubicBezTo>
                <a:cubicBezTo>
                  <a:pt x="402" y="359"/>
                  <a:pt x="393" y="371"/>
                  <a:pt x="383" y="382"/>
                </a:cubicBezTo>
                <a:cubicBezTo>
                  <a:pt x="372" y="392"/>
                  <a:pt x="360" y="402"/>
                  <a:pt x="348" y="410"/>
                </a:cubicBezTo>
                <a:cubicBezTo>
                  <a:pt x="336" y="418"/>
                  <a:pt x="323" y="425"/>
                  <a:pt x="309" y="430"/>
                </a:cubicBezTo>
                <a:cubicBezTo>
                  <a:pt x="296" y="436"/>
                  <a:pt x="282" y="440"/>
                  <a:pt x="267" y="443"/>
                </a:cubicBezTo>
                <a:cubicBezTo>
                  <a:pt x="253" y="446"/>
                  <a:pt x="238" y="447"/>
                  <a:pt x="224" y="447"/>
                </a:cubicBezTo>
                <a:cubicBezTo>
                  <a:pt x="209" y="447"/>
                  <a:pt x="194" y="446"/>
                  <a:pt x="180" y="443"/>
                </a:cubicBezTo>
                <a:cubicBezTo>
                  <a:pt x="166" y="440"/>
                  <a:pt x="152" y="436"/>
                  <a:pt x="138" y="430"/>
                </a:cubicBezTo>
                <a:cubicBezTo>
                  <a:pt x="125" y="425"/>
                  <a:pt x="112" y="418"/>
                  <a:pt x="99" y="410"/>
                </a:cubicBezTo>
                <a:cubicBezTo>
                  <a:pt x="87" y="402"/>
                  <a:pt x="76" y="392"/>
                  <a:pt x="66" y="382"/>
                </a:cubicBezTo>
                <a:cubicBezTo>
                  <a:pt x="55" y="371"/>
                  <a:pt x="46" y="359"/>
                  <a:pt x="38" y="347"/>
                </a:cubicBezTo>
                <a:cubicBezTo>
                  <a:pt x="30" y="335"/>
                  <a:pt x="23" y="322"/>
                  <a:pt x="17" y="309"/>
                </a:cubicBezTo>
                <a:cubicBezTo>
                  <a:pt x="12" y="295"/>
                  <a:pt x="7" y="281"/>
                  <a:pt x="4" y="267"/>
                </a:cubicBezTo>
                <a:cubicBezTo>
                  <a:pt x="2" y="252"/>
                  <a:pt x="0" y="238"/>
                  <a:pt x="0" y="223"/>
                </a:cubicBezTo>
                <a:cubicBezTo>
                  <a:pt x="0" y="208"/>
                  <a:pt x="2" y="194"/>
                  <a:pt x="4" y="179"/>
                </a:cubicBezTo>
                <a:cubicBezTo>
                  <a:pt x="7" y="165"/>
                  <a:pt x="12" y="151"/>
                  <a:pt x="17" y="138"/>
                </a:cubicBezTo>
                <a:cubicBezTo>
                  <a:pt x="23" y="124"/>
                  <a:pt x="30" y="111"/>
                  <a:pt x="38" y="99"/>
                </a:cubicBezTo>
                <a:cubicBezTo>
                  <a:pt x="46" y="87"/>
                  <a:pt x="55" y="75"/>
                  <a:pt x="66" y="65"/>
                </a:cubicBezTo>
                <a:cubicBezTo>
                  <a:pt x="76" y="55"/>
                  <a:pt x="87" y="45"/>
                  <a:pt x="99" y="37"/>
                </a:cubicBezTo>
                <a:cubicBezTo>
                  <a:pt x="112" y="29"/>
                  <a:pt x="125" y="22"/>
                  <a:pt x="138" y="17"/>
                </a:cubicBezTo>
                <a:cubicBezTo>
                  <a:pt x="152" y="11"/>
                  <a:pt x="166" y="7"/>
                  <a:pt x="180" y="4"/>
                </a:cubicBezTo>
                <a:cubicBezTo>
                  <a:pt x="194" y="1"/>
                  <a:pt x="209" y="0"/>
                  <a:pt x="224" y="0"/>
                </a:cubicBezTo>
                <a:cubicBezTo>
                  <a:pt x="238" y="0"/>
                  <a:pt x="253" y="1"/>
                  <a:pt x="267" y="4"/>
                </a:cubicBezTo>
                <a:cubicBezTo>
                  <a:pt x="282" y="7"/>
                  <a:pt x="296" y="11"/>
                  <a:pt x="309" y="17"/>
                </a:cubicBezTo>
                <a:cubicBezTo>
                  <a:pt x="323" y="22"/>
                  <a:pt x="336" y="29"/>
                  <a:pt x="348" y="37"/>
                </a:cubicBezTo>
                <a:cubicBezTo>
                  <a:pt x="360" y="45"/>
                  <a:pt x="372" y="55"/>
                  <a:pt x="383" y="65"/>
                </a:cubicBezTo>
                <a:cubicBezTo>
                  <a:pt x="393" y="75"/>
                  <a:pt x="402" y="87"/>
                  <a:pt x="410" y="99"/>
                </a:cubicBezTo>
                <a:cubicBezTo>
                  <a:pt x="418" y="111"/>
                  <a:pt x="425" y="124"/>
                  <a:pt x="431" y="138"/>
                </a:cubicBezTo>
                <a:cubicBezTo>
                  <a:pt x="437" y="151"/>
                  <a:pt x="441" y="165"/>
                  <a:pt x="444" y="179"/>
                </a:cubicBezTo>
                <a:cubicBezTo>
                  <a:pt x="447" y="194"/>
                  <a:pt x="448" y="208"/>
                  <a:pt x="448" y="223"/>
                </a:cubicBezTo>
                <a:close/>
              </a:path>
            </a:pathLst>
          </a:custGeom>
          <a:solidFill>
            <a:srgbClr val="31373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7" name=""/>
          <p:cNvSpPr/>
          <p:nvPr/>
        </p:nvSpPr>
        <p:spPr>
          <a:xfrm>
            <a:off x="941760" y="3026520"/>
            <a:ext cx="100800" cy="101160"/>
          </a:xfrm>
          <a:custGeom>
            <a:avLst/>
            <a:gdLst/>
            <a:ahLst/>
            <a:rect l="0" t="0" r="r" b="b"/>
            <a:pathLst>
              <a:path w="280" h="281">
                <a:moveTo>
                  <a:pt x="280" y="141"/>
                </a:moveTo>
                <a:cubicBezTo>
                  <a:pt x="280" y="150"/>
                  <a:pt x="279" y="159"/>
                  <a:pt x="278" y="168"/>
                </a:cubicBezTo>
                <a:cubicBezTo>
                  <a:pt x="276" y="177"/>
                  <a:pt x="273" y="186"/>
                  <a:pt x="270" y="194"/>
                </a:cubicBezTo>
                <a:cubicBezTo>
                  <a:pt x="266" y="203"/>
                  <a:pt x="262" y="211"/>
                  <a:pt x="257" y="219"/>
                </a:cubicBezTo>
                <a:cubicBezTo>
                  <a:pt x="252" y="226"/>
                  <a:pt x="246" y="233"/>
                  <a:pt x="239" y="240"/>
                </a:cubicBezTo>
                <a:cubicBezTo>
                  <a:pt x="233" y="246"/>
                  <a:pt x="226" y="252"/>
                  <a:pt x="218" y="257"/>
                </a:cubicBezTo>
                <a:cubicBezTo>
                  <a:pt x="211" y="262"/>
                  <a:pt x="202" y="267"/>
                  <a:pt x="194" y="270"/>
                </a:cubicBezTo>
                <a:cubicBezTo>
                  <a:pt x="186" y="274"/>
                  <a:pt x="177" y="276"/>
                  <a:pt x="168" y="278"/>
                </a:cubicBezTo>
                <a:cubicBezTo>
                  <a:pt x="159" y="280"/>
                  <a:pt x="150" y="281"/>
                  <a:pt x="141" y="281"/>
                </a:cubicBezTo>
                <a:cubicBezTo>
                  <a:pt x="131" y="281"/>
                  <a:pt x="122" y="280"/>
                  <a:pt x="113" y="278"/>
                </a:cubicBezTo>
                <a:cubicBezTo>
                  <a:pt x="104" y="276"/>
                  <a:pt x="96" y="274"/>
                  <a:pt x="87" y="270"/>
                </a:cubicBezTo>
                <a:cubicBezTo>
                  <a:pt x="79" y="267"/>
                  <a:pt x="71" y="262"/>
                  <a:pt x="63" y="257"/>
                </a:cubicBezTo>
                <a:cubicBezTo>
                  <a:pt x="55" y="252"/>
                  <a:pt x="48" y="246"/>
                  <a:pt x="42" y="240"/>
                </a:cubicBezTo>
                <a:cubicBezTo>
                  <a:pt x="34" y="233"/>
                  <a:pt x="29" y="226"/>
                  <a:pt x="23" y="219"/>
                </a:cubicBezTo>
                <a:cubicBezTo>
                  <a:pt x="18" y="211"/>
                  <a:pt x="14" y="203"/>
                  <a:pt x="11" y="194"/>
                </a:cubicBezTo>
                <a:cubicBezTo>
                  <a:pt x="7" y="186"/>
                  <a:pt x="4" y="177"/>
                  <a:pt x="3" y="168"/>
                </a:cubicBezTo>
                <a:cubicBezTo>
                  <a:pt x="1" y="159"/>
                  <a:pt x="0" y="150"/>
                  <a:pt x="0" y="141"/>
                </a:cubicBezTo>
                <a:cubicBezTo>
                  <a:pt x="0" y="132"/>
                  <a:pt x="1" y="123"/>
                  <a:pt x="3" y="114"/>
                </a:cubicBezTo>
                <a:cubicBezTo>
                  <a:pt x="4" y="105"/>
                  <a:pt x="7" y="95"/>
                  <a:pt x="11" y="87"/>
                </a:cubicBezTo>
                <a:cubicBezTo>
                  <a:pt x="14" y="78"/>
                  <a:pt x="18" y="70"/>
                  <a:pt x="23" y="62"/>
                </a:cubicBezTo>
                <a:cubicBezTo>
                  <a:pt x="29" y="55"/>
                  <a:pt x="34" y="48"/>
                  <a:pt x="42" y="41"/>
                </a:cubicBezTo>
                <a:cubicBezTo>
                  <a:pt x="48" y="35"/>
                  <a:pt x="55" y="29"/>
                  <a:pt x="63" y="24"/>
                </a:cubicBezTo>
                <a:cubicBezTo>
                  <a:pt x="71" y="19"/>
                  <a:pt x="79" y="15"/>
                  <a:pt x="87" y="11"/>
                </a:cubicBezTo>
                <a:cubicBezTo>
                  <a:pt x="96" y="7"/>
                  <a:pt x="104" y="5"/>
                  <a:pt x="113" y="3"/>
                </a:cubicBezTo>
                <a:cubicBezTo>
                  <a:pt x="122" y="1"/>
                  <a:pt x="131" y="0"/>
                  <a:pt x="141" y="0"/>
                </a:cubicBezTo>
                <a:cubicBezTo>
                  <a:pt x="150" y="0"/>
                  <a:pt x="159" y="1"/>
                  <a:pt x="168" y="3"/>
                </a:cubicBezTo>
                <a:cubicBezTo>
                  <a:pt x="177" y="5"/>
                  <a:pt x="186" y="7"/>
                  <a:pt x="194" y="11"/>
                </a:cubicBezTo>
                <a:cubicBezTo>
                  <a:pt x="202" y="15"/>
                  <a:pt x="211" y="19"/>
                  <a:pt x="218" y="24"/>
                </a:cubicBezTo>
                <a:cubicBezTo>
                  <a:pt x="226" y="29"/>
                  <a:pt x="233" y="35"/>
                  <a:pt x="239" y="41"/>
                </a:cubicBezTo>
                <a:cubicBezTo>
                  <a:pt x="246" y="48"/>
                  <a:pt x="252" y="55"/>
                  <a:pt x="257" y="62"/>
                </a:cubicBezTo>
                <a:cubicBezTo>
                  <a:pt x="262" y="70"/>
                  <a:pt x="266" y="78"/>
                  <a:pt x="270" y="87"/>
                </a:cubicBezTo>
                <a:cubicBezTo>
                  <a:pt x="273" y="95"/>
                  <a:pt x="276" y="105"/>
                  <a:pt x="278" y="114"/>
                </a:cubicBezTo>
                <a:cubicBezTo>
                  <a:pt x="279" y="123"/>
                  <a:pt x="280" y="132"/>
                  <a:pt x="280" y="141"/>
                </a:cubicBezTo>
                <a:close/>
              </a:path>
            </a:pathLst>
          </a:custGeom>
          <a:solidFill>
            <a:srgbClr val="3b88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8" name=""/>
          <p:cNvSpPr/>
          <p:nvPr/>
        </p:nvSpPr>
        <p:spPr>
          <a:xfrm>
            <a:off x="1092600" y="2966400"/>
            <a:ext cx="30600" cy="30600"/>
          </a:xfrm>
          <a:custGeom>
            <a:avLst/>
            <a:gdLst/>
            <a:ahLst/>
            <a:rect l="0" t="0" r="r" b="b"/>
            <a:pathLst>
              <a:path w="85" h="85">
                <a:moveTo>
                  <a:pt x="85" y="43"/>
                </a:moveTo>
                <a:cubicBezTo>
                  <a:pt x="85" y="48"/>
                  <a:pt x="84" y="54"/>
                  <a:pt x="81" y="59"/>
                </a:cubicBezTo>
                <a:cubicBezTo>
                  <a:pt x="79" y="64"/>
                  <a:pt x="75" y="68"/>
                  <a:pt x="71" y="72"/>
                </a:cubicBezTo>
                <a:cubicBezTo>
                  <a:pt x="67" y="76"/>
                  <a:pt x="63" y="79"/>
                  <a:pt x="58" y="81"/>
                </a:cubicBezTo>
                <a:cubicBezTo>
                  <a:pt x="53" y="84"/>
                  <a:pt x="47" y="85"/>
                  <a:pt x="42" y="85"/>
                </a:cubicBezTo>
                <a:cubicBezTo>
                  <a:pt x="36" y="85"/>
                  <a:pt x="31" y="84"/>
                  <a:pt x="26" y="81"/>
                </a:cubicBezTo>
                <a:cubicBezTo>
                  <a:pt x="21" y="79"/>
                  <a:pt x="16" y="76"/>
                  <a:pt x="12" y="72"/>
                </a:cubicBezTo>
                <a:cubicBezTo>
                  <a:pt x="8" y="68"/>
                  <a:pt x="5" y="64"/>
                  <a:pt x="3" y="59"/>
                </a:cubicBezTo>
                <a:cubicBezTo>
                  <a:pt x="1" y="54"/>
                  <a:pt x="0" y="48"/>
                  <a:pt x="0" y="43"/>
                </a:cubicBezTo>
                <a:cubicBezTo>
                  <a:pt x="0" y="37"/>
                  <a:pt x="1" y="32"/>
                  <a:pt x="3" y="27"/>
                </a:cubicBezTo>
                <a:cubicBezTo>
                  <a:pt x="5" y="22"/>
                  <a:pt x="8" y="16"/>
                  <a:pt x="12" y="12"/>
                </a:cubicBezTo>
                <a:cubicBezTo>
                  <a:pt x="16" y="8"/>
                  <a:pt x="21" y="5"/>
                  <a:pt x="26" y="3"/>
                </a:cubicBezTo>
                <a:cubicBezTo>
                  <a:pt x="31" y="1"/>
                  <a:pt x="36" y="0"/>
                  <a:pt x="42" y="0"/>
                </a:cubicBezTo>
                <a:cubicBezTo>
                  <a:pt x="47" y="0"/>
                  <a:pt x="53" y="1"/>
                  <a:pt x="58" y="3"/>
                </a:cubicBezTo>
                <a:cubicBezTo>
                  <a:pt x="63" y="5"/>
                  <a:pt x="67" y="8"/>
                  <a:pt x="71" y="12"/>
                </a:cubicBezTo>
                <a:cubicBezTo>
                  <a:pt x="75" y="16"/>
                  <a:pt x="79" y="22"/>
                  <a:pt x="81" y="27"/>
                </a:cubicBezTo>
                <a:cubicBezTo>
                  <a:pt x="84" y="32"/>
                  <a:pt x="85" y="37"/>
                  <a:pt x="85" y="4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9" name=""/>
          <p:cNvSpPr/>
          <p:nvPr/>
        </p:nvSpPr>
        <p:spPr>
          <a:xfrm>
            <a:off x="780840" y="2885760"/>
            <a:ext cx="211680" cy="221760"/>
          </a:xfrm>
          <a:custGeom>
            <a:avLst/>
            <a:gdLst/>
            <a:ahLst/>
            <a:rect l="0" t="0" r="r" b="b"/>
            <a:pathLst>
              <a:path w="588" h="616">
                <a:moveTo>
                  <a:pt x="447" y="252"/>
                </a:moveTo>
                <a:lnTo>
                  <a:pt x="532" y="84"/>
                </a:lnTo>
                <a:lnTo>
                  <a:pt x="363" y="140"/>
                </a:lnTo>
                <a:lnTo>
                  <a:pt x="251" y="0"/>
                </a:lnTo>
                <a:lnTo>
                  <a:pt x="196" y="140"/>
                </a:lnTo>
                <a:lnTo>
                  <a:pt x="28" y="112"/>
                </a:lnTo>
                <a:lnTo>
                  <a:pt x="140" y="281"/>
                </a:lnTo>
                <a:lnTo>
                  <a:pt x="0" y="392"/>
                </a:lnTo>
                <a:lnTo>
                  <a:pt x="168" y="392"/>
                </a:lnTo>
                <a:lnTo>
                  <a:pt x="112" y="560"/>
                </a:lnTo>
                <a:lnTo>
                  <a:pt x="279" y="476"/>
                </a:lnTo>
                <a:lnTo>
                  <a:pt x="447" y="616"/>
                </a:lnTo>
                <a:lnTo>
                  <a:pt x="419" y="392"/>
                </a:lnTo>
                <a:lnTo>
                  <a:pt x="588" y="364"/>
                </a:lnTo>
                <a:lnTo>
                  <a:pt x="447" y="252"/>
                </a:ln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0" name=""/>
          <p:cNvSpPr/>
          <p:nvPr/>
        </p:nvSpPr>
        <p:spPr>
          <a:xfrm>
            <a:off x="831240" y="2926080"/>
            <a:ext cx="110880" cy="131040"/>
          </a:xfrm>
          <a:custGeom>
            <a:avLst/>
            <a:gdLst/>
            <a:ahLst/>
            <a:rect l="0" t="0" r="r" b="b"/>
            <a:pathLst>
              <a:path w="308" h="364">
                <a:moveTo>
                  <a:pt x="139" y="280"/>
                </a:moveTo>
                <a:lnTo>
                  <a:pt x="56" y="336"/>
                </a:lnTo>
                <a:lnTo>
                  <a:pt x="84" y="252"/>
                </a:lnTo>
                <a:lnTo>
                  <a:pt x="0" y="225"/>
                </a:lnTo>
                <a:lnTo>
                  <a:pt x="84" y="169"/>
                </a:lnTo>
                <a:lnTo>
                  <a:pt x="0" y="85"/>
                </a:lnTo>
                <a:lnTo>
                  <a:pt x="111" y="85"/>
                </a:lnTo>
                <a:lnTo>
                  <a:pt x="139" y="0"/>
                </a:lnTo>
                <a:lnTo>
                  <a:pt x="195" y="85"/>
                </a:lnTo>
                <a:lnTo>
                  <a:pt x="279" y="57"/>
                </a:lnTo>
                <a:lnTo>
                  <a:pt x="223" y="141"/>
                </a:lnTo>
                <a:lnTo>
                  <a:pt x="308" y="225"/>
                </a:lnTo>
                <a:lnTo>
                  <a:pt x="223" y="252"/>
                </a:lnTo>
                <a:lnTo>
                  <a:pt x="251" y="364"/>
                </a:lnTo>
                <a:lnTo>
                  <a:pt x="139" y="28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1" name=""/>
          <p:cNvSpPr txBox="1"/>
          <p:nvPr/>
        </p:nvSpPr>
        <p:spPr>
          <a:xfrm>
            <a:off x="1160280" y="2885040"/>
            <a:ext cx="791496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  <a:ea typeface="Arial"/>
              </a:rPr>
              <a:t> </a:t>
            </a:r>
            <a:r>
              <a:rPr b="1" lang="en-US" sz="2830" spc="-1" strike="noStrike">
                <a:solidFill>
                  <a:srgbClr val="1f2328"/>
                </a:solidFill>
                <a:latin typeface="Arial"/>
                <a:ea typeface="Arial"/>
              </a:rPr>
              <a:t>Level 1 — Demo Dashboard (50 Virtual Users)</a:t>
            </a:r>
            <a:endParaRPr b="0" lang="en-US" sz="283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5" name=""/>
          <p:cNvSpPr txBox="1"/>
          <p:nvPr/>
        </p:nvSpPr>
        <p:spPr>
          <a:xfrm>
            <a:off x="747720" y="770400"/>
            <a:ext cx="565632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  <a:ea typeface="Arial"/>
              </a:rPr>
              <a:t>Level 1 — reading the dashboard</a:t>
            </a:r>
            <a:endParaRPr b="0" lang="en-US" sz="28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6" name=""/>
          <p:cNvSpPr txBox="1"/>
          <p:nvPr/>
        </p:nvSpPr>
        <p:spPr>
          <a:xfrm>
            <a:off x="747720" y="1502640"/>
            <a:ext cx="3070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50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7" name=""/>
          <p:cNvSpPr txBox="1"/>
          <p:nvPr/>
        </p:nvSpPr>
        <p:spPr>
          <a:xfrm>
            <a:off x="747720" y="1912320"/>
            <a:ext cx="22838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Peak Virtual Users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8" name=""/>
          <p:cNvSpPr txBox="1"/>
          <p:nvPr/>
        </p:nvSpPr>
        <p:spPr>
          <a:xfrm>
            <a:off x="747720" y="2331360"/>
            <a:ext cx="3070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65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9" name=""/>
          <p:cNvSpPr txBox="1"/>
          <p:nvPr/>
        </p:nvSpPr>
        <p:spPr>
          <a:xfrm>
            <a:off x="747720" y="2741040"/>
            <a:ext cx="19774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Peak requests/s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0" name=""/>
          <p:cNvSpPr txBox="1"/>
          <p:nvPr/>
        </p:nvSpPr>
        <p:spPr>
          <a:xfrm>
            <a:off x="747720" y="3160080"/>
            <a:ext cx="9043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133 ms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1" name=""/>
          <p:cNvSpPr txBox="1"/>
          <p:nvPr/>
        </p:nvSpPr>
        <p:spPr>
          <a:xfrm>
            <a:off x="747720" y="3569400"/>
            <a:ext cx="15033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p95 Latency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2" name=""/>
          <p:cNvSpPr/>
          <p:nvPr/>
        </p:nvSpPr>
        <p:spPr>
          <a:xfrm>
            <a:off x="1076040" y="50958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3" y="180"/>
                  <a:pt x="215" y="193"/>
                  <a:pt x="204" y="204"/>
                </a:cubicBezTo>
                <a:cubicBezTo>
                  <a:pt x="192" y="215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6"/>
                  <a:pt x="74" y="10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10"/>
                </a:cubicBezTo>
                <a:cubicBezTo>
                  <a:pt x="180" y="16"/>
                  <a:pt x="192" y="24"/>
                  <a:pt x="204" y="36"/>
                </a:cubicBezTo>
                <a:cubicBezTo>
                  <a:pt x="215" y="47"/>
                  <a:pt x="223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3" name=""/>
          <p:cNvSpPr txBox="1"/>
          <p:nvPr/>
        </p:nvSpPr>
        <p:spPr>
          <a:xfrm>
            <a:off x="747720" y="4398120"/>
            <a:ext cx="41536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FPM Workers chart — top right: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4" name=""/>
          <p:cNvSpPr/>
          <p:nvPr/>
        </p:nvSpPr>
        <p:spPr>
          <a:xfrm>
            <a:off x="1076040" y="55814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3" y="180"/>
                  <a:pt x="215" y="193"/>
                  <a:pt x="204" y="204"/>
                </a:cubicBezTo>
                <a:cubicBezTo>
                  <a:pt x="192" y="215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4"/>
                  <a:pt x="204" y="35"/>
                </a:cubicBezTo>
                <a:cubicBezTo>
                  <a:pt x="215" y="46"/>
                  <a:pt x="223" y="59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5" name=""/>
          <p:cNvSpPr txBox="1"/>
          <p:nvPr/>
        </p:nvSpPr>
        <p:spPr>
          <a:xfrm>
            <a:off x="1300320" y="4969800"/>
            <a:ext cx="40622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Active Workers peaked at </a:t>
            </a:r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14 / 20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6" name=""/>
          <p:cNvSpPr/>
          <p:nvPr/>
        </p:nvSpPr>
        <p:spPr>
          <a:xfrm>
            <a:off x="1076040" y="60577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3" y="179"/>
                  <a:pt x="215" y="193"/>
                  <a:pt x="204" y="204"/>
                </a:cubicBezTo>
                <a:cubicBezTo>
                  <a:pt x="192" y="215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79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4"/>
                  <a:pt x="204" y="35"/>
                </a:cubicBezTo>
                <a:cubicBezTo>
                  <a:pt x="215" y="46"/>
                  <a:pt x="223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7" name=""/>
          <p:cNvSpPr txBox="1"/>
          <p:nvPr/>
        </p:nvSpPr>
        <p:spPr>
          <a:xfrm>
            <a:off x="1300320" y="5455440"/>
            <a:ext cx="66834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Queue Depth: </a:t>
            </a:r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0 throughout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← the stack did not crash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8" name=""/>
          <p:cNvSpPr txBox="1"/>
          <p:nvPr/>
        </p:nvSpPr>
        <p:spPr>
          <a:xfrm>
            <a:off x="1300320" y="5931720"/>
            <a:ext cx="64702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Idle workers always available → Nginx never queued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9" name=""/>
          <p:cNvSpPr txBox="1"/>
          <p:nvPr/>
        </p:nvSpPr>
        <p:spPr>
          <a:xfrm>
            <a:off x="747720" y="6503400"/>
            <a:ext cx="44143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MariaDB Threads — bottom right: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3" name=""/>
          <p:cNvSpPr/>
          <p:nvPr/>
        </p:nvSpPr>
        <p:spPr>
          <a:xfrm>
            <a:off x="752400" y="1457280"/>
            <a:ext cx="3333960" cy="543240"/>
          </a:xfrm>
          <a:custGeom>
            <a:avLst/>
            <a:gdLst/>
            <a:ahLst/>
            <a:rect l="0" t="0" r="r" b="b"/>
            <a:pathLst>
              <a:path w="9261" h="1509">
                <a:moveTo>
                  <a:pt x="0" y="0"/>
                </a:moveTo>
                <a:lnTo>
                  <a:pt x="9261" y="0"/>
                </a:lnTo>
                <a:lnTo>
                  <a:pt x="9261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4" name=""/>
          <p:cNvSpPr/>
          <p:nvPr/>
        </p:nvSpPr>
        <p:spPr>
          <a:xfrm>
            <a:off x="4086000" y="1457280"/>
            <a:ext cx="2438640" cy="543240"/>
          </a:xfrm>
          <a:custGeom>
            <a:avLst/>
            <a:gdLst/>
            <a:ahLst/>
            <a:rect l="0" t="0" r="r" b="b"/>
            <a:pathLst>
              <a:path w="6774" h="1509">
                <a:moveTo>
                  <a:pt x="0" y="0"/>
                </a:moveTo>
                <a:lnTo>
                  <a:pt x="6774" y="0"/>
                </a:lnTo>
                <a:lnTo>
                  <a:pt x="6774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5" name=""/>
          <p:cNvSpPr/>
          <p:nvPr/>
        </p:nvSpPr>
        <p:spPr>
          <a:xfrm>
            <a:off x="6524280" y="1457280"/>
            <a:ext cx="1391040" cy="543240"/>
          </a:xfrm>
          <a:custGeom>
            <a:avLst/>
            <a:gdLst/>
            <a:ahLst/>
            <a:rect l="0" t="0" r="r" b="b"/>
            <a:pathLst>
              <a:path w="3864" h="1509">
                <a:moveTo>
                  <a:pt x="0" y="0"/>
                </a:moveTo>
                <a:lnTo>
                  <a:pt x="3864" y="0"/>
                </a:lnTo>
                <a:lnTo>
                  <a:pt x="3864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6" name=""/>
          <p:cNvSpPr/>
          <p:nvPr/>
        </p:nvSpPr>
        <p:spPr>
          <a:xfrm>
            <a:off x="7914960" y="1457280"/>
            <a:ext cx="2429280" cy="543240"/>
          </a:xfrm>
          <a:custGeom>
            <a:avLst/>
            <a:gdLst/>
            <a:ahLst/>
            <a:rect l="0" t="0" r="r" b="b"/>
            <a:pathLst>
              <a:path w="6748" h="1509">
                <a:moveTo>
                  <a:pt x="0" y="0"/>
                </a:moveTo>
                <a:lnTo>
                  <a:pt x="6748" y="0"/>
                </a:lnTo>
                <a:lnTo>
                  <a:pt x="674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7" name=""/>
          <p:cNvSpPr/>
          <p:nvPr/>
        </p:nvSpPr>
        <p:spPr>
          <a:xfrm>
            <a:off x="752400" y="2000160"/>
            <a:ext cx="3333960" cy="533520"/>
          </a:xfrm>
          <a:custGeom>
            <a:avLst/>
            <a:gdLst/>
            <a:ahLst/>
            <a:rect l="0" t="0" r="r" b="b"/>
            <a:pathLst>
              <a:path w="9261" h="1482">
                <a:moveTo>
                  <a:pt x="0" y="0"/>
                </a:moveTo>
                <a:lnTo>
                  <a:pt x="9261" y="0"/>
                </a:lnTo>
                <a:lnTo>
                  <a:pt x="9261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8" name=""/>
          <p:cNvSpPr/>
          <p:nvPr/>
        </p:nvSpPr>
        <p:spPr>
          <a:xfrm>
            <a:off x="4086000" y="2000160"/>
            <a:ext cx="2438640" cy="533520"/>
          </a:xfrm>
          <a:custGeom>
            <a:avLst/>
            <a:gdLst/>
            <a:ahLst/>
            <a:rect l="0" t="0" r="r" b="b"/>
            <a:pathLst>
              <a:path w="6774" h="1482">
                <a:moveTo>
                  <a:pt x="0" y="0"/>
                </a:moveTo>
                <a:lnTo>
                  <a:pt x="6774" y="0"/>
                </a:lnTo>
                <a:lnTo>
                  <a:pt x="6774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9" name=""/>
          <p:cNvSpPr/>
          <p:nvPr/>
        </p:nvSpPr>
        <p:spPr>
          <a:xfrm>
            <a:off x="6524280" y="2000160"/>
            <a:ext cx="1391040" cy="533520"/>
          </a:xfrm>
          <a:custGeom>
            <a:avLst/>
            <a:gdLst/>
            <a:ahLst/>
            <a:rect l="0" t="0" r="r" b="b"/>
            <a:pathLst>
              <a:path w="3864" h="1482">
                <a:moveTo>
                  <a:pt x="0" y="0"/>
                </a:moveTo>
                <a:lnTo>
                  <a:pt x="3864" y="0"/>
                </a:lnTo>
                <a:lnTo>
                  <a:pt x="3864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0" name=""/>
          <p:cNvSpPr/>
          <p:nvPr/>
        </p:nvSpPr>
        <p:spPr>
          <a:xfrm>
            <a:off x="7914960" y="2000160"/>
            <a:ext cx="2429280" cy="533520"/>
          </a:xfrm>
          <a:custGeom>
            <a:avLst/>
            <a:gdLst/>
            <a:ahLst/>
            <a:rect l="0" t="0" r="r" b="b"/>
            <a:pathLst>
              <a:path w="6748" h="1482">
                <a:moveTo>
                  <a:pt x="0" y="0"/>
                </a:moveTo>
                <a:lnTo>
                  <a:pt x="6748" y="0"/>
                </a:lnTo>
                <a:lnTo>
                  <a:pt x="674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1" name=""/>
          <p:cNvSpPr/>
          <p:nvPr/>
        </p:nvSpPr>
        <p:spPr>
          <a:xfrm>
            <a:off x="752400" y="2533320"/>
            <a:ext cx="3333960" cy="543600"/>
          </a:xfrm>
          <a:custGeom>
            <a:avLst/>
            <a:gdLst/>
            <a:ahLst/>
            <a:rect l="0" t="0" r="r" b="b"/>
            <a:pathLst>
              <a:path w="9261" h="1510">
                <a:moveTo>
                  <a:pt x="0" y="0"/>
                </a:moveTo>
                <a:lnTo>
                  <a:pt x="9261" y="0"/>
                </a:lnTo>
                <a:lnTo>
                  <a:pt x="9261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2" name=""/>
          <p:cNvSpPr/>
          <p:nvPr/>
        </p:nvSpPr>
        <p:spPr>
          <a:xfrm>
            <a:off x="4086000" y="2533320"/>
            <a:ext cx="2438640" cy="543600"/>
          </a:xfrm>
          <a:custGeom>
            <a:avLst/>
            <a:gdLst/>
            <a:ahLst/>
            <a:rect l="0" t="0" r="r" b="b"/>
            <a:pathLst>
              <a:path w="6774" h="1510">
                <a:moveTo>
                  <a:pt x="0" y="0"/>
                </a:moveTo>
                <a:lnTo>
                  <a:pt x="6774" y="0"/>
                </a:lnTo>
                <a:lnTo>
                  <a:pt x="6774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3" name=""/>
          <p:cNvSpPr/>
          <p:nvPr/>
        </p:nvSpPr>
        <p:spPr>
          <a:xfrm>
            <a:off x="6524280" y="2533320"/>
            <a:ext cx="1391040" cy="543600"/>
          </a:xfrm>
          <a:custGeom>
            <a:avLst/>
            <a:gdLst/>
            <a:ahLst/>
            <a:rect l="0" t="0" r="r" b="b"/>
            <a:pathLst>
              <a:path w="3864" h="1510">
                <a:moveTo>
                  <a:pt x="0" y="0"/>
                </a:moveTo>
                <a:lnTo>
                  <a:pt x="3864" y="0"/>
                </a:lnTo>
                <a:lnTo>
                  <a:pt x="3864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4" name=""/>
          <p:cNvSpPr/>
          <p:nvPr/>
        </p:nvSpPr>
        <p:spPr>
          <a:xfrm>
            <a:off x="7914960" y="2533320"/>
            <a:ext cx="2429280" cy="543600"/>
          </a:xfrm>
          <a:custGeom>
            <a:avLst/>
            <a:gdLst/>
            <a:ahLst/>
            <a:rect l="0" t="0" r="r" b="b"/>
            <a:pathLst>
              <a:path w="6748" h="1510">
                <a:moveTo>
                  <a:pt x="0" y="0"/>
                </a:moveTo>
                <a:lnTo>
                  <a:pt x="6748" y="0"/>
                </a:lnTo>
                <a:lnTo>
                  <a:pt x="6748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5" name=""/>
          <p:cNvSpPr/>
          <p:nvPr/>
        </p:nvSpPr>
        <p:spPr>
          <a:xfrm>
            <a:off x="752400" y="3076560"/>
            <a:ext cx="3333960" cy="533520"/>
          </a:xfrm>
          <a:custGeom>
            <a:avLst/>
            <a:gdLst/>
            <a:ahLst/>
            <a:rect l="0" t="0" r="r" b="b"/>
            <a:pathLst>
              <a:path w="9261" h="1482">
                <a:moveTo>
                  <a:pt x="0" y="0"/>
                </a:moveTo>
                <a:lnTo>
                  <a:pt x="9261" y="0"/>
                </a:lnTo>
                <a:lnTo>
                  <a:pt x="9261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6" name=""/>
          <p:cNvSpPr/>
          <p:nvPr/>
        </p:nvSpPr>
        <p:spPr>
          <a:xfrm>
            <a:off x="4086000" y="3076560"/>
            <a:ext cx="2438640" cy="533520"/>
          </a:xfrm>
          <a:custGeom>
            <a:avLst/>
            <a:gdLst/>
            <a:ahLst/>
            <a:rect l="0" t="0" r="r" b="b"/>
            <a:pathLst>
              <a:path w="6774" h="1482">
                <a:moveTo>
                  <a:pt x="0" y="0"/>
                </a:moveTo>
                <a:lnTo>
                  <a:pt x="6774" y="0"/>
                </a:lnTo>
                <a:lnTo>
                  <a:pt x="6774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7" name=""/>
          <p:cNvSpPr/>
          <p:nvPr/>
        </p:nvSpPr>
        <p:spPr>
          <a:xfrm>
            <a:off x="6524280" y="3076560"/>
            <a:ext cx="1391040" cy="533520"/>
          </a:xfrm>
          <a:custGeom>
            <a:avLst/>
            <a:gdLst/>
            <a:ahLst/>
            <a:rect l="0" t="0" r="r" b="b"/>
            <a:pathLst>
              <a:path w="3864" h="1482">
                <a:moveTo>
                  <a:pt x="0" y="0"/>
                </a:moveTo>
                <a:lnTo>
                  <a:pt x="3864" y="0"/>
                </a:lnTo>
                <a:lnTo>
                  <a:pt x="3864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8" name=""/>
          <p:cNvSpPr/>
          <p:nvPr/>
        </p:nvSpPr>
        <p:spPr>
          <a:xfrm>
            <a:off x="7914960" y="3076560"/>
            <a:ext cx="2429280" cy="533520"/>
          </a:xfrm>
          <a:custGeom>
            <a:avLst/>
            <a:gdLst/>
            <a:ahLst/>
            <a:rect l="0" t="0" r="r" b="b"/>
            <a:pathLst>
              <a:path w="6748" h="1482">
                <a:moveTo>
                  <a:pt x="0" y="0"/>
                </a:moveTo>
                <a:lnTo>
                  <a:pt x="6748" y="0"/>
                </a:lnTo>
                <a:lnTo>
                  <a:pt x="674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9" name=""/>
          <p:cNvSpPr/>
          <p:nvPr/>
        </p:nvSpPr>
        <p:spPr>
          <a:xfrm>
            <a:off x="752400" y="3609720"/>
            <a:ext cx="3333960" cy="543240"/>
          </a:xfrm>
          <a:custGeom>
            <a:avLst/>
            <a:gdLst/>
            <a:ahLst/>
            <a:rect l="0" t="0" r="r" b="b"/>
            <a:pathLst>
              <a:path w="9261" h="1509">
                <a:moveTo>
                  <a:pt x="0" y="0"/>
                </a:moveTo>
                <a:lnTo>
                  <a:pt x="9261" y="0"/>
                </a:lnTo>
                <a:lnTo>
                  <a:pt x="9261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0" name=""/>
          <p:cNvSpPr/>
          <p:nvPr/>
        </p:nvSpPr>
        <p:spPr>
          <a:xfrm>
            <a:off x="4086000" y="3609720"/>
            <a:ext cx="2438640" cy="543240"/>
          </a:xfrm>
          <a:custGeom>
            <a:avLst/>
            <a:gdLst/>
            <a:ahLst/>
            <a:rect l="0" t="0" r="r" b="b"/>
            <a:pathLst>
              <a:path w="6774" h="1509">
                <a:moveTo>
                  <a:pt x="0" y="0"/>
                </a:moveTo>
                <a:lnTo>
                  <a:pt x="6774" y="0"/>
                </a:lnTo>
                <a:lnTo>
                  <a:pt x="6774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1" name=""/>
          <p:cNvSpPr/>
          <p:nvPr/>
        </p:nvSpPr>
        <p:spPr>
          <a:xfrm>
            <a:off x="6524280" y="3609720"/>
            <a:ext cx="1391040" cy="543240"/>
          </a:xfrm>
          <a:custGeom>
            <a:avLst/>
            <a:gdLst/>
            <a:ahLst/>
            <a:rect l="0" t="0" r="r" b="b"/>
            <a:pathLst>
              <a:path w="3864" h="1509">
                <a:moveTo>
                  <a:pt x="0" y="0"/>
                </a:moveTo>
                <a:lnTo>
                  <a:pt x="3864" y="0"/>
                </a:lnTo>
                <a:lnTo>
                  <a:pt x="3864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2" name=""/>
          <p:cNvSpPr/>
          <p:nvPr/>
        </p:nvSpPr>
        <p:spPr>
          <a:xfrm>
            <a:off x="7914960" y="3609720"/>
            <a:ext cx="2429280" cy="543240"/>
          </a:xfrm>
          <a:custGeom>
            <a:avLst/>
            <a:gdLst/>
            <a:ahLst/>
            <a:rect l="0" t="0" r="r" b="b"/>
            <a:pathLst>
              <a:path w="6748" h="1509">
                <a:moveTo>
                  <a:pt x="0" y="0"/>
                </a:moveTo>
                <a:lnTo>
                  <a:pt x="6748" y="0"/>
                </a:lnTo>
                <a:lnTo>
                  <a:pt x="674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3" name=""/>
          <p:cNvSpPr/>
          <p:nvPr/>
        </p:nvSpPr>
        <p:spPr>
          <a:xfrm>
            <a:off x="752400" y="4152600"/>
            <a:ext cx="3333960" cy="533880"/>
          </a:xfrm>
          <a:custGeom>
            <a:avLst/>
            <a:gdLst/>
            <a:ahLst/>
            <a:rect l="0" t="0" r="r" b="b"/>
            <a:pathLst>
              <a:path w="9261" h="1483">
                <a:moveTo>
                  <a:pt x="0" y="0"/>
                </a:moveTo>
                <a:lnTo>
                  <a:pt x="9261" y="0"/>
                </a:lnTo>
                <a:lnTo>
                  <a:pt x="9261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4" name=""/>
          <p:cNvSpPr/>
          <p:nvPr/>
        </p:nvSpPr>
        <p:spPr>
          <a:xfrm>
            <a:off x="4086000" y="4152600"/>
            <a:ext cx="2438640" cy="533880"/>
          </a:xfrm>
          <a:custGeom>
            <a:avLst/>
            <a:gdLst/>
            <a:ahLst/>
            <a:rect l="0" t="0" r="r" b="b"/>
            <a:pathLst>
              <a:path w="6774" h="1483">
                <a:moveTo>
                  <a:pt x="0" y="0"/>
                </a:moveTo>
                <a:lnTo>
                  <a:pt x="6774" y="0"/>
                </a:lnTo>
                <a:lnTo>
                  <a:pt x="6774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5" name=""/>
          <p:cNvSpPr/>
          <p:nvPr/>
        </p:nvSpPr>
        <p:spPr>
          <a:xfrm>
            <a:off x="6524280" y="4152600"/>
            <a:ext cx="1391040" cy="533880"/>
          </a:xfrm>
          <a:custGeom>
            <a:avLst/>
            <a:gdLst/>
            <a:ahLst/>
            <a:rect l="0" t="0" r="r" b="b"/>
            <a:pathLst>
              <a:path w="3864" h="1483">
                <a:moveTo>
                  <a:pt x="0" y="0"/>
                </a:moveTo>
                <a:lnTo>
                  <a:pt x="3864" y="0"/>
                </a:lnTo>
                <a:lnTo>
                  <a:pt x="3864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6" name=""/>
          <p:cNvSpPr/>
          <p:nvPr/>
        </p:nvSpPr>
        <p:spPr>
          <a:xfrm>
            <a:off x="7914960" y="4152600"/>
            <a:ext cx="2429280" cy="533880"/>
          </a:xfrm>
          <a:custGeom>
            <a:avLst/>
            <a:gdLst/>
            <a:ahLst/>
            <a:rect l="0" t="0" r="r" b="b"/>
            <a:pathLst>
              <a:path w="6748" h="1483">
                <a:moveTo>
                  <a:pt x="0" y="0"/>
                </a:moveTo>
                <a:lnTo>
                  <a:pt x="6748" y="0"/>
                </a:lnTo>
                <a:lnTo>
                  <a:pt x="674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7" name=""/>
          <p:cNvSpPr/>
          <p:nvPr/>
        </p:nvSpPr>
        <p:spPr>
          <a:xfrm>
            <a:off x="752400" y="4686120"/>
            <a:ext cx="3333960" cy="543240"/>
          </a:xfrm>
          <a:custGeom>
            <a:avLst/>
            <a:gdLst/>
            <a:ahLst/>
            <a:rect l="0" t="0" r="r" b="b"/>
            <a:pathLst>
              <a:path w="9261" h="1509">
                <a:moveTo>
                  <a:pt x="0" y="0"/>
                </a:moveTo>
                <a:lnTo>
                  <a:pt x="9261" y="0"/>
                </a:lnTo>
                <a:lnTo>
                  <a:pt x="9261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8" name=""/>
          <p:cNvSpPr/>
          <p:nvPr/>
        </p:nvSpPr>
        <p:spPr>
          <a:xfrm>
            <a:off x="4086000" y="4686120"/>
            <a:ext cx="2438640" cy="543240"/>
          </a:xfrm>
          <a:custGeom>
            <a:avLst/>
            <a:gdLst/>
            <a:ahLst/>
            <a:rect l="0" t="0" r="r" b="b"/>
            <a:pathLst>
              <a:path w="6774" h="1509">
                <a:moveTo>
                  <a:pt x="0" y="0"/>
                </a:moveTo>
                <a:lnTo>
                  <a:pt x="6774" y="0"/>
                </a:lnTo>
                <a:lnTo>
                  <a:pt x="6774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9" name=""/>
          <p:cNvSpPr/>
          <p:nvPr/>
        </p:nvSpPr>
        <p:spPr>
          <a:xfrm>
            <a:off x="6524280" y="4686120"/>
            <a:ext cx="1391040" cy="543240"/>
          </a:xfrm>
          <a:custGeom>
            <a:avLst/>
            <a:gdLst/>
            <a:ahLst/>
            <a:rect l="0" t="0" r="r" b="b"/>
            <a:pathLst>
              <a:path w="3864" h="1509">
                <a:moveTo>
                  <a:pt x="0" y="0"/>
                </a:moveTo>
                <a:lnTo>
                  <a:pt x="3864" y="0"/>
                </a:lnTo>
                <a:lnTo>
                  <a:pt x="3864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0" name=""/>
          <p:cNvSpPr/>
          <p:nvPr/>
        </p:nvSpPr>
        <p:spPr>
          <a:xfrm>
            <a:off x="7914960" y="4686120"/>
            <a:ext cx="2429280" cy="543240"/>
          </a:xfrm>
          <a:custGeom>
            <a:avLst/>
            <a:gdLst/>
            <a:ahLst/>
            <a:rect l="0" t="0" r="r" b="b"/>
            <a:pathLst>
              <a:path w="6748" h="1509">
                <a:moveTo>
                  <a:pt x="0" y="0"/>
                </a:moveTo>
                <a:lnTo>
                  <a:pt x="6748" y="0"/>
                </a:lnTo>
                <a:lnTo>
                  <a:pt x="674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1" name=""/>
          <p:cNvSpPr/>
          <p:nvPr/>
        </p:nvSpPr>
        <p:spPr>
          <a:xfrm>
            <a:off x="752400" y="5229000"/>
            <a:ext cx="3333960" cy="533880"/>
          </a:xfrm>
          <a:custGeom>
            <a:avLst/>
            <a:gdLst/>
            <a:ahLst/>
            <a:rect l="0" t="0" r="r" b="b"/>
            <a:pathLst>
              <a:path w="9261" h="1483">
                <a:moveTo>
                  <a:pt x="0" y="0"/>
                </a:moveTo>
                <a:lnTo>
                  <a:pt x="9261" y="0"/>
                </a:lnTo>
                <a:lnTo>
                  <a:pt x="9261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2" name=""/>
          <p:cNvSpPr/>
          <p:nvPr/>
        </p:nvSpPr>
        <p:spPr>
          <a:xfrm>
            <a:off x="4086000" y="5229000"/>
            <a:ext cx="2438640" cy="533880"/>
          </a:xfrm>
          <a:custGeom>
            <a:avLst/>
            <a:gdLst/>
            <a:ahLst/>
            <a:rect l="0" t="0" r="r" b="b"/>
            <a:pathLst>
              <a:path w="6774" h="1483">
                <a:moveTo>
                  <a:pt x="0" y="0"/>
                </a:moveTo>
                <a:lnTo>
                  <a:pt x="6774" y="0"/>
                </a:lnTo>
                <a:lnTo>
                  <a:pt x="6774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3" name=""/>
          <p:cNvSpPr/>
          <p:nvPr/>
        </p:nvSpPr>
        <p:spPr>
          <a:xfrm>
            <a:off x="6524280" y="5229000"/>
            <a:ext cx="1391040" cy="533880"/>
          </a:xfrm>
          <a:custGeom>
            <a:avLst/>
            <a:gdLst/>
            <a:ahLst/>
            <a:rect l="0" t="0" r="r" b="b"/>
            <a:pathLst>
              <a:path w="3864" h="1483">
                <a:moveTo>
                  <a:pt x="0" y="0"/>
                </a:moveTo>
                <a:lnTo>
                  <a:pt x="3864" y="0"/>
                </a:lnTo>
                <a:lnTo>
                  <a:pt x="3864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4" name=""/>
          <p:cNvSpPr/>
          <p:nvPr/>
        </p:nvSpPr>
        <p:spPr>
          <a:xfrm>
            <a:off x="7914960" y="5229000"/>
            <a:ext cx="2429280" cy="533880"/>
          </a:xfrm>
          <a:custGeom>
            <a:avLst/>
            <a:gdLst/>
            <a:ahLst/>
            <a:rect l="0" t="0" r="r" b="b"/>
            <a:pathLst>
              <a:path w="6748" h="1483">
                <a:moveTo>
                  <a:pt x="0" y="0"/>
                </a:moveTo>
                <a:lnTo>
                  <a:pt x="6748" y="0"/>
                </a:lnTo>
                <a:lnTo>
                  <a:pt x="674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5" name=""/>
          <p:cNvSpPr/>
          <p:nvPr/>
        </p:nvSpPr>
        <p:spPr>
          <a:xfrm>
            <a:off x="752400" y="5762520"/>
            <a:ext cx="3333960" cy="543240"/>
          </a:xfrm>
          <a:custGeom>
            <a:avLst/>
            <a:gdLst/>
            <a:ahLst/>
            <a:rect l="0" t="0" r="r" b="b"/>
            <a:pathLst>
              <a:path w="9261" h="1509">
                <a:moveTo>
                  <a:pt x="0" y="0"/>
                </a:moveTo>
                <a:lnTo>
                  <a:pt x="9261" y="0"/>
                </a:lnTo>
                <a:lnTo>
                  <a:pt x="9261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6" name=""/>
          <p:cNvSpPr/>
          <p:nvPr/>
        </p:nvSpPr>
        <p:spPr>
          <a:xfrm>
            <a:off x="4086000" y="5762520"/>
            <a:ext cx="2438640" cy="543240"/>
          </a:xfrm>
          <a:custGeom>
            <a:avLst/>
            <a:gdLst/>
            <a:ahLst/>
            <a:rect l="0" t="0" r="r" b="b"/>
            <a:pathLst>
              <a:path w="6774" h="1509">
                <a:moveTo>
                  <a:pt x="0" y="0"/>
                </a:moveTo>
                <a:lnTo>
                  <a:pt x="6774" y="0"/>
                </a:lnTo>
                <a:lnTo>
                  <a:pt x="6774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7" name=""/>
          <p:cNvSpPr/>
          <p:nvPr/>
        </p:nvSpPr>
        <p:spPr>
          <a:xfrm>
            <a:off x="6524280" y="5762520"/>
            <a:ext cx="1391040" cy="543240"/>
          </a:xfrm>
          <a:custGeom>
            <a:avLst/>
            <a:gdLst/>
            <a:ahLst/>
            <a:rect l="0" t="0" r="r" b="b"/>
            <a:pathLst>
              <a:path w="3864" h="1509">
                <a:moveTo>
                  <a:pt x="0" y="0"/>
                </a:moveTo>
                <a:lnTo>
                  <a:pt x="3864" y="0"/>
                </a:lnTo>
                <a:lnTo>
                  <a:pt x="3864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8" name=""/>
          <p:cNvSpPr/>
          <p:nvPr/>
        </p:nvSpPr>
        <p:spPr>
          <a:xfrm>
            <a:off x="7914960" y="5762520"/>
            <a:ext cx="2429280" cy="543240"/>
          </a:xfrm>
          <a:custGeom>
            <a:avLst/>
            <a:gdLst/>
            <a:ahLst/>
            <a:rect l="0" t="0" r="r" b="b"/>
            <a:pathLst>
              <a:path w="6748" h="1509">
                <a:moveTo>
                  <a:pt x="0" y="0"/>
                </a:moveTo>
                <a:lnTo>
                  <a:pt x="6748" y="0"/>
                </a:lnTo>
                <a:lnTo>
                  <a:pt x="674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9" name=""/>
          <p:cNvSpPr/>
          <p:nvPr/>
        </p:nvSpPr>
        <p:spPr>
          <a:xfrm>
            <a:off x="752400" y="14572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0" name=""/>
          <p:cNvSpPr/>
          <p:nvPr/>
        </p:nvSpPr>
        <p:spPr>
          <a:xfrm>
            <a:off x="752400" y="1457280"/>
            <a:ext cx="3343680" cy="9720"/>
          </a:xfrm>
          <a:custGeom>
            <a:avLst/>
            <a:gdLst/>
            <a:ahLst/>
            <a:rect l="0" t="0" r="r" b="b"/>
            <a:pathLst>
              <a:path w="9288" h="27">
                <a:moveTo>
                  <a:pt x="0" y="0"/>
                </a:moveTo>
                <a:lnTo>
                  <a:pt x="9288" y="0"/>
                </a:lnTo>
                <a:lnTo>
                  <a:pt x="928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1" name=""/>
          <p:cNvSpPr/>
          <p:nvPr/>
        </p:nvSpPr>
        <p:spPr>
          <a:xfrm>
            <a:off x="4086000" y="145728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2" name=""/>
          <p:cNvSpPr/>
          <p:nvPr/>
        </p:nvSpPr>
        <p:spPr>
          <a:xfrm>
            <a:off x="4095720" y="1457280"/>
            <a:ext cx="2428920" cy="9720"/>
          </a:xfrm>
          <a:custGeom>
            <a:avLst/>
            <a:gdLst/>
            <a:ahLst/>
            <a:rect l="0" t="0" r="r" b="b"/>
            <a:pathLst>
              <a:path w="6747" h="27">
                <a:moveTo>
                  <a:pt x="0" y="0"/>
                </a:moveTo>
                <a:lnTo>
                  <a:pt x="6747" y="0"/>
                </a:lnTo>
                <a:lnTo>
                  <a:pt x="67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3" name=""/>
          <p:cNvSpPr/>
          <p:nvPr/>
        </p:nvSpPr>
        <p:spPr>
          <a:xfrm>
            <a:off x="6514920" y="14572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4" name=""/>
          <p:cNvSpPr/>
          <p:nvPr/>
        </p:nvSpPr>
        <p:spPr>
          <a:xfrm>
            <a:off x="6524280" y="1457280"/>
            <a:ext cx="1391040" cy="9720"/>
          </a:xfrm>
          <a:custGeom>
            <a:avLst/>
            <a:gdLst/>
            <a:ahLst/>
            <a:rect l="0" t="0" r="r" b="b"/>
            <a:pathLst>
              <a:path w="3864" h="27">
                <a:moveTo>
                  <a:pt x="0" y="0"/>
                </a:moveTo>
                <a:lnTo>
                  <a:pt x="3864" y="0"/>
                </a:lnTo>
                <a:lnTo>
                  <a:pt x="38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5" name=""/>
          <p:cNvSpPr/>
          <p:nvPr/>
        </p:nvSpPr>
        <p:spPr>
          <a:xfrm>
            <a:off x="7905600" y="14572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6" name=""/>
          <p:cNvSpPr/>
          <p:nvPr/>
        </p:nvSpPr>
        <p:spPr>
          <a:xfrm>
            <a:off x="7914960" y="1457280"/>
            <a:ext cx="2439000" cy="9720"/>
          </a:xfrm>
          <a:custGeom>
            <a:avLst/>
            <a:gdLst/>
            <a:ahLst/>
            <a:rect l="0" t="0" r="r" b="b"/>
            <a:pathLst>
              <a:path w="6775" h="27">
                <a:moveTo>
                  <a:pt x="0" y="0"/>
                </a:moveTo>
                <a:lnTo>
                  <a:pt x="6775" y="0"/>
                </a:lnTo>
                <a:lnTo>
                  <a:pt x="677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7" name=""/>
          <p:cNvSpPr/>
          <p:nvPr/>
        </p:nvSpPr>
        <p:spPr>
          <a:xfrm>
            <a:off x="10343880" y="145728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8" name=""/>
          <p:cNvSpPr/>
          <p:nvPr/>
        </p:nvSpPr>
        <p:spPr>
          <a:xfrm>
            <a:off x="752400" y="1990440"/>
            <a:ext cx="3343680" cy="10080"/>
          </a:xfrm>
          <a:custGeom>
            <a:avLst/>
            <a:gdLst/>
            <a:ahLst/>
            <a:rect l="0" t="0" r="r" b="b"/>
            <a:pathLst>
              <a:path w="9288" h="28">
                <a:moveTo>
                  <a:pt x="0" y="0"/>
                </a:moveTo>
                <a:lnTo>
                  <a:pt x="9288" y="0"/>
                </a:lnTo>
                <a:lnTo>
                  <a:pt x="928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9" name=""/>
          <p:cNvSpPr/>
          <p:nvPr/>
        </p:nvSpPr>
        <p:spPr>
          <a:xfrm>
            <a:off x="4095720" y="1990440"/>
            <a:ext cx="2428920" cy="10080"/>
          </a:xfrm>
          <a:custGeom>
            <a:avLst/>
            <a:gdLst/>
            <a:ahLst/>
            <a:rect l="0" t="0" r="r" b="b"/>
            <a:pathLst>
              <a:path w="6747" h="28">
                <a:moveTo>
                  <a:pt x="0" y="0"/>
                </a:moveTo>
                <a:lnTo>
                  <a:pt x="6747" y="0"/>
                </a:lnTo>
                <a:lnTo>
                  <a:pt x="67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0" name=""/>
          <p:cNvSpPr/>
          <p:nvPr/>
        </p:nvSpPr>
        <p:spPr>
          <a:xfrm>
            <a:off x="6524280" y="1990440"/>
            <a:ext cx="1391040" cy="10080"/>
          </a:xfrm>
          <a:custGeom>
            <a:avLst/>
            <a:gdLst/>
            <a:ahLst/>
            <a:rect l="0" t="0" r="r" b="b"/>
            <a:pathLst>
              <a:path w="3864" h="28">
                <a:moveTo>
                  <a:pt x="0" y="0"/>
                </a:moveTo>
                <a:lnTo>
                  <a:pt x="3864" y="0"/>
                </a:lnTo>
                <a:lnTo>
                  <a:pt x="38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1" name=""/>
          <p:cNvSpPr/>
          <p:nvPr/>
        </p:nvSpPr>
        <p:spPr>
          <a:xfrm>
            <a:off x="7914960" y="1990440"/>
            <a:ext cx="2439000" cy="10080"/>
          </a:xfrm>
          <a:custGeom>
            <a:avLst/>
            <a:gdLst/>
            <a:ahLst/>
            <a:rect l="0" t="0" r="r" b="b"/>
            <a:pathLst>
              <a:path w="6775" h="28">
                <a:moveTo>
                  <a:pt x="0" y="0"/>
                </a:moveTo>
                <a:lnTo>
                  <a:pt x="6775" y="0"/>
                </a:lnTo>
                <a:lnTo>
                  <a:pt x="677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2" name=""/>
          <p:cNvSpPr/>
          <p:nvPr/>
        </p:nvSpPr>
        <p:spPr>
          <a:xfrm>
            <a:off x="752400" y="20001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3" name=""/>
          <p:cNvSpPr/>
          <p:nvPr/>
        </p:nvSpPr>
        <p:spPr>
          <a:xfrm>
            <a:off x="4086000" y="200016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4" name=""/>
          <p:cNvSpPr/>
          <p:nvPr/>
        </p:nvSpPr>
        <p:spPr>
          <a:xfrm>
            <a:off x="6514920" y="20001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5" name=""/>
          <p:cNvSpPr/>
          <p:nvPr/>
        </p:nvSpPr>
        <p:spPr>
          <a:xfrm>
            <a:off x="7905600" y="20001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6" name=""/>
          <p:cNvSpPr/>
          <p:nvPr/>
        </p:nvSpPr>
        <p:spPr>
          <a:xfrm>
            <a:off x="10343880" y="200016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7" name=""/>
          <p:cNvSpPr/>
          <p:nvPr/>
        </p:nvSpPr>
        <p:spPr>
          <a:xfrm>
            <a:off x="752400" y="254304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8" name=""/>
          <p:cNvSpPr/>
          <p:nvPr/>
        </p:nvSpPr>
        <p:spPr>
          <a:xfrm>
            <a:off x="752400" y="2533320"/>
            <a:ext cx="3343680" cy="10080"/>
          </a:xfrm>
          <a:custGeom>
            <a:avLst/>
            <a:gdLst/>
            <a:ahLst/>
            <a:rect l="0" t="0" r="r" b="b"/>
            <a:pathLst>
              <a:path w="9288" h="28">
                <a:moveTo>
                  <a:pt x="0" y="0"/>
                </a:moveTo>
                <a:lnTo>
                  <a:pt x="9288" y="0"/>
                </a:lnTo>
                <a:lnTo>
                  <a:pt x="928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9" name=""/>
          <p:cNvSpPr/>
          <p:nvPr/>
        </p:nvSpPr>
        <p:spPr>
          <a:xfrm>
            <a:off x="4086000" y="254304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0" name=""/>
          <p:cNvSpPr/>
          <p:nvPr/>
        </p:nvSpPr>
        <p:spPr>
          <a:xfrm>
            <a:off x="4095720" y="2533320"/>
            <a:ext cx="2428920" cy="10080"/>
          </a:xfrm>
          <a:custGeom>
            <a:avLst/>
            <a:gdLst/>
            <a:ahLst/>
            <a:rect l="0" t="0" r="r" b="b"/>
            <a:pathLst>
              <a:path w="6747" h="28">
                <a:moveTo>
                  <a:pt x="0" y="0"/>
                </a:moveTo>
                <a:lnTo>
                  <a:pt x="6747" y="0"/>
                </a:lnTo>
                <a:lnTo>
                  <a:pt x="67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1" name=""/>
          <p:cNvSpPr/>
          <p:nvPr/>
        </p:nvSpPr>
        <p:spPr>
          <a:xfrm>
            <a:off x="6514920" y="254304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2" name=""/>
          <p:cNvSpPr/>
          <p:nvPr/>
        </p:nvSpPr>
        <p:spPr>
          <a:xfrm>
            <a:off x="6524280" y="2533320"/>
            <a:ext cx="1391040" cy="10080"/>
          </a:xfrm>
          <a:custGeom>
            <a:avLst/>
            <a:gdLst/>
            <a:ahLst/>
            <a:rect l="0" t="0" r="r" b="b"/>
            <a:pathLst>
              <a:path w="3864" h="28">
                <a:moveTo>
                  <a:pt x="0" y="0"/>
                </a:moveTo>
                <a:lnTo>
                  <a:pt x="3864" y="0"/>
                </a:lnTo>
                <a:lnTo>
                  <a:pt x="38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3" name=""/>
          <p:cNvSpPr/>
          <p:nvPr/>
        </p:nvSpPr>
        <p:spPr>
          <a:xfrm>
            <a:off x="7905600" y="254304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4" name=""/>
          <p:cNvSpPr/>
          <p:nvPr/>
        </p:nvSpPr>
        <p:spPr>
          <a:xfrm>
            <a:off x="7914960" y="2533320"/>
            <a:ext cx="2439000" cy="10080"/>
          </a:xfrm>
          <a:custGeom>
            <a:avLst/>
            <a:gdLst/>
            <a:ahLst/>
            <a:rect l="0" t="0" r="r" b="b"/>
            <a:pathLst>
              <a:path w="6775" h="28">
                <a:moveTo>
                  <a:pt x="0" y="0"/>
                </a:moveTo>
                <a:lnTo>
                  <a:pt x="6775" y="0"/>
                </a:lnTo>
                <a:lnTo>
                  <a:pt x="677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5" name=""/>
          <p:cNvSpPr/>
          <p:nvPr/>
        </p:nvSpPr>
        <p:spPr>
          <a:xfrm>
            <a:off x="10343880" y="254304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6" name=""/>
          <p:cNvSpPr/>
          <p:nvPr/>
        </p:nvSpPr>
        <p:spPr>
          <a:xfrm>
            <a:off x="752400" y="30765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7" name=""/>
          <p:cNvSpPr/>
          <p:nvPr/>
        </p:nvSpPr>
        <p:spPr>
          <a:xfrm>
            <a:off x="752400" y="3066840"/>
            <a:ext cx="3343680" cy="10080"/>
          </a:xfrm>
          <a:custGeom>
            <a:avLst/>
            <a:gdLst/>
            <a:ahLst/>
            <a:rect l="0" t="0" r="r" b="b"/>
            <a:pathLst>
              <a:path w="9288" h="28">
                <a:moveTo>
                  <a:pt x="0" y="0"/>
                </a:moveTo>
                <a:lnTo>
                  <a:pt x="9288" y="0"/>
                </a:lnTo>
                <a:lnTo>
                  <a:pt x="928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8" name=""/>
          <p:cNvSpPr/>
          <p:nvPr/>
        </p:nvSpPr>
        <p:spPr>
          <a:xfrm>
            <a:off x="4086000" y="307656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9" name=""/>
          <p:cNvSpPr/>
          <p:nvPr/>
        </p:nvSpPr>
        <p:spPr>
          <a:xfrm>
            <a:off x="4095720" y="3066840"/>
            <a:ext cx="2428920" cy="10080"/>
          </a:xfrm>
          <a:custGeom>
            <a:avLst/>
            <a:gdLst/>
            <a:ahLst/>
            <a:rect l="0" t="0" r="r" b="b"/>
            <a:pathLst>
              <a:path w="6747" h="28">
                <a:moveTo>
                  <a:pt x="0" y="0"/>
                </a:moveTo>
                <a:lnTo>
                  <a:pt x="6747" y="0"/>
                </a:lnTo>
                <a:lnTo>
                  <a:pt x="67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0" name=""/>
          <p:cNvSpPr/>
          <p:nvPr/>
        </p:nvSpPr>
        <p:spPr>
          <a:xfrm>
            <a:off x="6514920" y="30765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1" name=""/>
          <p:cNvSpPr/>
          <p:nvPr/>
        </p:nvSpPr>
        <p:spPr>
          <a:xfrm>
            <a:off x="6524280" y="3066840"/>
            <a:ext cx="1391040" cy="10080"/>
          </a:xfrm>
          <a:custGeom>
            <a:avLst/>
            <a:gdLst/>
            <a:ahLst/>
            <a:rect l="0" t="0" r="r" b="b"/>
            <a:pathLst>
              <a:path w="3864" h="28">
                <a:moveTo>
                  <a:pt x="0" y="0"/>
                </a:moveTo>
                <a:lnTo>
                  <a:pt x="3864" y="0"/>
                </a:lnTo>
                <a:lnTo>
                  <a:pt x="38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2" name=""/>
          <p:cNvSpPr/>
          <p:nvPr/>
        </p:nvSpPr>
        <p:spPr>
          <a:xfrm>
            <a:off x="7905600" y="30765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3" name=""/>
          <p:cNvSpPr/>
          <p:nvPr/>
        </p:nvSpPr>
        <p:spPr>
          <a:xfrm>
            <a:off x="7914960" y="3066840"/>
            <a:ext cx="2439000" cy="10080"/>
          </a:xfrm>
          <a:custGeom>
            <a:avLst/>
            <a:gdLst/>
            <a:ahLst/>
            <a:rect l="0" t="0" r="r" b="b"/>
            <a:pathLst>
              <a:path w="6775" h="28">
                <a:moveTo>
                  <a:pt x="0" y="0"/>
                </a:moveTo>
                <a:lnTo>
                  <a:pt x="6775" y="0"/>
                </a:lnTo>
                <a:lnTo>
                  <a:pt x="677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4" name=""/>
          <p:cNvSpPr/>
          <p:nvPr/>
        </p:nvSpPr>
        <p:spPr>
          <a:xfrm>
            <a:off x="10343880" y="307656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5" name=""/>
          <p:cNvSpPr/>
          <p:nvPr/>
        </p:nvSpPr>
        <p:spPr>
          <a:xfrm>
            <a:off x="752400" y="361944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6" name=""/>
          <p:cNvSpPr/>
          <p:nvPr/>
        </p:nvSpPr>
        <p:spPr>
          <a:xfrm>
            <a:off x="752400" y="3609720"/>
            <a:ext cx="3343680" cy="10080"/>
          </a:xfrm>
          <a:custGeom>
            <a:avLst/>
            <a:gdLst/>
            <a:ahLst/>
            <a:rect l="0" t="0" r="r" b="b"/>
            <a:pathLst>
              <a:path w="9288" h="28">
                <a:moveTo>
                  <a:pt x="0" y="0"/>
                </a:moveTo>
                <a:lnTo>
                  <a:pt x="9288" y="0"/>
                </a:lnTo>
                <a:lnTo>
                  <a:pt x="928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7" name=""/>
          <p:cNvSpPr/>
          <p:nvPr/>
        </p:nvSpPr>
        <p:spPr>
          <a:xfrm>
            <a:off x="4086000" y="3619440"/>
            <a:ext cx="10080" cy="533520"/>
          </a:xfrm>
          <a:custGeom>
            <a:avLst/>
            <a:gdLst/>
            <a:ahLst/>
            <a:rect l="0" t="0" r="r" b="b"/>
            <a:pathLst>
              <a:path w="28" h="1482">
                <a:moveTo>
                  <a:pt x="0" y="0"/>
                </a:moveTo>
                <a:lnTo>
                  <a:pt x="28" y="0"/>
                </a:lnTo>
                <a:lnTo>
                  <a:pt x="2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8" name=""/>
          <p:cNvSpPr/>
          <p:nvPr/>
        </p:nvSpPr>
        <p:spPr>
          <a:xfrm>
            <a:off x="4095720" y="3609720"/>
            <a:ext cx="2428920" cy="10080"/>
          </a:xfrm>
          <a:custGeom>
            <a:avLst/>
            <a:gdLst/>
            <a:ahLst/>
            <a:rect l="0" t="0" r="r" b="b"/>
            <a:pathLst>
              <a:path w="6747" h="28">
                <a:moveTo>
                  <a:pt x="0" y="0"/>
                </a:moveTo>
                <a:lnTo>
                  <a:pt x="6747" y="0"/>
                </a:lnTo>
                <a:lnTo>
                  <a:pt x="67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9" name=""/>
          <p:cNvSpPr/>
          <p:nvPr/>
        </p:nvSpPr>
        <p:spPr>
          <a:xfrm>
            <a:off x="6514920" y="361944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0" name=""/>
          <p:cNvSpPr/>
          <p:nvPr/>
        </p:nvSpPr>
        <p:spPr>
          <a:xfrm>
            <a:off x="6524280" y="3609720"/>
            <a:ext cx="1391040" cy="10080"/>
          </a:xfrm>
          <a:custGeom>
            <a:avLst/>
            <a:gdLst/>
            <a:ahLst/>
            <a:rect l="0" t="0" r="r" b="b"/>
            <a:pathLst>
              <a:path w="3864" h="28">
                <a:moveTo>
                  <a:pt x="0" y="0"/>
                </a:moveTo>
                <a:lnTo>
                  <a:pt x="3864" y="0"/>
                </a:lnTo>
                <a:lnTo>
                  <a:pt x="38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1" name=""/>
          <p:cNvSpPr/>
          <p:nvPr/>
        </p:nvSpPr>
        <p:spPr>
          <a:xfrm>
            <a:off x="7905600" y="361944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2" name=""/>
          <p:cNvSpPr/>
          <p:nvPr/>
        </p:nvSpPr>
        <p:spPr>
          <a:xfrm>
            <a:off x="7914960" y="3609720"/>
            <a:ext cx="2439000" cy="10080"/>
          </a:xfrm>
          <a:custGeom>
            <a:avLst/>
            <a:gdLst/>
            <a:ahLst/>
            <a:rect l="0" t="0" r="r" b="b"/>
            <a:pathLst>
              <a:path w="6775" h="28">
                <a:moveTo>
                  <a:pt x="0" y="0"/>
                </a:moveTo>
                <a:lnTo>
                  <a:pt x="6775" y="0"/>
                </a:lnTo>
                <a:lnTo>
                  <a:pt x="677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3" name=""/>
          <p:cNvSpPr/>
          <p:nvPr/>
        </p:nvSpPr>
        <p:spPr>
          <a:xfrm>
            <a:off x="10343880" y="3619440"/>
            <a:ext cx="10080" cy="533520"/>
          </a:xfrm>
          <a:custGeom>
            <a:avLst/>
            <a:gdLst/>
            <a:ahLst/>
            <a:rect l="0" t="0" r="r" b="b"/>
            <a:pathLst>
              <a:path w="28" h="1482">
                <a:moveTo>
                  <a:pt x="0" y="0"/>
                </a:moveTo>
                <a:lnTo>
                  <a:pt x="28" y="0"/>
                </a:lnTo>
                <a:lnTo>
                  <a:pt x="2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4" name=""/>
          <p:cNvSpPr/>
          <p:nvPr/>
        </p:nvSpPr>
        <p:spPr>
          <a:xfrm>
            <a:off x="752400" y="41526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5" name=""/>
          <p:cNvSpPr/>
          <p:nvPr/>
        </p:nvSpPr>
        <p:spPr>
          <a:xfrm>
            <a:off x="752400" y="4143240"/>
            <a:ext cx="3343680" cy="9720"/>
          </a:xfrm>
          <a:custGeom>
            <a:avLst/>
            <a:gdLst/>
            <a:ahLst/>
            <a:rect l="0" t="0" r="r" b="b"/>
            <a:pathLst>
              <a:path w="9288" h="27">
                <a:moveTo>
                  <a:pt x="0" y="0"/>
                </a:moveTo>
                <a:lnTo>
                  <a:pt x="9288" y="0"/>
                </a:lnTo>
                <a:lnTo>
                  <a:pt x="928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6" name=""/>
          <p:cNvSpPr/>
          <p:nvPr/>
        </p:nvSpPr>
        <p:spPr>
          <a:xfrm>
            <a:off x="4086000" y="415260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7" name=""/>
          <p:cNvSpPr/>
          <p:nvPr/>
        </p:nvSpPr>
        <p:spPr>
          <a:xfrm>
            <a:off x="4095720" y="4143240"/>
            <a:ext cx="2428920" cy="9720"/>
          </a:xfrm>
          <a:custGeom>
            <a:avLst/>
            <a:gdLst/>
            <a:ahLst/>
            <a:rect l="0" t="0" r="r" b="b"/>
            <a:pathLst>
              <a:path w="6747" h="27">
                <a:moveTo>
                  <a:pt x="0" y="0"/>
                </a:moveTo>
                <a:lnTo>
                  <a:pt x="6747" y="0"/>
                </a:lnTo>
                <a:lnTo>
                  <a:pt x="67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8" name=""/>
          <p:cNvSpPr/>
          <p:nvPr/>
        </p:nvSpPr>
        <p:spPr>
          <a:xfrm>
            <a:off x="6514920" y="41526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9" name=""/>
          <p:cNvSpPr/>
          <p:nvPr/>
        </p:nvSpPr>
        <p:spPr>
          <a:xfrm>
            <a:off x="6524280" y="4143240"/>
            <a:ext cx="1391040" cy="9720"/>
          </a:xfrm>
          <a:custGeom>
            <a:avLst/>
            <a:gdLst/>
            <a:ahLst/>
            <a:rect l="0" t="0" r="r" b="b"/>
            <a:pathLst>
              <a:path w="3864" h="27">
                <a:moveTo>
                  <a:pt x="0" y="0"/>
                </a:moveTo>
                <a:lnTo>
                  <a:pt x="3864" y="0"/>
                </a:lnTo>
                <a:lnTo>
                  <a:pt x="38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0" name=""/>
          <p:cNvSpPr/>
          <p:nvPr/>
        </p:nvSpPr>
        <p:spPr>
          <a:xfrm>
            <a:off x="7905600" y="41526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1" name=""/>
          <p:cNvSpPr/>
          <p:nvPr/>
        </p:nvSpPr>
        <p:spPr>
          <a:xfrm>
            <a:off x="7914960" y="4143240"/>
            <a:ext cx="2439000" cy="9720"/>
          </a:xfrm>
          <a:custGeom>
            <a:avLst/>
            <a:gdLst/>
            <a:ahLst/>
            <a:rect l="0" t="0" r="r" b="b"/>
            <a:pathLst>
              <a:path w="6775" h="27">
                <a:moveTo>
                  <a:pt x="0" y="0"/>
                </a:moveTo>
                <a:lnTo>
                  <a:pt x="6775" y="0"/>
                </a:lnTo>
                <a:lnTo>
                  <a:pt x="677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2" name=""/>
          <p:cNvSpPr/>
          <p:nvPr/>
        </p:nvSpPr>
        <p:spPr>
          <a:xfrm>
            <a:off x="10343880" y="415260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3" name=""/>
          <p:cNvSpPr/>
          <p:nvPr/>
        </p:nvSpPr>
        <p:spPr>
          <a:xfrm>
            <a:off x="752400" y="469548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4" name=""/>
          <p:cNvSpPr/>
          <p:nvPr/>
        </p:nvSpPr>
        <p:spPr>
          <a:xfrm>
            <a:off x="752400" y="4686120"/>
            <a:ext cx="3343680" cy="9720"/>
          </a:xfrm>
          <a:custGeom>
            <a:avLst/>
            <a:gdLst/>
            <a:ahLst/>
            <a:rect l="0" t="0" r="r" b="b"/>
            <a:pathLst>
              <a:path w="9288" h="27">
                <a:moveTo>
                  <a:pt x="0" y="0"/>
                </a:moveTo>
                <a:lnTo>
                  <a:pt x="9288" y="0"/>
                </a:lnTo>
                <a:lnTo>
                  <a:pt x="928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5" name=""/>
          <p:cNvSpPr/>
          <p:nvPr/>
        </p:nvSpPr>
        <p:spPr>
          <a:xfrm>
            <a:off x="4086000" y="469548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6" name=""/>
          <p:cNvSpPr/>
          <p:nvPr/>
        </p:nvSpPr>
        <p:spPr>
          <a:xfrm>
            <a:off x="4095720" y="4686120"/>
            <a:ext cx="2428920" cy="9720"/>
          </a:xfrm>
          <a:custGeom>
            <a:avLst/>
            <a:gdLst/>
            <a:ahLst/>
            <a:rect l="0" t="0" r="r" b="b"/>
            <a:pathLst>
              <a:path w="6747" h="27">
                <a:moveTo>
                  <a:pt x="0" y="0"/>
                </a:moveTo>
                <a:lnTo>
                  <a:pt x="6747" y="0"/>
                </a:lnTo>
                <a:lnTo>
                  <a:pt x="67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7" name=""/>
          <p:cNvSpPr/>
          <p:nvPr/>
        </p:nvSpPr>
        <p:spPr>
          <a:xfrm>
            <a:off x="6514920" y="469548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8" name=""/>
          <p:cNvSpPr/>
          <p:nvPr/>
        </p:nvSpPr>
        <p:spPr>
          <a:xfrm>
            <a:off x="6524280" y="4686120"/>
            <a:ext cx="1391040" cy="9720"/>
          </a:xfrm>
          <a:custGeom>
            <a:avLst/>
            <a:gdLst/>
            <a:ahLst/>
            <a:rect l="0" t="0" r="r" b="b"/>
            <a:pathLst>
              <a:path w="3864" h="27">
                <a:moveTo>
                  <a:pt x="0" y="0"/>
                </a:moveTo>
                <a:lnTo>
                  <a:pt x="3864" y="0"/>
                </a:lnTo>
                <a:lnTo>
                  <a:pt x="38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9" name=""/>
          <p:cNvSpPr/>
          <p:nvPr/>
        </p:nvSpPr>
        <p:spPr>
          <a:xfrm>
            <a:off x="7905600" y="469548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0" name=""/>
          <p:cNvSpPr/>
          <p:nvPr/>
        </p:nvSpPr>
        <p:spPr>
          <a:xfrm>
            <a:off x="7914960" y="4686120"/>
            <a:ext cx="2439000" cy="9720"/>
          </a:xfrm>
          <a:custGeom>
            <a:avLst/>
            <a:gdLst/>
            <a:ahLst/>
            <a:rect l="0" t="0" r="r" b="b"/>
            <a:pathLst>
              <a:path w="6775" h="27">
                <a:moveTo>
                  <a:pt x="0" y="0"/>
                </a:moveTo>
                <a:lnTo>
                  <a:pt x="6775" y="0"/>
                </a:lnTo>
                <a:lnTo>
                  <a:pt x="677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1" name=""/>
          <p:cNvSpPr/>
          <p:nvPr/>
        </p:nvSpPr>
        <p:spPr>
          <a:xfrm>
            <a:off x="10343880" y="469548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2" name=""/>
          <p:cNvSpPr/>
          <p:nvPr/>
        </p:nvSpPr>
        <p:spPr>
          <a:xfrm>
            <a:off x="752400" y="52290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3" name=""/>
          <p:cNvSpPr/>
          <p:nvPr/>
        </p:nvSpPr>
        <p:spPr>
          <a:xfrm>
            <a:off x="752400" y="5219640"/>
            <a:ext cx="3343680" cy="9720"/>
          </a:xfrm>
          <a:custGeom>
            <a:avLst/>
            <a:gdLst/>
            <a:ahLst/>
            <a:rect l="0" t="0" r="r" b="b"/>
            <a:pathLst>
              <a:path w="9288" h="27">
                <a:moveTo>
                  <a:pt x="0" y="0"/>
                </a:moveTo>
                <a:lnTo>
                  <a:pt x="9288" y="0"/>
                </a:lnTo>
                <a:lnTo>
                  <a:pt x="928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4" name=""/>
          <p:cNvSpPr/>
          <p:nvPr/>
        </p:nvSpPr>
        <p:spPr>
          <a:xfrm>
            <a:off x="4086000" y="522900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5" name=""/>
          <p:cNvSpPr/>
          <p:nvPr/>
        </p:nvSpPr>
        <p:spPr>
          <a:xfrm>
            <a:off x="4095720" y="5219640"/>
            <a:ext cx="2428920" cy="9720"/>
          </a:xfrm>
          <a:custGeom>
            <a:avLst/>
            <a:gdLst/>
            <a:ahLst/>
            <a:rect l="0" t="0" r="r" b="b"/>
            <a:pathLst>
              <a:path w="6747" h="27">
                <a:moveTo>
                  <a:pt x="0" y="0"/>
                </a:moveTo>
                <a:lnTo>
                  <a:pt x="6747" y="0"/>
                </a:lnTo>
                <a:lnTo>
                  <a:pt x="67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6" name=""/>
          <p:cNvSpPr/>
          <p:nvPr/>
        </p:nvSpPr>
        <p:spPr>
          <a:xfrm>
            <a:off x="6514920" y="52290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7" name=""/>
          <p:cNvSpPr/>
          <p:nvPr/>
        </p:nvSpPr>
        <p:spPr>
          <a:xfrm>
            <a:off x="6524280" y="5219640"/>
            <a:ext cx="1391040" cy="9720"/>
          </a:xfrm>
          <a:custGeom>
            <a:avLst/>
            <a:gdLst/>
            <a:ahLst/>
            <a:rect l="0" t="0" r="r" b="b"/>
            <a:pathLst>
              <a:path w="3864" h="27">
                <a:moveTo>
                  <a:pt x="0" y="0"/>
                </a:moveTo>
                <a:lnTo>
                  <a:pt x="3864" y="0"/>
                </a:lnTo>
                <a:lnTo>
                  <a:pt x="38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8" name=""/>
          <p:cNvSpPr/>
          <p:nvPr/>
        </p:nvSpPr>
        <p:spPr>
          <a:xfrm>
            <a:off x="7905600" y="52290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9" name=""/>
          <p:cNvSpPr/>
          <p:nvPr/>
        </p:nvSpPr>
        <p:spPr>
          <a:xfrm>
            <a:off x="7914960" y="5219640"/>
            <a:ext cx="2439000" cy="9720"/>
          </a:xfrm>
          <a:custGeom>
            <a:avLst/>
            <a:gdLst/>
            <a:ahLst/>
            <a:rect l="0" t="0" r="r" b="b"/>
            <a:pathLst>
              <a:path w="6775" h="27">
                <a:moveTo>
                  <a:pt x="0" y="0"/>
                </a:moveTo>
                <a:lnTo>
                  <a:pt x="6775" y="0"/>
                </a:lnTo>
                <a:lnTo>
                  <a:pt x="677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0" name=""/>
          <p:cNvSpPr/>
          <p:nvPr/>
        </p:nvSpPr>
        <p:spPr>
          <a:xfrm>
            <a:off x="10343880" y="522900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1" name=""/>
          <p:cNvSpPr/>
          <p:nvPr/>
        </p:nvSpPr>
        <p:spPr>
          <a:xfrm>
            <a:off x="752400" y="577188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2" name=""/>
          <p:cNvSpPr/>
          <p:nvPr/>
        </p:nvSpPr>
        <p:spPr>
          <a:xfrm>
            <a:off x="752400" y="5762520"/>
            <a:ext cx="3343680" cy="9720"/>
          </a:xfrm>
          <a:custGeom>
            <a:avLst/>
            <a:gdLst/>
            <a:ahLst/>
            <a:rect l="0" t="0" r="r" b="b"/>
            <a:pathLst>
              <a:path w="9288" h="27">
                <a:moveTo>
                  <a:pt x="0" y="0"/>
                </a:moveTo>
                <a:lnTo>
                  <a:pt x="9288" y="0"/>
                </a:lnTo>
                <a:lnTo>
                  <a:pt x="928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3" name=""/>
          <p:cNvSpPr/>
          <p:nvPr/>
        </p:nvSpPr>
        <p:spPr>
          <a:xfrm>
            <a:off x="4086000" y="577188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4" name=""/>
          <p:cNvSpPr/>
          <p:nvPr/>
        </p:nvSpPr>
        <p:spPr>
          <a:xfrm>
            <a:off x="4095720" y="5762520"/>
            <a:ext cx="2428920" cy="9720"/>
          </a:xfrm>
          <a:custGeom>
            <a:avLst/>
            <a:gdLst/>
            <a:ahLst/>
            <a:rect l="0" t="0" r="r" b="b"/>
            <a:pathLst>
              <a:path w="6747" h="27">
                <a:moveTo>
                  <a:pt x="0" y="0"/>
                </a:moveTo>
                <a:lnTo>
                  <a:pt x="6747" y="0"/>
                </a:lnTo>
                <a:lnTo>
                  <a:pt x="67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5" name=""/>
          <p:cNvSpPr/>
          <p:nvPr/>
        </p:nvSpPr>
        <p:spPr>
          <a:xfrm>
            <a:off x="6514920" y="577188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6" name=""/>
          <p:cNvSpPr/>
          <p:nvPr/>
        </p:nvSpPr>
        <p:spPr>
          <a:xfrm>
            <a:off x="6524280" y="5762520"/>
            <a:ext cx="1391040" cy="9720"/>
          </a:xfrm>
          <a:custGeom>
            <a:avLst/>
            <a:gdLst/>
            <a:ahLst/>
            <a:rect l="0" t="0" r="r" b="b"/>
            <a:pathLst>
              <a:path w="3864" h="27">
                <a:moveTo>
                  <a:pt x="0" y="0"/>
                </a:moveTo>
                <a:lnTo>
                  <a:pt x="3864" y="0"/>
                </a:lnTo>
                <a:lnTo>
                  <a:pt x="38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7" name=""/>
          <p:cNvSpPr/>
          <p:nvPr/>
        </p:nvSpPr>
        <p:spPr>
          <a:xfrm>
            <a:off x="7905600" y="577188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8" name=""/>
          <p:cNvSpPr/>
          <p:nvPr/>
        </p:nvSpPr>
        <p:spPr>
          <a:xfrm>
            <a:off x="7914960" y="5762520"/>
            <a:ext cx="2439000" cy="9720"/>
          </a:xfrm>
          <a:custGeom>
            <a:avLst/>
            <a:gdLst/>
            <a:ahLst/>
            <a:rect l="0" t="0" r="r" b="b"/>
            <a:pathLst>
              <a:path w="6775" h="27">
                <a:moveTo>
                  <a:pt x="0" y="0"/>
                </a:moveTo>
                <a:lnTo>
                  <a:pt x="6775" y="0"/>
                </a:lnTo>
                <a:lnTo>
                  <a:pt x="677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9" name=""/>
          <p:cNvSpPr/>
          <p:nvPr/>
        </p:nvSpPr>
        <p:spPr>
          <a:xfrm>
            <a:off x="10343880" y="577188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0" name=""/>
          <p:cNvSpPr/>
          <p:nvPr/>
        </p:nvSpPr>
        <p:spPr>
          <a:xfrm>
            <a:off x="752400" y="6295680"/>
            <a:ext cx="3343680" cy="10080"/>
          </a:xfrm>
          <a:custGeom>
            <a:avLst/>
            <a:gdLst/>
            <a:ahLst/>
            <a:rect l="0" t="0" r="r" b="b"/>
            <a:pathLst>
              <a:path w="9288" h="28">
                <a:moveTo>
                  <a:pt x="0" y="0"/>
                </a:moveTo>
                <a:lnTo>
                  <a:pt x="9288" y="0"/>
                </a:lnTo>
                <a:lnTo>
                  <a:pt x="928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1" name=""/>
          <p:cNvSpPr/>
          <p:nvPr/>
        </p:nvSpPr>
        <p:spPr>
          <a:xfrm>
            <a:off x="4095720" y="6295680"/>
            <a:ext cx="2428920" cy="10080"/>
          </a:xfrm>
          <a:custGeom>
            <a:avLst/>
            <a:gdLst/>
            <a:ahLst/>
            <a:rect l="0" t="0" r="r" b="b"/>
            <a:pathLst>
              <a:path w="6747" h="28">
                <a:moveTo>
                  <a:pt x="0" y="0"/>
                </a:moveTo>
                <a:lnTo>
                  <a:pt x="6747" y="0"/>
                </a:lnTo>
                <a:lnTo>
                  <a:pt x="67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2" name=""/>
          <p:cNvSpPr/>
          <p:nvPr/>
        </p:nvSpPr>
        <p:spPr>
          <a:xfrm>
            <a:off x="6524280" y="6295680"/>
            <a:ext cx="1391040" cy="10080"/>
          </a:xfrm>
          <a:custGeom>
            <a:avLst/>
            <a:gdLst/>
            <a:ahLst/>
            <a:rect l="0" t="0" r="r" b="b"/>
            <a:pathLst>
              <a:path w="3864" h="28">
                <a:moveTo>
                  <a:pt x="0" y="0"/>
                </a:moveTo>
                <a:lnTo>
                  <a:pt x="3864" y="0"/>
                </a:lnTo>
                <a:lnTo>
                  <a:pt x="38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3" name=""/>
          <p:cNvSpPr/>
          <p:nvPr/>
        </p:nvSpPr>
        <p:spPr>
          <a:xfrm>
            <a:off x="7914960" y="6295680"/>
            <a:ext cx="2439000" cy="10080"/>
          </a:xfrm>
          <a:custGeom>
            <a:avLst/>
            <a:gdLst/>
            <a:ahLst/>
            <a:rect l="0" t="0" r="r" b="b"/>
            <a:pathLst>
              <a:path w="6775" h="28">
                <a:moveTo>
                  <a:pt x="0" y="0"/>
                </a:moveTo>
                <a:lnTo>
                  <a:pt x="6775" y="0"/>
                </a:lnTo>
                <a:lnTo>
                  <a:pt x="677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4" name=""/>
          <p:cNvSpPr txBox="1"/>
          <p:nvPr/>
        </p:nvSpPr>
        <p:spPr>
          <a:xfrm>
            <a:off x="747720" y="770400"/>
            <a:ext cx="311724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  <a:ea typeface="Arial"/>
              </a:rPr>
              <a:t>L0 → L1: the jump</a:t>
            </a:r>
            <a:endParaRPr b="0" lang="en-US" sz="28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5" name=""/>
          <p:cNvSpPr txBox="1"/>
          <p:nvPr/>
        </p:nvSpPr>
        <p:spPr>
          <a:xfrm>
            <a:off x="2014560" y="1569240"/>
            <a:ext cx="8128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Metric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6" name=""/>
          <p:cNvSpPr txBox="1"/>
          <p:nvPr/>
        </p:nvSpPr>
        <p:spPr>
          <a:xfrm>
            <a:off x="4838040" y="1569240"/>
            <a:ext cx="9349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Level 0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7" name=""/>
          <p:cNvSpPr txBox="1"/>
          <p:nvPr/>
        </p:nvSpPr>
        <p:spPr>
          <a:xfrm>
            <a:off x="6748560" y="1569240"/>
            <a:ext cx="9349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Level 1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8" name=""/>
          <p:cNvSpPr txBox="1"/>
          <p:nvPr/>
        </p:nvSpPr>
        <p:spPr>
          <a:xfrm>
            <a:off x="9030600" y="156924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Δ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9" name=""/>
          <p:cNvSpPr/>
          <p:nvPr/>
        </p:nvSpPr>
        <p:spPr>
          <a:xfrm>
            <a:off x="4259160" y="2116440"/>
            <a:ext cx="253800" cy="253800"/>
          </a:xfrm>
          <a:custGeom>
            <a:avLst/>
            <a:gdLst/>
            <a:ahLst/>
            <a:rect l="0" t="0" r="r" b="b"/>
            <a:pathLst>
              <a:path w="705" h="705">
                <a:moveTo>
                  <a:pt x="428" y="352"/>
                </a:moveTo>
                <a:lnTo>
                  <a:pt x="690" y="91"/>
                </a:lnTo>
                <a:cubicBezTo>
                  <a:pt x="710" y="70"/>
                  <a:pt x="710" y="36"/>
                  <a:pt x="690" y="15"/>
                </a:cubicBezTo>
                <a:cubicBezTo>
                  <a:pt x="669" y="-5"/>
                  <a:pt x="635" y="-5"/>
                  <a:pt x="614" y="15"/>
                </a:cubicBezTo>
                <a:lnTo>
                  <a:pt x="353" y="277"/>
                </a:lnTo>
                <a:lnTo>
                  <a:pt x="92" y="15"/>
                </a:lnTo>
                <a:cubicBezTo>
                  <a:pt x="71" y="-5"/>
                  <a:pt x="37" y="-5"/>
                  <a:pt x="16" y="15"/>
                </a:cubicBezTo>
                <a:cubicBezTo>
                  <a:pt x="-4" y="36"/>
                  <a:pt x="-4" y="70"/>
                  <a:pt x="16" y="91"/>
                </a:cubicBezTo>
                <a:lnTo>
                  <a:pt x="277" y="352"/>
                </a:lnTo>
                <a:lnTo>
                  <a:pt x="16" y="614"/>
                </a:lnTo>
                <a:cubicBezTo>
                  <a:pt x="-5" y="635"/>
                  <a:pt x="-5" y="668"/>
                  <a:pt x="16" y="689"/>
                </a:cubicBezTo>
                <a:cubicBezTo>
                  <a:pt x="26" y="700"/>
                  <a:pt x="40" y="705"/>
                  <a:pt x="54" y="705"/>
                </a:cubicBezTo>
                <a:cubicBezTo>
                  <a:pt x="67" y="705"/>
                  <a:pt x="81" y="700"/>
                  <a:pt x="91" y="689"/>
                </a:cubicBezTo>
                <a:lnTo>
                  <a:pt x="353" y="428"/>
                </a:lnTo>
                <a:lnTo>
                  <a:pt x="614" y="689"/>
                </a:lnTo>
                <a:cubicBezTo>
                  <a:pt x="625" y="699"/>
                  <a:pt x="638" y="704"/>
                  <a:pt x="652" y="704"/>
                </a:cubicBezTo>
                <a:cubicBezTo>
                  <a:pt x="666" y="704"/>
                  <a:pt x="679" y="699"/>
                  <a:pt x="690" y="689"/>
                </a:cubicBezTo>
                <a:cubicBezTo>
                  <a:pt x="710" y="668"/>
                  <a:pt x="710" y="634"/>
                  <a:pt x="690" y="613"/>
                </a:cubicBezTo>
                <a:lnTo>
                  <a:pt x="428" y="352"/>
                </a:ln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40" name=""/>
          <p:cNvSpPr txBox="1"/>
          <p:nvPr/>
        </p:nvSpPr>
        <p:spPr>
          <a:xfrm>
            <a:off x="880920" y="2102760"/>
            <a:ext cx="30808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Crash at 50 Virtual Users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1" name=""/>
          <p:cNvSpPr/>
          <p:nvPr/>
        </p:nvSpPr>
        <p:spPr>
          <a:xfrm>
            <a:off x="6676920" y="2104920"/>
            <a:ext cx="276480" cy="276480"/>
          </a:xfrm>
          <a:custGeom>
            <a:avLst/>
            <a:gdLst/>
            <a:ahLst/>
            <a:rect l="0" t="0" r="r" b="b"/>
            <a:pathLst>
              <a:path w="768" h="768">
                <a:moveTo>
                  <a:pt x="768" y="683"/>
                </a:moveTo>
                <a:cubicBezTo>
                  <a:pt x="768" y="730"/>
                  <a:pt x="730" y="768"/>
                  <a:pt x="683" y="768"/>
                </a:cubicBezTo>
                <a:lnTo>
                  <a:pt x="85" y="768"/>
                </a:lnTo>
                <a:cubicBezTo>
                  <a:pt x="38" y="768"/>
                  <a:pt x="0" y="730"/>
                  <a:pt x="0" y="683"/>
                </a:cubicBezTo>
                <a:lnTo>
                  <a:pt x="0" y="85"/>
                </a:lnTo>
                <a:cubicBezTo>
                  <a:pt x="0" y="38"/>
                  <a:pt x="38" y="0"/>
                  <a:pt x="85" y="0"/>
                </a:cubicBezTo>
                <a:lnTo>
                  <a:pt x="683" y="0"/>
                </a:lnTo>
                <a:cubicBezTo>
                  <a:pt x="730" y="0"/>
                  <a:pt x="768" y="38"/>
                  <a:pt x="768" y="85"/>
                </a:cubicBezTo>
                <a:lnTo>
                  <a:pt x="768" y="683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42" name=""/>
          <p:cNvSpPr/>
          <p:nvPr/>
        </p:nvSpPr>
        <p:spPr>
          <a:xfrm>
            <a:off x="6720840" y="2150640"/>
            <a:ext cx="190080" cy="186840"/>
          </a:xfrm>
          <a:custGeom>
            <a:avLst/>
            <a:gdLst/>
            <a:ahLst/>
            <a:rect l="0" t="0" r="r" b="b"/>
            <a:pathLst>
              <a:path w="528" h="519">
                <a:moveTo>
                  <a:pt x="503" y="9"/>
                </a:moveTo>
                <a:cubicBezTo>
                  <a:pt x="478" y="-7"/>
                  <a:pt x="445" y="0"/>
                  <a:pt x="429" y="25"/>
                </a:cubicBezTo>
                <a:lnTo>
                  <a:pt x="197" y="383"/>
                </a:lnTo>
                <a:lnTo>
                  <a:pt x="90" y="284"/>
                </a:lnTo>
                <a:cubicBezTo>
                  <a:pt x="68" y="264"/>
                  <a:pt x="35" y="265"/>
                  <a:pt x="15" y="287"/>
                </a:cubicBezTo>
                <a:cubicBezTo>
                  <a:pt x="-6" y="308"/>
                  <a:pt x="-5" y="342"/>
                  <a:pt x="18" y="362"/>
                </a:cubicBezTo>
                <a:lnTo>
                  <a:pt x="171" y="505"/>
                </a:lnTo>
                <a:cubicBezTo>
                  <a:pt x="181" y="514"/>
                  <a:pt x="194" y="519"/>
                  <a:pt x="207" y="519"/>
                </a:cubicBezTo>
                <a:cubicBezTo>
                  <a:pt x="222" y="519"/>
                  <a:pt x="240" y="513"/>
                  <a:pt x="252" y="495"/>
                </a:cubicBezTo>
                <a:cubicBezTo>
                  <a:pt x="259" y="483"/>
                  <a:pt x="519" y="83"/>
                  <a:pt x="519" y="83"/>
                </a:cubicBezTo>
                <a:cubicBezTo>
                  <a:pt x="536" y="58"/>
                  <a:pt x="528" y="25"/>
                  <a:pt x="503" y="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3" name=""/>
          <p:cNvSpPr txBox="1"/>
          <p:nvPr/>
        </p:nvSpPr>
        <p:spPr>
          <a:xfrm>
            <a:off x="4536360" y="2102760"/>
            <a:ext cx="18540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server buckles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4" name=""/>
          <p:cNvSpPr txBox="1"/>
          <p:nvPr/>
        </p:nvSpPr>
        <p:spPr>
          <a:xfrm>
            <a:off x="6968520" y="2102760"/>
            <a:ext cx="8114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stable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5" name=""/>
          <p:cNvSpPr txBox="1"/>
          <p:nvPr/>
        </p:nvSpPr>
        <p:spPr>
          <a:xfrm>
            <a:off x="8039520" y="2102760"/>
            <a:ext cx="21769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crash eliminated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6" name=""/>
          <p:cNvSpPr txBox="1"/>
          <p:nvPr/>
        </p:nvSpPr>
        <p:spPr>
          <a:xfrm>
            <a:off x="880920" y="2645640"/>
            <a:ext cx="19774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Peak requests/s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7" name=""/>
          <p:cNvSpPr txBox="1"/>
          <p:nvPr/>
        </p:nvSpPr>
        <p:spPr>
          <a:xfrm>
            <a:off x="4218840" y="2645640"/>
            <a:ext cx="21542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~140 → </a:t>
            </a:r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collapse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8" name=""/>
          <p:cNvSpPr txBox="1"/>
          <p:nvPr/>
        </p:nvSpPr>
        <p:spPr>
          <a:xfrm>
            <a:off x="6651000" y="2645640"/>
            <a:ext cx="3070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65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9" name=""/>
          <p:cNvSpPr txBox="1"/>
          <p:nvPr/>
        </p:nvSpPr>
        <p:spPr>
          <a:xfrm>
            <a:off x="8039520" y="2645640"/>
            <a:ext cx="21312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stable throughput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0" name=""/>
          <p:cNvSpPr txBox="1"/>
          <p:nvPr/>
        </p:nvSpPr>
        <p:spPr>
          <a:xfrm>
            <a:off x="880920" y="3179160"/>
            <a:ext cx="15033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p95 Latency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1" name=""/>
          <p:cNvSpPr txBox="1"/>
          <p:nvPr/>
        </p:nvSpPr>
        <p:spPr>
          <a:xfrm>
            <a:off x="4218840" y="3179160"/>
            <a:ext cx="5295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~3 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2" name=""/>
          <p:cNvSpPr txBox="1"/>
          <p:nvPr/>
        </p:nvSpPr>
        <p:spPr>
          <a:xfrm>
            <a:off x="6651000" y="3179160"/>
            <a:ext cx="9349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133 ms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3" name=""/>
          <p:cNvSpPr txBox="1"/>
          <p:nvPr/>
        </p:nvSpPr>
        <p:spPr>
          <a:xfrm>
            <a:off x="8039520" y="3179160"/>
            <a:ext cx="7124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−</a:t>
            </a:r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95%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4" name=""/>
          <p:cNvSpPr txBox="1"/>
          <p:nvPr/>
        </p:nvSpPr>
        <p:spPr>
          <a:xfrm>
            <a:off x="880920" y="3722040"/>
            <a:ext cx="15033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p99 Latency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5" name=""/>
          <p:cNvSpPr txBox="1"/>
          <p:nvPr/>
        </p:nvSpPr>
        <p:spPr>
          <a:xfrm>
            <a:off x="4218840" y="3722040"/>
            <a:ext cx="16711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6 s flat ceiling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6" name=""/>
          <p:cNvSpPr txBox="1"/>
          <p:nvPr/>
        </p:nvSpPr>
        <p:spPr>
          <a:xfrm>
            <a:off x="6651000" y="3722040"/>
            <a:ext cx="10965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~350 ms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7" name=""/>
          <p:cNvSpPr txBox="1"/>
          <p:nvPr/>
        </p:nvSpPr>
        <p:spPr>
          <a:xfrm>
            <a:off x="8039520" y="3722040"/>
            <a:ext cx="7124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−</a:t>
            </a:r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94%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8" name=""/>
          <p:cNvSpPr txBox="1"/>
          <p:nvPr/>
        </p:nvSpPr>
        <p:spPr>
          <a:xfrm>
            <a:off x="880920" y="4255200"/>
            <a:ext cx="29786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CPU @ 50 Virtual Users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9" name=""/>
          <p:cNvSpPr txBox="1"/>
          <p:nvPr/>
        </p:nvSpPr>
        <p:spPr>
          <a:xfrm>
            <a:off x="4218840" y="4255200"/>
            <a:ext cx="8665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~100%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0" name=""/>
          <p:cNvSpPr txBox="1"/>
          <p:nvPr/>
        </p:nvSpPr>
        <p:spPr>
          <a:xfrm>
            <a:off x="6651000" y="4255200"/>
            <a:ext cx="5522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25%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1" name=""/>
          <p:cNvSpPr txBox="1"/>
          <p:nvPr/>
        </p:nvSpPr>
        <p:spPr>
          <a:xfrm>
            <a:off x="8039520" y="4255200"/>
            <a:ext cx="7124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−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75%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2" name=""/>
          <p:cNvSpPr txBox="1"/>
          <p:nvPr/>
        </p:nvSpPr>
        <p:spPr>
          <a:xfrm>
            <a:off x="880920" y="4798440"/>
            <a:ext cx="21924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FPM queue depth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3" name=""/>
          <p:cNvSpPr txBox="1"/>
          <p:nvPr/>
        </p:nvSpPr>
        <p:spPr>
          <a:xfrm>
            <a:off x="4218840" y="4798440"/>
            <a:ext cx="16480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~250 backlog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4" name=""/>
          <p:cNvSpPr/>
          <p:nvPr/>
        </p:nvSpPr>
        <p:spPr>
          <a:xfrm>
            <a:off x="8067600" y="4800240"/>
            <a:ext cx="276480" cy="276840"/>
          </a:xfrm>
          <a:custGeom>
            <a:avLst/>
            <a:gdLst/>
            <a:ahLst/>
            <a:rect l="0" t="0" r="r" b="b"/>
            <a:pathLst>
              <a:path w="768" h="769">
                <a:moveTo>
                  <a:pt x="768" y="684"/>
                </a:moveTo>
                <a:cubicBezTo>
                  <a:pt x="768" y="731"/>
                  <a:pt x="730" y="769"/>
                  <a:pt x="683" y="769"/>
                </a:cubicBezTo>
                <a:lnTo>
                  <a:pt x="85" y="769"/>
                </a:lnTo>
                <a:cubicBezTo>
                  <a:pt x="38" y="769"/>
                  <a:pt x="0" y="731"/>
                  <a:pt x="0" y="684"/>
                </a:cubicBezTo>
                <a:lnTo>
                  <a:pt x="0" y="86"/>
                </a:lnTo>
                <a:cubicBezTo>
                  <a:pt x="0" y="39"/>
                  <a:pt x="38" y="0"/>
                  <a:pt x="85" y="0"/>
                </a:cubicBezTo>
                <a:lnTo>
                  <a:pt x="683" y="0"/>
                </a:lnTo>
                <a:cubicBezTo>
                  <a:pt x="730" y="0"/>
                  <a:pt x="768" y="39"/>
                  <a:pt x="768" y="86"/>
                </a:cubicBezTo>
                <a:lnTo>
                  <a:pt x="768" y="684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65" name=""/>
          <p:cNvSpPr/>
          <p:nvPr/>
        </p:nvSpPr>
        <p:spPr>
          <a:xfrm>
            <a:off x="8111160" y="4846320"/>
            <a:ext cx="189720" cy="186840"/>
          </a:xfrm>
          <a:custGeom>
            <a:avLst/>
            <a:gdLst/>
            <a:ahLst/>
            <a:rect l="0" t="0" r="r" b="b"/>
            <a:pathLst>
              <a:path w="527" h="519">
                <a:moveTo>
                  <a:pt x="503" y="9"/>
                </a:moveTo>
                <a:cubicBezTo>
                  <a:pt x="478" y="-7"/>
                  <a:pt x="445" y="0"/>
                  <a:pt x="429" y="25"/>
                </a:cubicBezTo>
                <a:lnTo>
                  <a:pt x="196" y="383"/>
                </a:lnTo>
                <a:lnTo>
                  <a:pt x="89" y="284"/>
                </a:lnTo>
                <a:cubicBezTo>
                  <a:pt x="67" y="264"/>
                  <a:pt x="34" y="266"/>
                  <a:pt x="14" y="287"/>
                </a:cubicBezTo>
                <a:cubicBezTo>
                  <a:pt x="-6" y="309"/>
                  <a:pt x="-5" y="343"/>
                  <a:pt x="17" y="363"/>
                </a:cubicBezTo>
                <a:lnTo>
                  <a:pt x="170" y="505"/>
                </a:lnTo>
                <a:cubicBezTo>
                  <a:pt x="180" y="514"/>
                  <a:pt x="193" y="519"/>
                  <a:pt x="206" y="519"/>
                </a:cubicBezTo>
                <a:cubicBezTo>
                  <a:pt x="221" y="519"/>
                  <a:pt x="239" y="513"/>
                  <a:pt x="251" y="495"/>
                </a:cubicBezTo>
                <a:cubicBezTo>
                  <a:pt x="258" y="484"/>
                  <a:pt x="518" y="83"/>
                  <a:pt x="518" y="83"/>
                </a:cubicBezTo>
                <a:cubicBezTo>
                  <a:pt x="534" y="58"/>
                  <a:pt x="527" y="25"/>
                  <a:pt x="503" y="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6" name=""/>
          <p:cNvSpPr txBox="1"/>
          <p:nvPr/>
        </p:nvSpPr>
        <p:spPr>
          <a:xfrm>
            <a:off x="6651000" y="479844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0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7" name=""/>
          <p:cNvSpPr txBox="1"/>
          <p:nvPr/>
        </p:nvSpPr>
        <p:spPr>
          <a:xfrm>
            <a:off x="880920" y="5331600"/>
            <a:ext cx="21466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DB Threads peak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8" name=""/>
          <p:cNvSpPr txBox="1"/>
          <p:nvPr/>
        </p:nvSpPr>
        <p:spPr>
          <a:xfrm>
            <a:off x="4218840" y="5331600"/>
            <a:ext cx="4687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20+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9" name=""/>
          <p:cNvSpPr txBox="1"/>
          <p:nvPr/>
        </p:nvSpPr>
        <p:spPr>
          <a:xfrm>
            <a:off x="6651000" y="5331600"/>
            <a:ext cx="5371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12.5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0" name=""/>
          <p:cNvSpPr txBox="1"/>
          <p:nvPr/>
        </p:nvSpPr>
        <p:spPr>
          <a:xfrm>
            <a:off x="8039520" y="5331600"/>
            <a:ext cx="7124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−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37%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1" name=""/>
          <p:cNvSpPr txBox="1"/>
          <p:nvPr/>
        </p:nvSpPr>
        <p:spPr>
          <a:xfrm>
            <a:off x="880920" y="5874480"/>
            <a:ext cx="16862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Redis hit ratio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2" name=""/>
          <p:cNvSpPr txBox="1"/>
          <p:nvPr/>
        </p:nvSpPr>
        <p:spPr>
          <a:xfrm>
            <a:off x="4218840" y="5874480"/>
            <a:ext cx="2764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—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3" name=""/>
          <p:cNvSpPr txBox="1"/>
          <p:nvPr/>
        </p:nvSpPr>
        <p:spPr>
          <a:xfrm>
            <a:off x="6651000" y="5874480"/>
            <a:ext cx="7826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82.3%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4" name=""/>
          <p:cNvSpPr txBox="1"/>
          <p:nvPr/>
        </p:nvSpPr>
        <p:spPr>
          <a:xfrm>
            <a:off x="8039520" y="5874480"/>
            <a:ext cx="20246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new layer added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8" name=""/>
          <p:cNvSpPr/>
          <p:nvPr/>
        </p:nvSpPr>
        <p:spPr>
          <a:xfrm>
            <a:off x="780840" y="2946240"/>
            <a:ext cx="362160" cy="261720"/>
          </a:xfrm>
          <a:custGeom>
            <a:avLst/>
            <a:gdLst/>
            <a:ahLst/>
            <a:rect l="0" t="0" r="r" b="b"/>
            <a:pathLst>
              <a:path w="1006" h="727">
                <a:moveTo>
                  <a:pt x="0" y="112"/>
                </a:moveTo>
                <a:cubicBezTo>
                  <a:pt x="0" y="112"/>
                  <a:pt x="0" y="0"/>
                  <a:pt x="112" y="0"/>
                </a:cubicBezTo>
                <a:lnTo>
                  <a:pt x="895" y="0"/>
                </a:lnTo>
                <a:cubicBezTo>
                  <a:pt x="895" y="0"/>
                  <a:pt x="1006" y="0"/>
                  <a:pt x="1006" y="112"/>
                </a:cubicBezTo>
                <a:lnTo>
                  <a:pt x="1006" y="615"/>
                </a:lnTo>
                <a:cubicBezTo>
                  <a:pt x="1006" y="615"/>
                  <a:pt x="1006" y="727"/>
                  <a:pt x="895" y="727"/>
                </a:cubicBezTo>
                <a:lnTo>
                  <a:pt x="112" y="727"/>
                </a:lnTo>
                <a:cubicBezTo>
                  <a:pt x="112" y="727"/>
                  <a:pt x="0" y="727"/>
                  <a:pt x="0" y="615"/>
                </a:cubicBezTo>
                <a:lnTo>
                  <a:pt x="0" y="112"/>
                </a:lnTo>
                <a:close/>
              </a:path>
            </a:pathLst>
          </a:custGeom>
          <a:solidFill>
            <a:srgbClr val="31373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79" name=""/>
          <p:cNvSpPr/>
          <p:nvPr/>
        </p:nvSpPr>
        <p:spPr>
          <a:xfrm>
            <a:off x="891360" y="2976480"/>
            <a:ext cx="201600" cy="201240"/>
          </a:xfrm>
          <a:custGeom>
            <a:avLst/>
            <a:gdLst/>
            <a:ahLst/>
            <a:rect l="0" t="0" r="r" b="b"/>
            <a:pathLst>
              <a:path w="560" h="559">
                <a:moveTo>
                  <a:pt x="560" y="279"/>
                </a:moveTo>
                <a:cubicBezTo>
                  <a:pt x="560" y="297"/>
                  <a:pt x="558" y="316"/>
                  <a:pt x="554" y="333"/>
                </a:cubicBezTo>
                <a:cubicBezTo>
                  <a:pt x="551" y="351"/>
                  <a:pt x="546" y="369"/>
                  <a:pt x="539" y="387"/>
                </a:cubicBezTo>
                <a:cubicBezTo>
                  <a:pt x="532" y="404"/>
                  <a:pt x="523" y="420"/>
                  <a:pt x="513" y="435"/>
                </a:cubicBezTo>
                <a:cubicBezTo>
                  <a:pt x="503" y="450"/>
                  <a:pt x="491" y="465"/>
                  <a:pt x="478" y="477"/>
                </a:cubicBezTo>
                <a:cubicBezTo>
                  <a:pt x="465" y="490"/>
                  <a:pt x="451" y="502"/>
                  <a:pt x="436" y="512"/>
                </a:cubicBezTo>
                <a:cubicBezTo>
                  <a:pt x="420" y="522"/>
                  <a:pt x="404" y="531"/>
                  <a:pt x="387" y="538"/>
                </a:cubicBezTo>
                <a:cubicBezTo>
                  <a:pt x="371" y="545"/>
                  <a:pt x="353" y="550"/>
                  <a:pt x="335" y="554"/>
                </a:cubicBezTo>
                <a:cubicBezTo>
                  <a:pt x="317" y="558"/>
                  <a:pt x="299" y="559"/>
                  <a:pt x="281" y="559"/>
                </a:cubicBezTo>
                <a:cubicBezTo>
                  <a:pt x="262" y="559"/>
                  <a:pt x="244" y="558"/>
                  <a:pt x="226" y="554"/>
                </a:cubicBezTo>
                <a:cubicBezTo>
                  <a:pt x="208" y="550"/>
                  <a:pt x="191" y="545"/>
                  <a:pt x="174" y="538"/>
                </a:cubicBezTo>
                <a:cubicBezTo>
                  <a:pt x="157" y="531"/>
                  <a:pt x="141" y="522"/>
                  <a:pt x="125" y="512"/>
                </a:cubicBezTo>
                <a:cubicBezTo>
                  <a:pt x="110" y="502"/>
                  <a:pt x="96" y="490"/>
                  <a:pt x="83" y="477"/>
                </a:cubicBezTo>
                <a:cubicBezTo>
                  <a:pt x="70" y="465"/>
                  <a:pt x="59" y="450"/>
                  <a:pt x="48" y="435"/>
                </a:cubicBezTo>
                <a:cubicBezTo>
                  <a:pt x="38" y="420"/>
                  <a:pt x="29" y="404"/>
                  <a:pt x="22" y="387"/>
                </a:cubicBezTo>
                <a:cubicBezTo>
                  <a:pt x="15" y="369"/>
                  <a:pt x="9" y="351"/>
                  <a:pt x="6" y="333"/>
                </a:cubicBezTo>
                <a:cubicBezTo>
                  <a:pt x="2" y="316"/>
                  <a:pt x="0" y="297"/>
                  <a:pt x="0" y="279"/>
                </a:cubicBezTo>
                <a:cubicBezTo>
                  <a:pt x="0" y="261"/>
                  <a:pt x="2" y="243"/>
                  <a:pt x="6" y="225"/>
                </a:cubicBezTo>
                <a:cubicBezTo>
                  <a:pt x="9" y="207"/>
                  <a:pt x="15" y="189"/>
                  <a:pt x="22" y="172"/>
                </a:cubicBezTo>
                <a:cubicBezTo>
                  <a:pt x="29" y="155"/>
                  <a:pt x="38" y="139"/>
                  <a:pt x="48" y="124"/>
                </a:cubicBezTo>
                <a:cubicBezTo>
                  <a:pt x="59" y="109"/>
                  <a:pt x="70" y="94"/>
                  <a:pt x="83" y="82"/>
                </a:cubicBezTo>
                <a:cubicBezTo>
                  <a:pt x="96" y="69"/>
                  <a:pt x="110" y="57"/>
                  <a:pt x="125" y="47"/>
                </a:cubicBezTo>
                <a:cubicBezTo>
                  <a:pt x="141" y="37"/>
                  <a:pt x="157" y="28"/>
                  <a:pt x="174" y="21"/>
                </a:cubicBezTo>
                <a:cubicBezTo>
                  <a:pt x="191" y="14"/>
                  <a:pt x="208" y="9"/>
                  <a:pt x="226" y="5"/>
                </a:cubicBezTo>
                <a:cubicBezTo>
                  <a:pt x="244" y="2"/>
                  <a:pt x="262" y="0"/>
                  <a:pt x="281" y="0"/>
                </a:cubicBezTo>
                <a:cubicBezTo>
                  <a:pt x="299" y="0"/>
                  <a:pt x="317" y="2"/>
                  <a:pt x="335" y="5"/>
                </a:cubicBezTo>
                <a:cubicBezTo>
                  <a:pt x="353" y="9"/>
                  <a:pt x="371" y="14"/>
                  <a:pt x="387" y="21"/>
                </a:cubicBezTo>
                <a:cubicBezTo>
                  <a:pt x="404" y="28"/>
                  <a:pt x="420" y="37"/>
                  <a:pt x="436" y="47"/>
                </a:cubicBezTo>
                <a:cubicBezTo>
                  <a:pt x="451" y="57"/>
                  <a:pt x="465" y="69"/>
                  <a:pt x="478" y="82"/>
                </a:cubicBezTo>
                <a:cubicBezTo>
                  <a:pt x="491" y="94"/>
                  <a:pt x="503" y="109"/>
                  <a:pt x="513" y="124"/>
                </a:cubicBezTo>
                <a:cubicBezTo>
                  <a:pt x="523" y="139"/>
                  <a:pt x="532" y="155"/>
                  <a:pt x="539" y="172"/>
                </a:cubicBezTo>
                <a:cubicBezTo>
                  <a:pt x="546" y="189"/>
                  <a:pt x="551" y="207"/>
                  <a:pt x="554" y="225"/>
                </a:cubicBezTo>
                <a:cubicBezTo>
                  <a:pt x="558" y="243"/>
                  <a:pt x="560" y="261"/>
                  <a:pt x="560" y="279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0" name=""/>
          <p:cNvSpPr/>
          <p:nvPr/>
        </p:nvSpPr>
        <p:spPr>
          <a:xfrm>
            <a:off x="911520" y="2996640"/>
            <a:ext cx="161280" cy="160920"/>
          </a:xfrm>
          <a:custGeom>
            <a:avLst/>
            <a:gdLst/>
            <a:ahLst/>
            <a:rect l="0" t="0" r="r" b="b"/>
            <a:pathLst>
              <a:path w="448" h="447">
                <a:moveTo>
                  <a:pt x="448" y="223"/>
                </a:moveTo>
                <a:cubicBezTo>
                  <a:pt x="448" y="238"/>
                  <a:pt x="447" y="252"/>
                  <a:pt x="444" y="267"/>
                </a:cubicBezTo>
                <a:cubicBezTo>
                  <a:pt x="441" y="281"/>
                  <a:pt x="437" y="295"/>
                  <a:pt x="431" y="309"/>
                </a:cubicBezTo>
                <a:cubicBezTo>
                  <a:pt x="425" y="322"/>
                  <a:pt x="418" y="335"/>
                  <a:pt x="410" y="347"/>
                </a:cubicBezTo>
                <a:cubicBezTo>
                  <a:pt x="402" y="359"/>
                  <a:pt x="393" y="371"/>
                  <a:pt x="383" y="382"/>
                </a:cubicBezTo>
                <a:cubicBezTo>
                  <a:pt x="372" y="392"/>
                  <a:pt x="360" y="402"/>
                  <a:pt x="348" y="410"/>
                </a:cubicBezTo>
                <a:cubicBezTo>
                  <a:pt x="336" y="418"/>
                  <a:pt x="323" y="425"/>
                  <a:pt x="309" y="430"/>
                </a:cubicBezTo>
                <a:cubicBezTo>
                  <a:pt x="296" y="436"/>
                  <a:pt x="282" y="440"/>
                  <a:pt x="267" y="443"/>
                </a:cubicBezTo>
                <a:cubicBezTo>
                  <a:pt x="253" y="446"/>
                  <a:pt x="238" y="447"/>
                  <a:pt x="224" y="447"/>
                </a:cubicBezTo>
                <a:cubicBezTo>
                  <a:pt x="209" y="447"/>
                  <a:pt x="194" y="446"/>
                  <a:pt x="180" y="443"/>
                </a:cubicBezTo>
                <a:cubicBezTo>
                  <a:pt x="166" y="440"/>
                  <a:pt x="152" y="436"/>
                  <a:pt x="138" y="430"/>
                </a:cubicBezTo>
                <a:cubicBezTo>
                  <a:pt x="125" y="425"/>
                  <a:pt x="112" y="418"/>
                  <a:pt x="99" y="410"/>
                </a:cubicBezTo>
                <a:cubicBezTo>
                  <a:pt x="87" y="402"/>
                  <a:pt x="76" y="392"/>
                  <a:pt x="66" y="382"/>
                </a:cubicBezTo>
                <a:cubicBezTo>
                  <a:pt x="55" y="371"/>
                  <a:pt x="46" y="359"/>
                  <a:pt x="38" y="347"/>
                </a:cubicBezTo>
                <a:cubicBezTo>
                  <a:pt x="30" y="335"/>
                  <a:pt x="23" y="322"/>
                  <a:pt x="17" y="309"/>
                </a:cubicBezTo>
                <a:cubicBezTo>
                  <a:pt x="12" y="295"/>
                  <a:pt x="7" y="281"/>
                  <a:pt x="4" y="267"/>
                </a:cubicBezTo>
                <a:cubicBezTo>
                  <a:pt x="2" y="252"/>
                  <a:pt x="0" y="238"/>
                  <a:pt x="0" y="223"/>
                </a:cubicBezTo>
                <a:cubicBezTo>
                  <a:pt x="0" y="208"/>
                  <a:pt x="2" y="194"/>
                  <a:pt x="4" y="179"/>
                </a:cubicBezTo>
                <a:cubicBezTo>
                  <a:pt x="7" y="165"/>
                  <a:pt x="12" y="151"/>
                  <a:pt x="17" y="138"/>
                </a:cubicBezTo>
                <a:cubicBezTo>
                  <a:pt x="23" y="124"/>
                  <a:pt x="30" y="111"/>
                  <a:pt x="38" y="99"/>
                </a:cubicBezTo>
                <a:cubicBezTo>
                  <a:pt x="46" y="87"/>
                  <a:pt x="55" y="75"/>
                  <a:pt x="66" y="65"/>
                </a:cubicBezTo>
                <a:cubicBezTo>
                  <a:pt x="76" y="55"/>
                  <a:pt x="87" y="45"/>
                  <a:pt x="99" y="37"/>
                </a:cubicBezTo>
                <a:cubicBezTo>
                  <a:pt x="112" y="29"/>
                  <a:pt x="125" y="22"/>
                  <a:pt x="138" y="17"/>
                </a:cubicBezTo>
                <a:cubicBezTo>
                  <a:pt x="152" y="11"/>
                  <a:pt x="166" y="7"/>
                  <a:pt x="180" y="4"/>
                </a:cubicBezTo>
                <a:cubicBezTo>
                  <a:pt x="194" y="1"/>
                  <a:pt x="209" y="0"/>
                  <a:pt x="224" y="0"/>
                </a:cubicBezTo>
                <a:cubicBezTo>
                  <a:pt x="238" y="0"/>
                  <a:pt x="253" y="1"/>
                  <a:pt x="267" y="4"/>
                </a:cubicBezTo>
                <a:cubicBezTo>
                  <a:pt x="282" y="7"/>
                  <a:pt x="296" y="11"/>
                  <a:pt x="309" y="17"/>
                </a:cubicBezTo>
                <a:cubicBezTo>
                  <a:pt x="323" y="22"/>
                  <a:pt x="336" y="29"/>
                  <a:pt x="348" y="37"/>
                </a:cubicBezTo>
                <a:cubicBezTo>
                  <a:pt x="360" y="45"/>
                  <a:pt x="372" y="55"/>
                  <a:pt x="383" y="65"/>
                </a:cubicBezTo>
                <a:cubicBezTo>
                  <a:pt x="393" y="75"/>
                  <a:pt x="402" y="87"/>
                  <a:pt x="410" y="99"/>
                </a:cubicBezTo>
                <a:cubicBezTo>
                  <a:pt x="418" y="111"/>
                  <a:pt x="425" y="124"/>
                  <a:pt x="431" y="138"/>
                </a:cubicBezTo>
                <a:cubicBezTo>
                  <a:pt x="437" y="151"/>
                  <a:pt x="441" y="165"/>
                  <a:pt x="444" y="179"/>
                </a:cubicBezTo>
                <a:cubicBezTo>
                  <a:pt x="447" y="194"/>
                  <a:pt x="448" y="208"/>
                  <a:pt x="448" y="223"/>
                </a:cubicBezTo>
                <a:close/>
              </a:path>
            </a:pathLst>
          </a:custGeom>
          <a:solidFill>
            <a:srgbClr val="31373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81" name=""/>
          <p:cNvSpPr/>
          <p:nvPr/>
        </p:nvSpPr>
        <p:spPr>
          <a:xfrm>
            <a:off x="941760" y="3026520"/>
            <a:ext cx="100800" cy="101160"/>
          </a:xfrm>
          <a:custGeom>
            <a:avLst/>
            <a:gdLst/>
            <a:ahLst/>
            <a:rect l="0" t="0" r="r" b="b"/>
            <a:pathLst>
              <a:path w="280" h="281">
                <a:moveTo>
                  <a:pt x="280" y="141"/>
                </a:moveTo>
                <a:cubicBezTo>
                  <a:pt x="280" y="150"/>
                  <a:pt x="279" y="159"/>
                  <a:pt x="278" y="168"/>
                </a:cubicBezTo>
                <a:cubicBezTo>
                  <a:pt x="276" y="177"/>
                  <a:pt x="273" y="186"/>
                  <a:pt x="270" y="194"/>
                </a:cubicBezTo>
                <a:cubicBezTo>
                  <a:pt x="266" y="203"/>
                  <a:pt x="262" y="211"/>
                  <a:pt x="257" y="219"/>
                </a:cubicBezTo>
                <a:cubicBezTo>
                  <a:pt x="252" y="226"/>
                  <a:pt x="246" y="233"/>
                  <a:pt x="239" y="240"/>
                </a:cubicBezTo>
                <a:cubicBezTo>
                  <a:pt x="233" y="246"/>
                  <a:pt x="226" y="252"/>
                  <a:pt x="218" y="257"/>
                </a:cubicBezTo>
                <a:cubicBezTo>
                  <a:pt x="211" y="262"/>
                  <a:pt x="202" y="267"/>
                  <a:pt x="194" y="270"/>
                </a:cubicBezTo>
                <a:cubicBezTo>
                  <a:pt x="186" y="274"/>
                  <a:pt x="177" y="276"/>
                  <a:pt x="168" y="278"/>
                </a:cubicBezTo>
                <a:cubicBezTo>
                  <a:pt x="159" y="280"/>
                  <a:pt x="150" y="281"/>
                  <a:pt x="141" y="281"/>
                </a:cubicBezTo>
                <a:cubicBezTo>
                  <a:pt x="131" y="281"/>
                  <a:pt x="122" y="280"/>
                  <a:pt x="113" y="278"/>
                </a:cubicBezTo>
                <a:cubicBezTo>
                  <a:pt x="104" y="276"/>
                  <a:pt x="96" y="274"/>
                  <a:pt x="87" y="270"/>
                </a:cubicBezTo>
                <a:cubicBezTo>
                  <a:pt x="79" y="267"/>
                  <a:pt x="71" y="262"/>
                  <a:pt x="63" y="257"/>
                </a:cubicBezTo>
                <a:cubicBezTo>
                  <a:pt x="55" y="252"/>
                  <a:pt x="48" y="246"/>
                  <a:pt x="42" y="240"/>
                </a:cubicBezTo>
                <a:cubicBezTo>
                  <a:pt x="34" y="233"/>
                  <a:pt x="29" y="226"/>
                  <a:pt x="23" y="219"/>
                </a:cubicBezTo>
                <a:cubicBezTo>
                  <a:pt x="18" y="211"/>
                  <a:pt x="14" y="203"/>
                  <a:pt x="11" y="194"/>
                </a:cubicBezTo>
                <a:cubicBezTo>
                  <a:pt x="7" y="186"/>
                  <a:pt x="4" y="177"/>
                  <a:pt x="3" y="168"/>
                </a:cubicBezTo>
                <a:cubicBezTo>
                  <a:pt x="1" y="159"/>
                  <a:pt x="0" y="150"/>
                  <a:pt x="0" y="141"/>
                </a:cubicBezTo>
                <a:cubicBezTo>
                  <a:pt x="0" y="132"/>
                  <a:pt x="1" y="123"/>
                  <a:pt x="3" y="114"/>
                </a:cubicBezTo>
                <a:cubicBezTo>
                  <a:pt x="4" y="105"/>
                  <a:pt x="7" y="95"/>
                  <a:pt x="11" y="87"/>
                </a:cubicBezTo>
                <a:cubicBezTo>
                  <a:pt x="14" y="78"/>
                  <a:pt x="18" y="70"/>
                  <a:pt x="23" y="62"/>
                </a:cubicBezTo>
                <a:cubicBezTo>
                  <a:pt x="29" y="55"/>
                  <a:pt x="34" y="48"/>
                  <a:pt x="42" y="41"/>
                </a:cubicBezTo>
                <a:cubicBezTo>
                  <a:pt x="48" y="35"/>
                  <a:pt x="55" y="29"/>
                  <a:pt x="63" y="24"/>
                </a:cubicBezTo>
                <a:cubicBezTo>
                  <a:pt x="71" y="19"/>
                  <a:pt x="79" y="15"/>
                  <a:pt x="87" y="11"/>
                </a:cubicBezTo>
                <a:cubicBezTo>
                  <a:pt x="96" y="7"/>
                  <a:pt x="104" y="5"/>
                  <a:pt x="113" y="3"/>
                </a:cubicBezTo>
                <a:cubicBezTo>
                  <a:pt x="122" y="1"/>
                  <a:pt x="131" y="0"/>
                  <a:pt x="141" y="0"/>
                </a:cubicBezTo>
                <a:cubicBezTo>
                  <a:pt x="150" y="0"/>
                  <a:pt x="159" y="1"/>
                  <a:pt x="168" y="3"/>
                </a:cubicBezTo>
                <a:cubicBezTo>
                  <a:pt x="177" y="5"/>
                  <a:pt x="186" y="7"/>
                  <a:pt x="194" y="11"/>
                </a:cubicBezTo>
                <a:cubicBezTo>
                  <a:pt x="202" y="15"/>
                  <a:pt x="211" y="19"/>
                  <a:pt x="218" y="24"/>
                </a:cubicBezTo>
                <a:cubicBezTo>
                  <a:pt x="226" y="29"/>
                  <a:pt x="233" y="35"/>
                  <a:pt x="239" y="41"/>
                </a:cubicBezTo>
                <a:cubicBezTo>
                  <a:pt x="246" y="48"/>
                  <a:pt x="252" y="55"/>
                  <a:pt x="257" y="62"/>
                </a:cubicBezTo>
                <a:cubicBezTo>
                  <a:pt x="262" y="70"/>
                  <a:pt x="266" y="78"/>
                  <a:pt x="270" y="87"/>
                </a:cubicBezTo>
                <a:cubicBezTo>
                  <a:pt x="273" y="95"/>
                  <a:pt x="276" y="105"/>
                  <a:pt x="278" y="114"/>
                </a:cubicBezTo>
                <a:cubicBezTo>
                  <a:pt x="279" y="123"/>
                  <a:pt x="280" y="132"/>
                  <a:pt x="280" y="141"/>
                </a:cubicBezTo>
                <a:close/>
              </a:path>
            </a:pathLst>
          </a:custGeom>
          <a:solidFill>
            <a:srgbClr val="3b88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82" name=""/>
          <p:cNvSpPr/>
          <p:nvPr/>
        </p:nvSpPr>
        <p:spPr>
          <a:xfrm>
            <a:off x="1092600" y="2966400"/>
            <a:ext cx="30600" cy="30600"/>
          </a:xfrm>
          <a:custGeom>
            <a:avLst/>
            <a:gdLst/>
            <a:ahLst/>
            <a:rect l="0" t="0" r="r" b="b"/>
            <a:pathLst>
              <a:path w="85" h="85">
                <a:moveTo>
                  <a:pt x="85" y="43"/>
                </a:moveTo>
                <a:cubicBezTo>
                  <a:pt x="85" y="48"/>
                  <a:pt x="84" y="54"/>
                  <a:pt x="81" y="59"/>
                </a:cubicBezTo>
                <a:cubicBezTo>
                  <a:pt x="79" y="64"/>
                  <a:pt x="75" y="68"/>
                  <a:pt x="71" y="72"/>
                </a:cubicBezTo>
                <a:cubicBezTo>
                  <a:pt x="67" y="76"/>
                  <a:pt x="63" y="79"/>
                  <a:pt x="58" y="81"/>
                </a:cubicBezTo>
                <a:cubicBezTo>
                  <a:pt x="53" y="84"/>
                  <a:pt x="47" y="85"/>
                  <a:pt x="42" y="85"/>
                </a:cubicBezTo>
                <a:cubicBezTo>
                  <a:pt x="36" y="85"/>
                  <a:pt x="31" y="84"/>
                  <a:pt x="26" y="81"/>
                </a:cubicBezTo>
                <a:cubicBezTo>
                  <a:pt x="21" y="79"/>
                  <a:pt x="16" y="76"/>
                  <a:pt x="12" y="72"/>
                </a:cubicBezTo>
                <a:cubicBezTo>
                  <a:pt x="8" y="68"/>
                  <a:pt x="5" y="64"/>
                  <a:pt x="3" y="59"/>
                </a:cubicBezTo>
                <a:cubicBezTo>
                  <a:pt x="1" y="54"/>
                  <a:pt x="0" y="48"/>
                  <a:pt x="0" y="43"/>
                </a:cubicBezTo>
                <a:cubicBezTo>
                  <a:pt x="0" y="37"/>
                  <a:pt x="1" y="32"/>
                  <a:pt x="3" y="27"/>
                </a:cubicBezTo>
                <a:cubicBezTo>
                  <a:pt x="5" y="22"/>
                  <a:pt x="8" y="16"/>
                  <a:pt x="12" y="12"/>
                </a:cubicBezTo>
                <a:cubicBezTo>
                  <a:pt x="16" y="8"/>
                  <a:pt x="21" y="5"/>
                  <a:pt x="26" y="3"/>
                </a:cubicBezTo>
                <a:cubicBezTo>
                  <a:pt x="31" y="1"/>
                  <a:pt x="36" y="0"/>
                  <a:pt x="42" y="0"/>
                </a:cubicBezTo>
                <a:cubicBezTo>
                  <a:pt x="47" y="0"/>
                  <a:pt x="53" y="1"/>
                  <a:pt x="58" y="3"/>
                </a:cubicBezTo>
                <a:cubicBezTo>
                  <a:pt x="63" y="5"/>
                  <a:pt x="67" y="8"/>
                  <a:pt x="71" y="12"/>
                </a:cubicBezTo>
                <a:cubicBezTo>
                  <a:pt x="75" y="16"/>
                  <a:pt x="79" y="22"/>
                  <a:pt x="81" y="27"/>
                </a:cubicBezTo>
                <a:cubicBezTo>
                  <a:pt x="84" y="32"/>
                  <a:pt x="85" y="37"/>
                  <a:pt x="85" y="4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3" name=""/>
          <p:cNvSpPr/>
          <p:nvPr/>
        </p:nvSpPr>
        <p:spPr>
          <a:xfrm>
            <a:off x="780840" y="2885760"/>
            <a:ext cx="211680" cy="221760"/>
          </a:xfrm>
          <a:custGeom>
            <a:avLst/>
            <a:gdLst/>
            <a:ahLst/>
            <a:rect l="0" t="0" r="r" b="b"/>
            <a:pathLst>
              <a:path w="588" h="616">
                <a:moveTo>
                  <a:pt x="447" y="252"/>
                </a:moveTo>
                <a:lnTo>
                  <a:pt x="532" y="84"/>
                </a:lnTo>
                <a:lnTo>
                  <a:pt x="363" y="140"/>
                </a:lnTo>
                <a:lnTo>
                  <a:pt x="251" y="0"/>
                </a:lnTo>
                <a:lnTo>
                  <a:pt x="196" y="140"/>
                </a:lnTo>
                <a:lnTo>
                  <a:pt x="28" y="112"/>
                </a:lnTo>
                <a:lnTo>
                  <a:pt x="140" y="281"/>
                </a:lnTo>
                <a:lnTo>
                  <a:pt x="0" y="392"/>
                </a:lnTo>
                <a:lnTo>
                  <a:pt x="168" y="392"/>
                </a:lnTo>
                <a:lnTo>
                  <a:pt x="112" y="560"/>
                </a:lnTo>
                <a:lnTo>
                  <a:pt x="279" y="476"/>
                </a:lnTo>
                <a:lnTo>
                  <a:pt x="447" y="616"/>
                </a:lnTo>
                <a:lnTo>
                  <a:pt x="419" y="392"/>
                </a:lnTo>
                <a:lnTo>
                  <a:pt x="588" y="364"/>
                </a:lnTo>
                <a:lnTo>
                  <a:pt x="447" y="252"/>
                </a:ln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4" name=""/>
          <p:cNvSpPr/>
          <p:nvPr/>
        </p:nvSpPr>
        <p:spPr>
          <a:xfrm>
            <a:off x="831240" y="2926080"/>
            <a:ext cx="110880" cy="131040"/>
          </a:xfrm>
          <a:custGeom>
            <a:avLst/>
            <a:gdLst/>
            <a:ahLst/>
            <a:rect l="0" t="0" r="r" b="b"/>
            <a:pathLst>
              <a:path w="308" h="364">
                <a:moveTo>
                  <a:pt x="139" y="280"/>
                </a:moveTo>
                <a:lnTo>
                  <a:pt x="56" y="336"/>
                </a:lnTo>
                <a:lnTo>
                  <a:pt x="84" y="252"/>
                </a:lnTo>
                <a:lnTo>
                  <a:pt x="0" y="225"/>
                </a:lnTo>
                <a:lnTo>
                  <a:pt x="84" y="169"/>
                </a:lnTo>
                <a:lnTo>
                  <a:pt x="0" y="85"/>
                </a:lnTo>
                <a:lnTo>
                  <a:pt x="111" y="85"/>
                </a:lnTo>
                <a:lnTo>
                  <a:pt x="139" y="0"/>
                </a:lnTo>
                <a:lnTo>
                  <a:pt x="195" y="85"/>
                </a:lnTo>
                <a:lnTo>
                  <a:pt x="279" y="57"/>
                </a:lnTo>
                <a:lnTo>
                  <a:pt x="223" y="141"/>
                </a:lnTo>
                <a:lnTo>
                  <a:pt x="308" y="225"/>
                </a:lnTo>
                <a:lnTo>
                  <a:pt x="223" y="252"/>
                </a:lnTo>
                <a:lnTo>
                  <a:pt x="251" y="364"/>
                </a:lnTo>
                <a:lnTo>
                  <a:pt x="139" y="28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5" name=""/>
          <p:cNvSpPr txBox="1"/>
          <p:nvPr/>
        </p:nvSpPr>
        <p:spPr>
          <a:xfrm>
            <a:off x="1160280" y="2885040"/>
            <a:ext cx="779436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  <a:ea typeface="Arial"/>
              </a:rPr>
              <a:t> </a:t>
            </a:r>
            <a:r>
              <a:rPr b="1" lang="en-US" sz="2830" spc="-1" strike="noStrike">
                <a:solidFill>
                  <a:srgbClr val="1f2328"/>
                </a:solidFill>
                <a:latin typeface="Arial"/>
                <a:ea typeface="Arial"/>
              </a:rPr>
              <a:t>Level 1 — PHP-FPM Workers &amp; Request Rate</a:t>
            </a:r>
            <a:endParaRPr b="0" lang="en-US" sz="283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9" name=""/>
          <p:cNvSpPr/>
          <p:nvPr/>
        </p:nvSpPr>
        <p:spPr>
          <a:xfrm>
            <a:off x="780840" y="2946240"/>
            <a:ext cx="362160" cy="261720"/>
          </a:xfrm>
          <a:custGeom>
            <a:avLst/>
            <a:gdLst/>
            <a:ahLst/>
            <a:rect l="0" t="0" r="r" b="b"/>
            <a:pathLst>
              <a:path w="1006" h="727">
                <a:moveTo>
                  <a:pt x="0" y="112"/>
                </a:moveTo>
                <a:cubicBezTo>
                  <a:pt x="0" y="112"/>
                  <a:pt x="0" y="0"/>
                  <a:pt x="112" y="0"/>
                </a:cubicBezTo>
                <a:lnTo>
                  <a:pt x="895" y="0"/>
                </a:lnTo>
                <a:cubicBezTo>
                  <a:pt x="895" y="0"/>
                  <a:pt x="1006" y="0"/>
                  <a:pt x="1006" y="112"/>
                </a:cubicBezTo>
                <a:lnTo>
                  <a:pt x="1006" y="615"/>
                </a:lnTo>
                <a:cubicBezTo>
                  <a:pt x="1006" y="615"/>
                  <a:pt x="1006" y="727"/>
                  <a:pt x="895" y="727"/>
                </a:cubicBezTo>
                <a:lnTo>
                  <a:pt x="112" y="727"/>
                </a:lnTo>
                <a:cubicBezTo>
                  <a:pt x="112" y="727"/>
                  <a:pt x="0" y="727"/>
                  <a:pt x="0" y="615"/>
                </a:cubicBezTo>
                <a:lnTo>
                  <a:pt x="0" y="112"/>
                </a:lnTo>
                <a:close/>
              </a:path>
            </a:pathLst>
          </a:custGeom>
          <a:solidFill>
            <a:srgbClr val="31373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90" name=""/>
          <p:cNvSpPr/>
          <p:nvPr/>
        </p:nvSpPr>
        <p:spPr>
          <a:xfrm>
            <a:off x="891360" y="2976480"/>
            <a:ext cx="201600" cy="201240"/>
          </a:xfrm>
          <a:custGeom>
            <a:avLst/>
            <a:gdLst/>
            <a:ahLst/>
            <a:rect l="0" t="0" r="r" b="b"/>
            <a:pathLst>
              <a:path w="560" h="559">
                <a:moveTo>
                  <a:pt x="560" y="279"/>
                </a:moveTo>
                <a:cubicBezTo>
                  <a:pt x="560" y="297"/>
                  <a:pt x="558" y="316"/>
                  <a:pt x="554" y="333"/>
                </a:cubicBezTo>
                <a:cubicBezTo>
                  <a:pt x="551" y="351"/>
                  <a:pt x="546" y="369"/>
                  <a:pt x="539" y="387"/>
                </a:cubicBezTo>
                <a:cubicBezTo>
                  <a:pt x="532" y="404"/>
                  <a:pt x="523" y="420"/>
                  <a:pt x="513" y="435"/>
                </a:cubicBezTo>
                <a:cubicBezTo>
                  <a:pt x="503" y="450"/>
                  <a:pt x="491" y="465"/>
                  <a:pt x="478" y="477"/>
                </a:cubicBezTo>
                <a:cubicBezTo>
                  <a:pt x="465" y="490"/>
                  <a:pt x="451" y="502"/>
                  <a:pt x="436" y="512"/>
                </a:cubicBezTo>
                <a:cubicBezTo>
                  <a:pt x="420" y="522"/>
                  <a:pt x="404" y="531"/>
                  <a:pt x="387" y="538"/>
                </a:cubicBezTo>
                <a:cubicBezTo>
                  <a:pt x="371" y="545"/>
                  <a:pt x="353" y="550"/>
                  <a:pt x="335" y="554"/>
                </a:cubicBezTo>
                <a:cubicBezTo>
                  <a:pt x="317" y="558"/>
                  <a:pt x="299" y="559"/>
                  <a:pt x="281" y="559"/>
                </a:cubicBezTo>
                <a:cubicBezTo>
                  <a:pt x="262" y="559"/>
                  <a:pt x="244" y="558"/>
                  <a:pt x="226" y="554"/>
                </a:cubicBezTo>
                <a:cubicBezTo>
                  <a:pt x="208" y="550"/>
                  <a:pt x="191" y="545"/>
                  <a:pt x="174" y="538"/>
                </a:cubicBezTo>
                <a:cubicBezTo>
                  <a:pt x="157" y="531"/>
                  <a:pt x="141" y="522"/>
                  <a:pt x="125" y="512"/>
                </a:cubicBezTo>
                <a:cubicBezTo>
                  <a:pt x="110" y="502"/>
                  <a:pt x="96" y="490"/>
                  <a:pt x="83" y="477"/>
                </a:cubicBezTo>
                <a:cubicBezTo>
                  <a:pt x="70" y="465"/>
                  <a:pt x="59" y="450"/>
                  <a:pt x="48" y="435"/>
                </a:cubicBezTo>
                <a:cubicBezTo>
                  <a:pt x="38" y="420"/>
                  <a:pt x="29" y="404"/>
                  <a:pt x="22" y="387"/>
                </a:cubicBezTo>
                <a:cubicBezTo>
                  <a:pt x="15" y="369"/>
                  <a:pt x="9" y="351"/>
                  <a:pt x="6" y="333"/>
                </a:cubicBezTo>
                <a:cubicBezTo>
                  <a:pt x="2" y="316"/>
                  <a:pt x="0" y="297"/>
                  <a:pt x="0" y="279"/>
                </a:cubicBezTo>
                <a:cubicBezTo>
                  <a:pt x="0" y="261"/>
                  <a:pt x="2" y="243"/>
                  <a:pt x="6" y="225"/>
                </a:cubicBezTo>
                <a:cubicBezTo>
                  <a:pt x="9" y="207"/>
                  <a:pt x="15" y="189"/>
                  <a:pt x="22" y="172"/>
                </a:cubicBezTo>
                <a:cubicBezTo>
                  <a:pt x="29" y="155"/>
                  <a:pt x="38" y="139"/>
                  <a:pt x="48" y="124"/>
                </a:cubicBezTo>
                <a:cubicBezTo>
                  <a:pt x="59" y="109"/>
                  <a:pt x="70" y="94"/>
                  <a:pt x="83" y="82"/>
                </a:cubicBezTo>
                <a:cubicBezTo>
                  <a:pt x="96" y="69"/>
                  <a:pt x="110" y="57"/>
                  <a:pt x="125" y="47"/>
                </a:cubicBezTo>
                <a:cubicBezTo>
                  <a:pt x="141" y="37"/>
                  <a:pt x="157" y="28"/>
                  <a:pt x="174" y="21"/>
                </a:cubicBezTo>
                <a:cubicBezTo>
                  <a:pt x="191" y="14"/>
                  <a:pt x="208" y="9"/>
                  <a:pt x="226" y="5"/>
                </a:cubicBezTo>
                <a:cubicBezTo>
                  <a:pt x="244" y="2"/>
                  <a:pt x="262" y="0"/>
                  <a:pt x="281" y="0"/>
                </a:cubicBezTo>
                <a:cubicBezTo>
                  <a:pt x="299" y="0"/>
                  <a:pt x="317" y="2"/>
                  <a:pt x="335" y="5"/>
                </a:cubicBezTo>
                <a:cubicBezTo>
                  <a:pt x="353" y="9"/>
                  <a:pt x="371" y="14"/>
                  <a:pt x="387" y="21"/>
                </a:cubicBezTo>
                <a:cubicBezTo>
                  <a:pt x="404" y="28"/>
                  <a:pt x="420" y="37"/>
                  <a:pt x="436" y="47"/>
                </a:cubicBezTo>
                <a:cubicBezTo>
                  <a:pt x="451" y="57"/>
                  <a:pt x="465" y="69"/>
                  <a:pt x="478" y="82"/>
                </a:cubicBezTo>
                <a:cubicBezTo>
                  <a:pt x="491" y="94"/>
                  <a:pt x="503" y="109"/>
                  <a:pt x="513" y="124"/>
                </a:cubicBezTo>
                <a:cubicBezTo>
                  <a:pt x="523" y="139"/>
                  <a:pt x="532" y="155"/>
                  <a:pt x="539" y="172"/>
                </a:cubicBezTo>
                <a:cubicBezTo>
                  <a:pt x="546" y="189"/>
                  <a:pt x="551" y="207"/>
                  <a:pt x="554" y="225"/>
                </a:cubicBezTo>
                <a:cubicBezTo>
                  <a:pt x="558" y="243"/>
                  <a:pt x="560" y="261"/>
                  <a:pt x="560" y="279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1" name=""/>
          <p:cNvSpPr/>
          <p:nvPr/>
        </p:nvSpPr>
        <p:spPr>
          <a:xfrm>
            <a:off x="911520" y="2996640"/>
            <a:ext cx="161280" cy="160920"/>
          </a:xfrm>
          <a:custGeom>
            <a:avLst/>
            <a:gdLst/>
            <a:ahLst/>
            <a:rect l="0" t="0" r="r" b="b"/>
            <a:pathLst>
              <a:path w="448" h="447">
                <a:moveTo>
                  <a:pt x="448" y="223"/>
                </a:moveTo>
                <a:cubicBezTo>
                  <a:pt x="448" y="238"/>
                  <a:pt x="447" y="252"/>
                  <a:pt x="444" y="267"/>
                </a:cubicBezTo>
                <a:cubicBezTo>
                  <a:pt x="441" y="281"/>
                  <a:pt x="437" y="295"/>
                  <a:pt x="431" y="309"/>
                </a:cubicBezTo>
                <a:cubicBezTo>
                  <a:pt x="425" y="322"/>
                  <a:pt x="418" y="335"/>
                  <a:pt x="410" y="347"/>
                </a:cubicBezTo>
                <a:cubicBezTo>
                  <a:pt x="402" y="359"/>
                  <a:pt x="393" y="371"/>
                  <a:pt x="383" y="382"/>
                </a:cubicBezTo>
                <a:cubicBezTo>
                  <a:pt x="372" y="392"/>
                  <a:pt x="360" y="402"/>
                  <a:pt x="348" y="410"/>
                </a:cubicBezTo>
                <a:cubicBezTo>
                  <a:pt x="336" y="418"/>
                  <a:pt x="323" y="425"/>
                  <a:pt x="309" y="430"/>
                </a:cubicBezTo>
                <a:cubicBezTo>
                  <a:pt x="296" y="436"/>
                  <a:pt x="282" y="440"/>
                  <a:pt x="267" y="443"/>
                </a:cubicBezTo>
                <a:cubicBezTo>
                  <a:pt x="253" y="446"/>
                  <a:pt x="238" y="447"/>
                  <a:pt x="224" y="447"/>
                </a:cubicBezTo>
                <a:cubicBezTo>
                  <a:pt x="209" y="447"/>
                  <a:pt x="194" y="446"/>
                  <a:pt x="180" y="443"/>
                </a:cubicBezTo>
                <a:cubicBezTo>
                  <a:pt x="166" y="440"/>
                  <a:pt x="152" y="436"/>
                  <a:pt x="138" y="430"/>
                </a:cubicBezTo>
                <a:cubicBezTo>
                  <a:pt x="125" y="425"/>
                  <a:pt x="112" y="418"/>
                  <a:pt x="99" y="410"/>
                </a:cubicBezTo>
                <a:cubicBezTo>
                  <a:pt x="87" y="402"/>
                  <a:pt x="76" y="392"/>
                  <a:pt x="66" y="382"/>
                </a:cubicBezTo>
                <a:cubicBezTo>
                  <a:pt x="55" y="371"/>
                  <a:pt x="46" y="359"/>
                  <a:pt x="38" y="347"/>
                </a:cubicBezTo>
                <a:cubicBezTo>
                  <a:pt x="30" y="335"/>
                  <a:pt x="23" y="322"/>
                  <a:pt x="17" y="309"/>
                </a:cubicBezTo>
                <a:cubicBezTo>
                  <a:pt x="12" y="295"/>
                  <a:pt x="7" y="281"/>
                  <a:pt x="4" y="267"/>
                </a:cubicBezTo>
                <a:cubicBezTo>
                  <a:pt x="2" y="252"/>
                  <a:pt x="0" y="238"/>
                  <a:pt x="0" y="223"/>
                </a:cubicBezTo>
                <a:cubicBezTo>
                  <a:pt x="0" y="208"/>
                  <a:pt x="2" y="194"/>
                  <a:pt x="4" y="179"/>
                </a:cubicBezTo>
                <a:cubicBezTo>
                  <a:pt x="7" y="165"/>
                  <a:pt x="12" y="151"/>
                  <a:pt x="17" y="138"/>
                </a:cubicBezTo>
                <a:cubicBezTo>
                  <a:pt x="23" y="124"/>
                  <a:pt x="30" y="111"/>
                  <a:pt x="38" y="99"/>
                </a:cubicBezTo>
                <a:cubicBezTo>
                  <a:pt x="46" y="87"/>
                  <a:pt x="55" y="75"/>
                  <a:pt x="66" y="65"/>
                </a:cubicBezTo>
                <a:cubicBezTo>
                  <a:pt x="76" y="55"/>
                  <a:pt x="87" y="45"/>
                  <a:pt x="99" y="37"/>
                </a:cubicBezTo>
                <a:cubicBezTo>
                  <a:pt x="112" y="29"/>
                  <a:pt x="125" y="22"/>
                  <a:pt x="138" y="17"/>
                </a:cubicBezTo>
                <a:cubicBezTo>
                  <a:pt x="152" y="11"/>
                  <a:pt x="166" y="7"/>
                  <a:pt x="180" y="4"/>
                </a:cubicBezTo>
                <a:cubicBezTo>
                  <a:pt x="194" y="1"/>
                  <a:pt x="209" y="0"/>
                  <a:pt x="224" y="0"/>
                </a:cubicBezTo>
                <a:cubicBezTo>
                  <a:pt x="238" y="0"/>
                  <a:pt x="253" y="1"/>
                  <a:pt x="267" y="4"/>
                </a:cubicBezTo>
                <a:cubicBezTo>
                  <a:pt x="282" y="7"/>
                  <a:pt x="296" y="11"/>
                  <a:pt x="309" y="17"/>
                </a:cubicBezTo>
                <a:cubicBezTo>
                  <a:pt x="323" y="22"/>
                  <a:pt x="336" y="29"/>
                  <a:pt x="348" y="37"/>
                </a:cubicBezTo>
                <a:cubicBezTo>
                  <a:pt x="360" y="45"/>
                  <a:pt x="372" y="55"/>
                  <a:pt x="383" y="65"/>
                </a:cubicBezTo>
                <a:cubicBezTo>
                  <a:pt x="393" y="75"/>
                  <a:pt x="402" y="87"/>
                  <a:pt x="410" y="99"/>
                </a:cubicBezTo>
                <a:cubicBezTo>
                  <a:pt x="418" y="111"/>
                  <a:pt x="425" y="124"/>
                  <a:pt x="431" y="138"/>
                </a:cubicBezTo>
                <a:cubicBezTo>
                  <a:pt x="437" y="151"/>
                  <a:pt x="441" y="165"/>
                  <a:pt x="444" y="179"/>
                </a:cubicBezTo>
                <a:cubicBezTo>
                  <a:pt x="447" y="194"/>
                  <a:pt x="448" y="208"/>
                  <a:pt x="448" y="223"/>
                </a:cubicBezTo>
                <a:close/>
              </a:path>
            </a:pathLst>
          </a:custGeom>
          <a:solidFill>
            <a:srgbClr val="31373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92" name=""/>
          <p:cNvSpPr/>
          <p:nvPr/>
        </p:nvSpPr>
        <p:spPr>
          <a:xfrm>
            <a:off x="941760" y="3026520"/>
            <a:ext cx="100800" cy="101160"/>
          </a:xfrm>
          <a:custGeom>
            <a:avLst/>
            <a:gdLst/>
            <a:ahLst/>
            <a:rect l="0" t="0" r="r" b="b"/>
            <a:pathLst>
              <a:path w="280" h="281">
                <a:moveTo>
                  <a:pt x="280" y="141"/>
                </a:moveTo>
                <a:cubicBezTo>
                  <a:pt x="280" y="150"/>
                  <a:pt x="279" y="159"/>
                  <a:pt x="278" y="168"/>
                </a:cubicBezTo>
                <a:cubicBezTo>
                  <a:pt x="276" y="177"/>
                  <a:pt x="273" y="186"/>
                  <a:pt x="270" y="194"/>
                </a:cubicBezTo>
                <a:cubicBezTo>
                  <a:pt x="266" y="203"/>
                  <a:pt x="262" y="211"/>
                  <a:pt x="257" y="219"/>
                </a:cubicBezTo>
                <a:cubicBezTo>
                  <a:pt x="252" y="226"/>
                  <a:pt x="246" y="233"/>
                  <a:pt x="239" y="240"/>
                </a:cubicBezTo>
                <a:cubicBezTo>
                  <a:pt x="233" y="246"/>
                  <a:pt x="226" y="252"/>
                  <a:pt x="218" y="257"/>
                </a:cubicBezTo>
                <a:cubicBezTo>
                  <a:pt x="211" y="262"/>
                  <a:pt x="202" y="267"/>
                  <a:pt x="194" y="270"/>
                </a:cubicBezTo>
                <a:cubicBezTo>
                  <a:pt x="186" y="274"/>
                  <a:pt x="177" y="276"/>
                  <a:pt x="168" y="278"/>
                </a:cubicBezTo>
                <a:cubicBezTo>
                  <a:pt x="159" y="280"/>
                  <a:pt x="150" y="281"/>
                  <a:pt x="141" y="281"/>
                </a:cubicBezTo>
                <a:cubicBezTo>
                  <a:pt x="131" y="281"/>
                  <a:pt x="122" y="280"/>
                  <a:pt x="113" y="278"/>
                </a:cubicBezTo>
                <a:cubicBezTo>
                  <a:pt x="104" y="276"/>
                  <a:pt x="96" y="274"/>
                  <a:pt x="87" y="270"/>
                </a:cubicBezTo>
                <a:cubicBezTo>
                  <a:pt x="79" y="267"/>
                  <a:pt x="71" y="262"/>
                  <a:pt x="63" y="257"/>
                </a:cubicBezTo>
                <a:cubicBezTo>
                  <a:pt x="55" y="252"/>
                  <a:pt x="48" y="246"/>
                  <a:pt x="42" y="240"/>
                </a:cubicBezTo>
                <a:cubicBezTo>
                  <a:pt x="34" y="233"/>
                  <a:pt x="29" y="226"/>
                  <a:pt x="23" y="219"/>
                </a:cubicBezTo>
                <a:cubicBezTo>
                  <a:pt x="18" y="211"/>
                  <a:pt x="14" y="203"/>
                  <a:pt x="11" y="194"/>
                </a:cubicBezTo>
                <a:cubicBezTo>
                  <a:pt x="7" y="186"/>
                  <a:pt x="4" y="177"/>
                  <a:pt x="3" y="168"/>
                </a:cubicBezTo>
                <a:cubicBezTo>
                  <a:pt x="1" y="159"/>
                  <a:pt x="0" y="150"/>
                  <a:pt x="0" y="141"/>
                </a:cubicBezTo>
                <a:cubicBezTo>
                  <a:pt x="0" y="132"/>
                  <a:pt x="1" y="123"/>
                  <a:pt x="3" y="114"/>
                </a:cubicBezTo>
                <a:cubicBezTo>
                  <a:pt x="4" y="105"/>
                  <a:pt x="7" y="95"/>
                  <a:pt x="11" y="87"/>
                </a:cubicBezTo>
                <a:cubicBezTo>
                  <a:pt x="14" y="78"/>
                  <a:pt x="18" y="70"/>
                  <a:pt x="23" y="62"/>
                </a:cubicBezTo>
                <a:cubicBezTo>
                  <a:pt x="29" y="55"/>
                  <a:pt x="34" y="48"/>
                  <a:pt x="42" y="41"/>
                </a:cubicBezTo>
                <a:cubicBezTo>
                  <a:pt x="48" y="35"/>
                  <a:pt x="55" y="29"/>
                  <a:pt x="63" y="24"/>
                </a:cubicBezTo>
                <a:cubicBezTo>
                  <a:pt x="71" y="19"/>
                  <a:pt x="79" y="15"/>
                  <a:pt x="87" y="11"/>
                </a:cubicBezTo>
                <a:cubicBezTo>
                  <a:pt x="96" y="7"/>
                  <a:pt x="104" y="5"/>
                  <a:pt x="113" y="3"/>
                </a:cubicBezTo>
                <a:cubicBezTo>
                  <a:pt x="122" y="1"/>
                  <a:pt x="131" y="0"/>
                  <a:pt x="141" y="0"/>
                </a:cubicBezTo>
                <a:cubicBezTo>
                  <a:pt x="150" y="0"/>
                  <a:pt x="159" y="1"/>
                  <a:pt x="168" y="3"/>
                </a:cubicBezTo>
                <a:cubicBezTo>
                  <a:pt x="177" y="5"/>
                  <a:pt x="186" y="7"/>
                  <a:pt x="194" y="11"/>
                </a:cubicBezTo>
                <a:cubicBezTo>
                  <a:pt x="202" y="15"/>
                  <a:pt x="211" y="19"/>
                  <a:pt x="218" y="24"/>
                </a:cubicBezTo>
                <a:cubicBezTo>
                  <a:pt x="226" y="29"/>
                  <a:pt x="233" y="35"/>
                  <a:pt x="239" y="41"/>
                </a:cubicBezTo>
                <a:cubicBezTo>
                  <a:pt x="246" y="48"/>
                  <a:pt x="252" y="55"/>
                  <a:pt x="257" y="62"/>
                </a:cubicBezTo>
                <a:cubicBezTo>
                  <a:pt x="262" y="70"/>
                  <a:pt x="266" y="78"/>
                  <a:pt x="270" y="87"/>
                </a:cubicBezTo>
                <a:cubicBezTo>
                  <a:pt x="273" y="95"/>
                  <a:pt x="276" y="105"/>
                  <a:pt x="278" y="114"/>
                </a:cubicBezTo>
                <a:cubicBezTo>
                  <a:pt x="279" y="123"/>
                  <a:pt x="280" y="132"/>
                  <a:pt x="280" y="141"/>
                </a:cubicBezTo>
                <a:close/>
              </a:path>
            </a:pathLst>
          </a:custGeom>
          <a:solidFill>
            <a:srgbClr val="3b88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93" name=""/>
          <p:cNvSpPr/>
          <p:nvPr/>
        </p:nvSpPr>
        <p:spPr>
          <a:xfrm>
            <a:off x="1092600" y="2966400"/>
            <a:ext cx="30600" cy="30600"/>
          </a:xfrm>
          <a:custGeom>
            <a:avLst/>
            <a:gdLst/>
            <a:ahLst/>
            <a:rect l="0" t="0" r="r" b="b"/>
            <a:pathLst>
              <a:path w="85" h="85">
                <a:moveTo>
                  <a:pt x="85" y="43"/>
                </a:moveTo>
                <a:cubicBezTo>
                  <a:pt x="85" y="48"/>
                  <a:pt x="84" y="54"/>
                  <a:pt x="81" y="59"/>
                </a:cubicBezTo>
                <a:cubicBezTo>
                  <a:pt x="79" y="64"/>
                  <a:pt x="75" y="68"/>
                  <a:pt x="71" y="72"/>
                </a:cubicBezTo>
                <a:cubicBezTo>
                  <a:pt x="67" y="76"/>
                  <a:pt x="63" y="79"/>
                  <a:pt x="58" y="81"/>
                </a:cubicBezTo>
                <a:cubicBezTo>
                  <a:pt x="53" y="84"/>
                  <a:pt x="47" y="85"/>
                  <a:pt x="42" y="85"/>
                </a:cubicBezTo>
                <a:cubicBezTo>
                  <a:pt x="36" y="85"/>
                  <a:pt x="31" y="84"/>
                  <a:pt x="26" y="81"/>
                </a:cubicBezTo>
                <a:cubicBezTo>
                  <a:pt x="21" y="79"/>
                  <a:pt x="16" y="76"/>
                  <a:pt x="12" y="72"/>
                </a:cubicBezTo>
                <a:cubicBezTo>
                  <a:pt x="8" y="68"/>
                  <a:pt x="5" y="64"/>
                  <a:pt x="3" y="59"/>
                </a:cubicBezTo>
                <a:cubicBezTo>
                  <a:pt x="1" y="54"/>
                  <a:pt x="0" y="48"/>
                  <a:pt x="0" y="43"/>
                </a:cubicBezTo>
                <a:cubicBezTo>
                  <a:pt x="0" y="37"/>
                  <a:pt x="1" y="32"/>
                  <a:pt x="3" y="27"/>
                </a:cubicBezTo>
                <a:cubicBezTo>
                  <a:pt x="5" y="22"/>
                  <a:pt x="8" y="16"/>
                  <a:pt x="12" y="12"/>
                </a:cubicBezTo>
                <a:cubicBezTo>
                  <a:pt x="16" y="8"/>
                  <a:pt x="21" y="5"/>
                  <a:pt x="26" y="3"/>
                </a:cubicBezTo>
                <a:cubicBezTo>
                  <a:pt x="31" y="1"/>
                  <a:pt x="36" y="0"/>
                  <a:pt x="42" y="0"/>
                </a:cubicBezTo>
                <a:cubicBezTo>
                  <a:pt x="47" y="0"/>
                  <a:pt x="53" y="1"/>
                  <a:pt x="58" y="3"/>
                </a:cubicBezTo>
                <a:cubicBezTo>
                  <a:pt x="63" y="5"/>
                  <a:pt x="67" y="8"/>
                  <a:pt x="71" y="12"/>
                </a:cubicBezTo>
                <a:cubicBezTo>
                  <a:pt x="75" y="16"/>
                  <a:pt x="79" y="22"/>
                  <a:pt x="81" y="27"/>
                </a:cubicBezTo>
                <a:cubicBezTo>
                  <a:pt x="84" y="32"/>
                  <a:pt x="85" y="37"/>
                  <a:pt x="85" y="4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4" name=""/>
          <p:cNvSpPr/>
          <p:nvPr/>
        </p:nvSpPr>
        <p:spPr>
          <a:xfrm>
            <a:off x="780840" y="2885760"/>
            <a:ext cx="211680" cy="221760"/>
          </a:xfrm>
          <a:custGeom>
            <a:avLst/>
            <a:gdLst/>
            <a:ahLst/>
            <a:rect l="0" t="0" r="r" b="b"/>
            <a:pathLst>
              <a:path w="588" h="616">
                <a:moveTo>
                  <a:pt x="447" y="252"/>
                </a:moveTo>
                <a:lnTo>
                  <a:pt x="532" y="84"/>
                </a:lnTo>
                <a:lnTo>
                  <a:pt x="363" y="140"/>
                </a:lnTo>
                <a:lnTo>
                  <a:pt x="251" y="0"/>
                </a:lnTo>
                <a:lnTo>
                  <a:pt x="196" y="140"/>
                </a:lnTo>
                <a:lnTo>
                  <a:pt x="28" y="112"/>
                </a:lnTo>
                <a:lnTo>
                  <a:pt x="140" y="281"/>
                </a:lnTo>
                <a:lnTo>
                  <a:pt x="0" y="392"/>
                </a:lnTo>
                <a:lnTo>
                  <a:pt x="168" y="392"/>
                </a:lnTo>
                <a:lnTo>
                  <a:pt x="112" y="560"/>
                </a:lnTo>
                <a:lnTo>
                  <a:pt x="279" y="476"/>
                </a:lnTo>
                <a:lnTo>
                  <a:pt x="447" y="616"/>
                </a:lnTo>
                <a:lnTo>
                  <a:pt x="419" y="392"/>
                </a:lnTo>
                <a:lnTo>
                  <a:pt x="588" y="364"/>
                </a:lnTo>
                <a:lnTo>
                  <a:pt x="447" y="252"/>
                </a:ln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5" name=""/>
          <p:cNvSpPr/>
          <p:nvPr/>
        </p:nvSpPr>
        <p:spPr>
          <a:xfrm>
            <a:off x="831240" y="2926080"/>
            <a:ext cx="110880" cy="131040"/>
          </a:xfrm>
          <a:custGeom>
            <a:avLst/>
            <a:gdLst/>
            <a:ahLst/>
            <a:rect l="0" t="0" r="r" b="b"/>
            <a:pathLst>
              <a:path w="308" h="364">
                <a:moveTo>
                  <a:pt x="139" y="280"/>
                </a:moveTo>
                <a:lnTo>
                  <a:pt x="56" y="336"/>
                </a:lnTo>
                <a:lnTo>
                  <a:pt x="84" y="252"/>
                </a:lnTo>
                <a:lnTo>
                  <a:pt x="0" y="225"/>
                </a:lnTo>
                <a:lnTo>
                  <a:pt x="84" y="169"/>
                </a:lnTo>
                <a:lnTo>
                  <a:pt x="0" y="85"/>
                </a:lnTo>
                <a:lnTo>
                  <a:pt x="111" y="85"/>
                </a:lnTo>
                <a:lnTo>
                  <a:pt x="139" y="0"/>
                </a:lnTo>
                <a:lnTo>
                  <a:pt x="195" y="85"/>
                </a:lnTo>
                <a:lnTo>
                  <a:pt x="279" y="57"/>
                </a:lnTo>
                <a:lnTo>
                  <a:pt x="223" y="141"/>
                </a:lnTo>
                <a:lnTo>
                  <a:pt x="308" y="225"/>
                </a:lnTo>
                <a:lnTo>
                  <a:pt x="223" y="252"/>
                </a:lnTo>
                <a:lnTo>
                  <a:pt x="251" y="364"/>
                </a:lnTo>
                <a:lnTo>
                  <a:pt x="139" y="28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6" name=""/>
          <p:cNvSpPr txBox="1"/>
          <p:nvPr/>
        </p:nvSpPr>
        <p:spPr>
          <a:xfrm>
            <a:off x="1160280" y="2885040"/>
            <a:ext cx="695484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  <a:ea typeface="Arial"/>
              </a:rPr>
              <a:t> </a:t>
            </a:r>
            <a:r>
              <a:rPr b="1" lang="en-US" sz="2830" spc="-1" strike="noStrike">
                <a:solidFill>
                  <a:srgbClr val="1f2328"/>
                </a:solidFill>
                <a:latin typeface="Arial"/>
                <a:ea typeface="Arial"/>
              </a:rPr>
              <a:t>Level 1 — Redis: 82% Hit Rate, 6K ops/s</a:t>
            </a:r>
            <a:endParaRPr b="0" lang="en-US" sz="283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0" name=""/>
          <p:cNvSpPr/>
          <p:nvPr/>
        </p:nvSpPr>
        <p:spPr>
          <a:xfrm>
            <a:off x="757080" y="2023920"/>
            <a:ext cx="10687320" cy="3286440"/>
          </a:xfrm>
          <a:custGeom>
            <a:avLst/>
            <a:gdLst/>
            <a:ahLst/>
            <a:rect l="0" t="0" r="r" b="b"/>
            <a:pathLst>
              <a:path w="29687" h="9129">
                <a:moveTo>
                  <a:pt x="0" y="898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8983"/>
                </a:lnTo>
                <a:cubicBezTo>
                  <a:pt x="29687" y="8993"/>
                  <a:pt x="29686" y="9003"/>
                  <a:pt x="29684" y="9012"/>
                </a:cubicBezTo>
                <a:cubicBezTo>
                  <a:pt x="29683" y="9021"/>
                  <a:pt x="29680" y="9030"/>
                  <a:pt x="29676" y="9039"/>
                </a:cubicBezTo>
                <a:cubicBezTo>
                  <a:pt x="29672" y="9048"/>
                  <a:pt x="29668" y="9056"/>
                  <a:pt x="29663" y="9064"/>
                </a:cubicBezTo>
                <a:cubicBezTo>
                  <a:pt x="29657" y="9072"/>
                  <a:pt x="29651" y="9080"/>
                  <a:pt x="29645" y="9086"/>
                </a:cubicBezTo>
                <a:cubicBezTo>
                  <a:pt x="29638" y="9093"/>
                  <a:pt x="29630" y="9099"/>
                  <a:pt x="29623" y="9104"/>
                </a:cubicBezTo>
                <a:cubicBezTo>
                  <a:pt x="29615" y="9110"/>
                  <a:pt x="29606" y="9114"/>
                  <a:pt x="29597" y="9118"/>
                </a:cubicBezTo>
                <a:cubicBezTo>
                  <a:pt x="29589" y="9122"/>
                  <a:pt x="29579" y="9124"/>
                  <a:pt x="29570" y="9126"/>
                </a:cubicBezTo>
                <a:cubicBezTo>
                  <a:pt x="29561" y="9128"/>
                  <a:pt x="29551" y="9129"/>
                  <a:pt x="29542" y="9129"/>
                </a:cubicBezTo>
                <a:lnTo>
                  <a:pt x="145" y="9129"/>
                </a:lnTo>
                <a:cubicBezTo>
                  <a:pt x="136" y="9129"/>
                  <a:pt x="126" y="9128"/>
                  <a:pt x="117" y="9126"/>
                </a:cubicBezTo>
                <a:cubicBezTo>
                  <a:pt x="108" y="9124"/>
                  <a:pt x="99" y="9122"/>
                  <a:pt x="90" y="9118"/>
                </a:cubicBezTo>
                <a:cubicBezTo>
                  <a:pt x="81" y="9114"/>
                  <a:pt x="73" y="9110"/>
                  <a:pt x="65" y="9104"/>
                </a:cubicBezTo>
                <a:cubicBezTo>
                  <a:pt x="57" y="9099"/>
                  <a:pt x="49" y="9093"/>
                  <a:pt x="43" y="9086"/>
                </a:cubicBezTo>
                <a:cubicBezTo>
                  <a:pt x="36" y="9080"/>
                  <a:pt x="30" y="9072"/>
                  <a:pt x="24" y="9064"/>
                </a:cubicBezTo>
                <a:cubicBezTo>
                  <a:pt x="19" y="9056"/>
                  <a:pt x="15" y="9048"/>
                  <a:pt x="11" y="9039"/>
                </a:cubicBezTo>
                <a:cubicBezTo>
                  <a:pt x="7" y="9030"/>
                  <a:pt x="5" y="9021"/>
                  <a:pt x="3" y="9012"/>
                </a:cubicBezTo>
                <a:cubicBezTo>
                  <a:pt x="1" y="9003"/>
                  <a:pt x="0" y="8993"/>
                  <a:pt x="0" y="8983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1" name=""/>
          <p:cNvSpPr/>
          <p:nvPr/>
        </p:nvSpPr>
        <p:spPr>
          <a:xfrm>
            <a:off x="757080" y="2023920"/>
            <a:ext cx="10687320" cy="3286440"/>
          </a:xfrm>
          <a:custGeom>
            <a:avLst/>
            <a:gdLst/>
            <a:ahLst/>
            <a:rect l="0" t="0" r="r" b="b"/>
            <a:pathLst>
              <a:path w="29687" h="9129">
                <a:moveTo>
                  <a:pt x="0" y="898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8983"/>
                </a:lnTo>
                <a:cubicBezTo>
                  <a:pt x="29687" y="8993"/>
                  <a:pt x="29686" y="9003"/>
                  <a:pt x="29684" y="9012"/>
                </a:cubicBezTo>
                <a:cubicBezTo>
                  <a:pt x="29683" y="9021"/>
                  <a:pt x="29680" y="9030"/>
                  <a:pt x="29676" y="9039"/>
                </a:cubicBezTo>
                <a:cubicBezTo>
                  <a:pt x="29672" y="9048"/>
                  <a:pt x="29668" y="9056"/>
                  <a:pt x="29663" y="9064"/>
                </a:cubicBezTo>
                <a:cubicBezTo>
                  <a:pt x="29657" y="9072"/>
                  <a:pt x="29651" y="9080"/>
                  <a:pt x="29645" y="9086"/>
                </a:cubicBezTo>
                <a:cubicBezTo>
                  <a:pt x="29638" y="9093"/>
                  <a:pt x="29630" y="9099"/>
                  <a:pt x="29623" y="9104"/>
                </a:cubicBezTo>
                <a:cubicBezTo>
                  <a:pt x="29615" y="9110"/>
                  <a:pt x="29606" y="9114"/>
                  <a:pt x="29597" y="9118"/>
                </a:cubicBezTo>
                <a:cubicBezTo>
                  <a:pt x="29589" y="9122"/>
                  <a:pt x="29579" y="9124"/>
                  <a:pt x="29570" y="9126"/>
                </a:cubicBezTo>
                <a:cubicBezTo>
                  <a:pt x="29561" y="9128"/>
                  <a:pt x="29551" y="9129"/>
                  <a:pt x="29542" y="9129"/>
                </a:cubicBezTo>
                <a:lnTo>
                  <a:pt x="145" y="9129"/>
                </a:lnTo>
                <a:cubicBezTo>
                  <a:pt x="136" y="9129"/>
                  <a:pt x="126" y="9128"/>
                  <a:pt x="117" y="9126"/>
                </a:cubicBezTo>
                <a:cubicBezTo>
                  <a:pt x="108" y="9124"/>
                  <a:pt x="99" y="9122"/>
                  <a:pt x="90" y="9118"/>
                </a:cubicBezTo>
                <a:cubicBezTo>
                  <a:pt x="81" y="9114"/>
                  <a:pt x="73" y="9110"/>
                  <a:pt x="65" y="9104"/>
                </a:cubicBezTo>
                <a:cubicBezTo>
                  <a:pt x="57" y="9099"/>
                  <a:pt x="49" y="9093"/>
                  <a:pt x="43" y="9086"/>
                </a:cubicBezTo>
                <a:cubicBezTo>
                  <a:pt x="36" y="9080"/>
                  <a:pt x="30" y="9072"/>
                  <a:pt x="24" y="9064"/>
                </a:cubicBezTo>
                <a:cubicBezTo>
                  <a:pt x="19" y="9056"/>
                  <a:pt x="15" y="9048"/>
                  <a:pt x="11" y="9039"/>
                </a:cubicBezTo>
                <a:cubicBezTo>
                  <a:pt x="7" y="9030"/>
                  <a:pt x="5" y="9021"/>
                  <a:pt x="3" y="9012"/>
                </a:cubicBezTo>
                <a:cubicBezTo>
                  <a:pt x="1" y="9003"/>
                  <a:pt x="0" y="8993"/>
                  <a:pt x="0" y="8983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2" name=""/>
          <p:cNvSpPr/>
          <p:nvPr/>
        </p:nvSpPr>
        <p:spPr>
          <a:xfrm>
            <a:off x="752400" y="5467320"/>
            <a:ext cx="66960" cy="1248120"/>
          </a:xfrm>
          <a:custGeom>
            <a:avLst/>
            <a:gdLst/>
            <a:ahLst/>
            <a:rect l="0" t="0" r="r" b="b"/>
            <a:pathLst>
              <a:path w="186" h="3467">
                <a:moveTo>
                  <a:pt x="0" y="0"/>
                </a:moveTo>
                <a:lnTo>
                  <a:pt x="186" y="0"/>
                </a:lnTo>
                <a:lnTo>
                  <a:pt x="186" y="3467"/>
                </a:lnTo>
                <a:lnTo>
                  <a:pt x="0" y="346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3" name=""/>
          <p:cNvSpPr txBox="1"/>
          <p:nvPr/>
        </p:nvSpPr>
        <p:spPr>
          <a:xfrm>
            <a:off x="747720" y="770400"/>
            <a:ext cx="659520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  <a:ea typeface="Arial"/>
              </a:rPr>
              <a:t>Level 1 — what Redis is actually doing</a:t>
            </a:r>
            <a:endParaRPr b="0" lang="en-US" sz="28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4" name=""/>
          <p:cNvSpPr txBox="1"/>
          <p:nvPr/>
        </p:nvSpPr>
        <p:spPr>
          <a:xfrm>
            <a:off x="747720" y="1502640"/>
            <a:ext cx="66088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46,000 cached keys · 14.5 MB · 6,000 ops/s at peak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5" name=""/>
          <p:cNvSpPr txBox="1"/>
          <p:nvPr/>
        </p:nvSpPr>
        <p:spPr>
          <a:xfrm>
            <a:off x="914400" y="2185560"/>
            <a:ext cx="66193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WordPress makes 300+ DB calls per page request.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6" name=""/>
          <p:cNvSpPr txBox="1"/>
          <p:nvPr/>
        </p:nvSpPr>
        <p:spPr>
          <a:xfrm>
            <a:off x="914400" y="2452320"/>
            <a:ext cx="42253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Redis intercepts most of them: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7" name=""/>
          <p:cNvSpPr txBox="1"/>
          <p:nvPr/>
        </p:nvSpPr>
        <p:spPr>
          <a:xfrm>
            <a:off x="914400" y="2995200"/>
            <a:ext cx="73234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wp_get_option('siteurl')        → Redis HIT → 0.1 ms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8" name=""/>
          <p:cNvSpPr txBox="1"/>
          <p:nvPr/>
        </p:nvSpPr>
        <p:spPr>
          <a:xfrm>
            <a:off x="914400" y="3261960"/>
            <a:ext cx="73234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wp_get_option('blogname')       → Redis HIT → 0.1 ms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9" name=""/>
          <p:cNvSpPr txBox="1"/>
          <p:nvPr/>
        </p:nvSpPr>
        <p:spPr>
          <a:xfrm>
            <a:off x="914400" y="3538080"/>
            <a:ext cx="73234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WP_Query (recent posts)         → Redis HIT → 0.1 ms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0" name=""/>
          <p:cNvSpPr txBox="1"/>
          <p:nvPr/>
        </p:nvSpPr>
        <p:spPr>
          <a:xfrm>
            <a:off x="914400" y="3804840"/>
            <a:ext cx="73234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get_post_meta(post_id, '_price')→ Redis HIT → 0.1 ms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1" name=""/>
          <p:cNvSpPr txBox="1"/>
          <p:nvPr/>
        </p:nvSpPr>
        <p:spPr>
          <a:xfrm>
            <a:off x="914400" y="4071600"/>
            <a:ext cx="95774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WC product lookup               → Redis MISS → MySQL → 4 ms → cached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2" name=""/>
          <p:cNvSpPr txBox="1"/>
          <p:nvPr/>
        </p:nvSpPr>
        <p:spPr>
          <a:xfrm>
            <a:off x="914400" y="4614480"/>
            <a:ext cx="73234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After warmup: ~82% of DB calls answered from memory.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3" name=""/>
          <p:cNvSpPr txBox="1"/>
          <p:nvPr/>
        </p:nvSpPr>
        <p:spPr>
          <a:xfrm>
            <a:off x="914400" y="4881240"/>
            <a:ext cx="66193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MySQL sees ~54 queries/request instead of 300+.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4" name=""/>
          <p:cNvSpPr txBox="1"/>
          <p:nvPr/>
        </p:nvSpPr>
        <p:spPr>
          <a:xfrm>
            <a:off x="1090440" y="5512680"/>
            <a:ext cx="86479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59636e"/>
                </a:solidFill>
                <a:latin typeface="Arial"/>
                <a:ea typeface="Arial"/>
              </a:rPr>
              <a:t>Redis did not prevent the crash at Level 0 because we never got there.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5" name=""/>
          <p:cNvSpPr txBox="1"/>
          <p:nvPr/>
        </p:nvSpPr>
        <p:spPr>
          <a:xfrm>
            <a:off x="1090440" y="5931720"/>
            <a:ext cx="77169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59636e"/>
                </a:solidFill>
                <a:latin typeface="Arial"/>
                <a:ea typeface="Arial"/>
              </a:rPr>
              <a:t>It </a:t>
            </a:r>
            <a:r>
              <a:rPr b="1" lang="en-US" sz="2170" spc="-1" strike="noStrike">
                <a:solidFill>
                  <a:srgbClr val="59636e"/>
                </a:solidFill>
                <a:latin typeface="Arial"/>
                <a:ea typeface="Arial"/>
              </a:rPr>
              <a:t>would </a:t>
            </a:r>
            <a:r>
              <a:rPr b="0" lang="en-US" sz="2170" spc="-1" strike="noStrike">
                <a:solidFill>
                  <a:srgbClr val="59636e"/>
                </a:solidFill>
                <a:latin typeface="Arial"/>
                <a:ea typeface="Arial"/>
              </a:rPr>
              <a:t>delay the crash significantly — but doesn't eliminate it.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6" name=""/>
          <p:cNvSpPr txBox="1"/>
          <p:nvPr/>
        </p:nvSpPr>
        <p:spPr>
          <a:xfrm>
            <a:off x="1090440" y="6341400"/>
            <a:ext cx="66848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59636e"/>
                </a:solidFill>
                <a:latin typeface="Arial"/>
                <a:ea typeface="Arial"/>
              </a:rPr>
              <a:t>That requires removing PHP from the hot path entirely.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0" name=""/>
          <p:cNvSpPr txBox="1"/>
          <p:nvPr/>
        </p:nvSpPr>
        <p:spPr>
          <a:xfrm>
            <a:off x="747720" y="2106000"/>
            <a:ext cx="343800" cy="323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NotoColorEmoji"/>
                <a:ea typeface="NotoColorEmoji"/>
              </a:rPr>
              <a:t>🚀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1" name=""/>
          <p:cNvSpPr txBox="1"/>
          <p:nvPr/>
        </p:nvSpPr>
        <p:spPr>
          <a:xfrm>
            <a:off x="747720" y="2743200"/>
            <a:ext cx="1399680" cy="49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480" spc="-1" strike="noStrike">
                <a:solidFill>
                  <a:srgbClr val="224466"/>
                </a:solidFill>
                <a:latin typeface="Arial"/>
                <a:ea typeface="Arial"/>
              </a:rPr>
              <a:t>ACT III</a:t>
            </a:r>
            <a:endParaRPr b="0" lang="en-US" sz="34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2" name=""/>
          <p:cNvSpPr txBox="1"/>
          <p:nvPr/>
        </p:nvSpPr>
        <p:spPr>
          <a:xfrm>
            <a:off x="747720" y="3646800"/>
            <a:ext cx="303804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  <a:ea typeface="Arial"/>
              </a:rPr>
              <a:t>Cache Everything</a:t>
            </a:r>
            <a:endParaRPr b="0" lang="en-US" sz="28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3" name=""/>
          <p:cNvSpPr txBox="1"/>
          <p:nvPr/>
        </p:nvSpPr>
        <p:spPr>
          <a:xfrm>
            <a:off x="747720" y="4420800"/>
            <a:ext cx="6985080" cy="338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390" spc="-1" strike="noStrike">
                <a:solidFill>
                  <a:srgbClr val="1f2328"/>
                </a:solidFill>
                <a:latin typeface="Arial"/>
                <a:ea typeface="Arial"/>
              </a:rPr>
              <a:t>Level 2 — FastCGI page cache + MariaDB tuning</a:t>
            </a:r>
            <a:endParaRPr b="0" lang="en-US" sz="23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7" name=""/>
          <p:cNvSpPr/>
          <p:nvPr/>
        </p:nvSpPr>
        <p:spPr>
          <a:xfrm>
            <a:off x="752400" y="1457280"/>
            <a:ext cx="66960" cy="2067120"/>
          </a:xfrm>
          <a:custGeom>
            <a:avLst/>
            <a:gdLst/>
            <a:ahLst/>
            <a:rect l="0" t="0" r="r" b="b"/>
            <a:pathLst>
              <a:path w="186" h="5742">
                <a:moveTo>
                  <a:pt x="0" y="0"/>
                </a:moveTo>
                <a:lnTo>
                  <a:pt x="186" y="0"/>
                </a:lnTo>
                <a:lnTo>
                  <a:pt x="186" y="5742"/>
                </a:lnTo>
                <a:lnTo>
                  <a:pt x="0" y="574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8" name=""/>
          <p:cNvSpPr/>
          <p:nvPr/>
        </p:nvSpPr>
        <p:spPr>
          <a:xfrm>
            <a:off x="757080" y="4252680"/>
            <a:ext cx="10687320" cy="1667160"/>
          </a:xfrm>
          <a:custGeom>
            <a:avLst/>
            <a:gdLst/>
            <a:ahLst/>
            <a:rect l="0" t="0" r="r" b="b"/>
            <a:pathLst>
              <a:path w="29687" h="4631">
                <a:moveTo>
                  <a:pt x="0" y="4486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4486"/>
                </a:lnTo>
                <a:cubicBezTo>
                  <a:pt x="29687" y="4495"/>
                  <a:pt x="29686" y="4505"/>
                  <a:pt x="29684" y="4514"/>
                </a:cubicBezTo>
                <a:cubicBezTo>
                  <a:pt x="29683" y="4524"/>
                  <a:pt x="29680" y="4533"/>
                  <a:pt x="29676" y="4542"/>
                </a:cubicBezTo>
                <a:cubicBezTo>
                  <a:pt x="29672" y="4550"/>
                  <a:pt x="29668" y="4559"/>
                  <a:pt x="29663" y="4567"/>
                </a:cubicBezTo>
                <a:cubicBezTo>
                  <a:pt x="29657" y="4575"/>
                  <a:pt x="29651" y="4582"/>
                  <a:pt x="29645" y="4589"/>
                </a:cubicBezTo>
                <a:cubicBezTo>
                  <a:pt x="29638" y="4595"/>
                  <a:pt x="29630" y="4602"/>
                  <a:pt x="29623" y="4607"/>
                </a:cubicBezTo>
                <a:cubicBezTo>
                  <a:pt x="29615" y="4612"/>
                  <a:pt x="29606" y="4617"/>
                  <a:pt x="29597" y="4620"/>
                </a:cubicBezTo>
                <a:cubicBezTo>
                  <a:pt x="29589" y="4624"/>
                  <a:pt x="29579" y="4627"/>
                  <a:pt x="29570" y="4629"/>
                </a:cubicBezTo>
                <a:cubicBezTo>
                  <a:pt x="29561" y="4630"/>
                  <a:pt x="29551" y="4631"/>
                  <a:pt x="29542" y="4631"/>
                </a:cubicBezTo>
                <a:lnTo>
                  <a:pt x="145" y="4631"/>
                </a:lnTo>
                <a:cubicBezTo>
                  <a:pt x="136" y="4631"/>
                  <a:pt x="126" y="4630"/>
                  <a:pt x="117" y="4629"/>
                </a:cubicBezTo>
                <a:cubicBezTo>
                  <a:pt x="108" y="4627"/>
                  <a:pt x="99" y="4624"/>
                  <a:pt x="90" y="4620"/>
                </a:cubicBezTo>
                <a:cubicBezTo>
                  <a:pt x="81" y="4617"/>
                  <a:pt x="73" y="4612"/>
                  <a:pt x="65" y="4607"/>
                </a:cubicBezTo>
                <a:cubicBezTo>
                  <a:pt x="57" y="4602"/>
                  <a:pt x="49" y="4595"/>
                  <a:pt x="43" y="4589"/>
                </a:cubicBezTo>
                <a:cubicBezTo>
                  <a:pt x="36" y="4582"/>
                  <a:pt x="30" y="4575"/>
                  <a:pt x="24" y="4567"/>
                </a:cubicBezTo>
                <a:cubicBezTo>
                  <a:pt x="19" y="4559"/>
                  <a:pt x="15" y="4550"/>
                  <a:pt x="11" y="4542"/>
                </a:cubicBezTo>
                <a:cubicBezTo>
                  <a:pt x="7" y="4533"/>
                  <a:pt x="5" y="4524"/>
                  <a:pt x="3" y="4514"/>
                </a:cubicBezTo>
                <a:cubicBezTo>
                  <a:pt x="1" y="4505"/>
                  <a:pt x="0" y="4495"/>
                  <a:pt x="0" y="4486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9" name=""/>
          <p:cNvSpPr/>
          <p:nvPr/>
        </p:nvSpPr>
        <p:spPr>
          <a:xfrm>
            <a:off x="757080" y="4252680"/>
            <a:ext cx="10687320" cy="1667160"/>
          </a:xfrm>
          <a:custGeom>
            <a:avLst/>
            <a:gdLst/>
            <a:ahLst/>
            <a:rect l="0" t="0" r="r" b="b"/>
            <a:pathLst>
              <a:path w="29687" h="4631">
                <a:moveTo>
                  <a:pt x="0" y="4486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4486"/>
                </a:lnTo>
                <a:cubicBezTo>
                  <a:pt x="29687" y="4495"/>
                  <a:pt x="29686" y="4505"/>
                  <a:pt x="29684" y="4514"/>
                </a:cubicBezTo>
                <a:cubicBezTo>
                  <a:pt x="29683" y="4524"/>
                  <a:pt x="29680" y="4533"/>
                  <a:pt x="29676" y="4542"/>
                </a:cubicBezTo>
                <a:cubicBezTo>
                  <a:pt x="29672" y="4550"/>
                  <a:pt x="29668" y="4559"/>
                  <a:pt x="29663" y="4567"/>
                </a:cubicBezTo>
                <a:cubicBezTo>
                  <a:pt x="29657" y="4575"/>
                  <a:pt x="29651" y="4582"/>
                  <a:pt x="29645" y="4589"/>
                </a:cubicBezTo>
                <a:cubicBezTo>
                  <a:pt x="29638" y="4595"/>
                  <a:pt x="29630" y="4602"/>
                  <a:pt x="29623" y="4607"/>
                </a:cubicBezTo>
                <a:cubicBezTo>
                  <a:pt x="29615" y="4612"/>
                  <a:pt x="29606" y="4617"/>
                  <a:pt x="29597" y="4620"/>
                </a:cubicBezTo>
                <a:cubicBezTo>
                  <a:pt x="29589" y="4624"/>
                  <a:pt x="29579" y="4627"/>
                  <a:pt x="29570" y="4629"/>
                </a:cubicBezTo>
                <a:cubicBezTo>
                  <a:pt x="29561" y="4630"/>
                  <a:pt x="29551" y="4631"/>
                  <a:pt x="29542" y="4631"/>
                </a:cubicBezTo>
                <a:lnTo>
                  <a:pt x="145" y="4631"/>
                </a:lnTo>
                <a:cubicBezTo>
                  <a:pt x="136" y="4631"/>
                  <a:pt x="126" y="4630"/>
                  <a:pt x="117" y="4629"/>
                </a:cubicBezTo>
                <a:cubicBezTo>
                  <a:pt x="108" y="4627"/>
                  <a:pt x="99" y="4624"/>
                  <a:pt x="90" y="4620"/>
                </a:cubicBezTo>
                <a:cubicBezTo>
                  <a:pt x="81" y="4617"/>
                  <a:pt x="73" y="4612"/>
                  <a:pt x="65" y="4607"/>
                </a:cubicBezTo>
                <a:cubicBezTo>
                  <a:pt x="57" y="4602"/>
                  <a:pt x="49" y="4595"/>
                  <a:pt x="43" y="4589"/>
                </a:cubicBezTo>
                <a:cubicBezTo>
                  <a:pt x="36" y="4582"/>
                  <a:pt x="30" y="4575"/>
                  <a:pt x="24" y="4567"/>
                </a:cubicBezTo>
                <a:cubicBezTo>
                  <a:pt x="19" y="4559"/>
                  <a:pt x="15" y="4550"/>
                  <a:pt x="11" y="4542"/>
                </a:cubicBezTo>
                <a:cubicBezTo>
                  <a:pt x="7" y="4533"/>
                  <a:pt x="5" y="4524"/>
                  <a:pt x="3" y="4514"/>
                </a:cubicBezTo>
                <a:cubicBezTo>
                  <a:pt x="1" y="4505"/>
                  <a:pt x="0" y="4495"/>
                  <a:pt x="0" y="4486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0" name=""/>
          <p:cNvSpPr txBox="1"/>
          <p:nvPr/>
        </p:nvSpPr>
        <p:spPr>
          <a:xfrm>
            <a:off x="747720" y="770400"/>
            <a:ext cx="261756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  <a:ea typeface="Arial"/>
              </a:rPr>
              <a:t>The key insight</a:t>
            </a:r>
            <a:endParaRPr b="0" lang="en-US" sz="28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1" name=""/>
          <p:cNvSpPr txBox="1"/>
          <p:nvPr/>
        </p:nvSpPr>
        <p:spPr>
          <a:xfrm>
            <a:off x="1090440" y="1502640"/>
            <a:ext cx="99021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59636e"/>
                </a:solidFill>
                <a:latin typeface="Arial"/>
                <a:ea typeface="Arial"/>
              </a:rPr>
              <a:t>Most WordPress page requests return identical HTML for every anonymous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2" name=""/>
          <p:cNvSpPr txBox="1"/>
          <p:nvPr/>
        </p:nvSpPr>
        <p:spPr>
          <a:xfrm>
            <a:off x="1090440" y="1912320"/>
            <a:ext cx="9043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59636e"/>
                </a:solidFill>
                <a:latin typeface="Arial"/>
                <a:ea typeface="Arial"/>
              </a:rPr>
              <a:t>visitor.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3" name=""/>
          <p:cNvSpPr txBox="1"/>
          <p:nvPr/>
        </p:nvSpPr>
        <p:spPr>
          <a:xfrm>
            <a:off x="1090440" y="2331360"/>
            <a:ext cx="48758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59636e"/>
                </a:solidFill>
                <a:latin typeface="Arial"/>
                <a:ea typeface="Arial"/>
              </a:rPr>
              <a:t>Home page. Category. Blog post. Shop.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4" name=""/>
          <p:cNvSpPr txBox="1"/>
          <p:nvPr/>
        </p:nvSpPr>
        <p:spPr>
          <a:xfrm>
            <a:off x="1090440" y="2741040"/>
            <a:ext cx="69303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59636e"/>
                </a:solidFill>
                <a:latin typeface="Arial"/>
                <a:ea typeface="Arial"/>
              </a:rPr>
              <a:t>PHP runs. MySQL queries. OPcache helps. Redis helps.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5" name=""/>
          <p:cNvSpPr txBox="1"/>
          <p:nvPr/>
        </p:nvSpPr>
        <p:spPr>
          <a:xfrm>
            <a:off x="1090440" y="3160080"/>
            <a:ext cx="59169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59636e"/>
                </a:solidFill>
                <a:latin typeface="Arial"/>
                <a:ea typeface="Arial"/>
              </a:rPr>
              <a:t>The output is still the same HTML every time.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6" name=""/>
          <p:cNvSpPr txBox="1"/>
          <p:nvPr/>
        </p:nvSpPr>
        <p:spPr>
          <a:xfrm>
            <a:off x="747720" y="3722040"/>
            <a:ext cx="60541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FastCGI page cache — the logical conclusion: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7" name=""/>
          <p:cNvSpPr txBox="1"/>
          <p:nvPr/>
        </p:nvSpPr>
        <p:spPr>
          <a:xfrm>
            <a:off x="914400" y="4414680"/>
            <a:ext cx="94359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First anonymous visitor  → PHP runs → nginx stores response on disk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8" name=""/>
          <p:cNvSpPr txBox="1"/>
          <p:nvPr/>
        </p:nvSpPr>
        <p:spPr>
          <a:xfrm>
            <a:off x="914400" y="4681080"/>
            <a:ext cx="85914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Every visitor after      → nginx reads cached file → 8ms TTFB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9" name=""/>
          <p:cNvSpPr txBox="1"/>
          <p:nvPr/>
        </p:nvSpPr>
        <p:spPr>
          <a:xfrm>
            <a:off x="914400" y="4957560"/>
            <a:ext cx="57736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                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PHP never runs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0" name=""/>
          <p:cNvSpPr txBox="1"/>
          <p:nvPr/>
        </p:nvSpPr>
        <p:spPr>
          <a:xfrm>
            <a:off x="914400" y="5224320"/>
            <a:ext cx="60555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                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MySQL never runs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1" name=""/>
          <p:cNvSpPr txBox="1"/>
          <p:nvPr/>
        </p:nvSpPr>
        <p:spPr>
          <a:xfrm>
            <a:off x="914400" y="5490720"/>
            <a:ext cx="61974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                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Redis never asked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2" name=""/>
          <p:cNvSpPr/>
          <p:nvPr/>
        </p:nvSpPr>
        <p:spPr>
          <a:xfrm>
            <a:off x="4724280" y="6124320"/>
            <a:ext cx="276480" cy="276480"/>
          </a:xfrm>
          <a:custGeom>
            <a:avLst/>
            <a:gdLst/>
            <a:ahLst/>
            <a:rect l="0" t="0" r="r" b="b"/>
            <a:pathLst>
              <a:path w="768" h="768">
                <a:moveTo>
                  <a:pt x="768" y="683"/>
                </a:moveTo>
                <a:cubicBezTo>
                  <a:pt x="768" y="730"/>
                  <a:pt x="730" y="768"/>
                  <a:pt x="683" y="768"/>
                </a:cubicBezTo>
                <a:lnTo>
                  <a:pt x="85" y="768"/>
                </a:lnTo>
                <a:cubicBezTo>
                  <a:pt x="38" y="768"/>
                  <a:pt x="0" y="730"/>
                  <a:pt x="0" y="683"/>
                </a:cubicBezTo>
                <a:lnTo>
                  <a:pt x="0" y="85"/>
                </a:lnTo>
                <a:cubicBezTo>
                  <a:pt x="0" y="38"/>
                  <a:pt x="38" y="0"/>
                  <a:pt x="85" y="0"/>
                </a:cubicBezTo>
                <a:lnTo>
                  <a:pt x="683" y="0"/>
                </a:lnTo>
                <a:cubicBezTo>
                  <a:pt x="730" y="0"/>
                  <a:pt x="768" y="38"/>
                  <a:pt x="768" y="85"/>
                </a:cubicBezTo>
                <a:lnTo>
                  <a:pt x="768" y="683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43" name=""/>
          <p:cNvSpPr/>
          <p:nvPr/>
        </p:nvSpPr>
        <p:spPr>
          <a:xfrm>
            <a:off x="4768200" y="6170040"/>
            <a:ext cx="190080" cy="186480"/>
          </a:xfrm>
          <a:custGeom>
            <a:avLst/>
            <a:gdLst/>
            <a:ahLst/>
            <a:rect l="0" t="0" r="r" b="b"/>
            <a:pathLst>
              <a:path w="528" h="518">
                <a:moveTo>
                  <a:pt x="503" y="9"/>
                </a:moveTo>
                <a:cubicBezTo>
                  <a:pt x="478" y="-7"/>
                  <a:pt x="445" y="0"/>
                  <a:pt x="429" y="24"/>
                </a:cubicBezTo>
                <a:lnTo>
                  <a:pt x="197" y="383"/>
                </a:lnTo>
                <a:lnTo>
                  <a:pt x="89" y="284"/>
                </a:lnTo>
                <a:cubicBezTo>
                  <a:pt x="67" y="264"/>
                  <a:pt x="34" y="265"/>
                  <a:pt x="14" y="287"/>
                </a:cubicBezTo>
                <a:cubicBezTo>
                  <a:pt x="-6" y="309"/>
                  <a:pt x="-5" y="342"/>
                  <a:pt x="17" y="362"/>
                </a:cubicBezTo>
                <a:lnTo>
                  <a:pt x="171" y="504"/>
                </a:lnTo>
                <a:cubicBezTo>
                  <a:pt x="182" y="514"/>
                  <a:pt x="195" y="518"/>
                  <a:pt x="207" y="518"/>
                </a:cubicBezTo>
                <a:cubicBezTo>
                  <a:pt x="222" y="518"/>
                  <a:pt x="240" y="512"/>
                  <a:pt x="252" y="494"/>
                </a:cubicBezTo>
                <a:cubicBezTo>
                  <a:pt x="259" y="483"/>
                  <a:pt x="519" y="83"/>
                  <a:pt x="519" y="83"/>
                </a:cubicBezTo>
                <a:cubicBezTo>
                  <a:pt x="535" y="58"/>
                  <a:pt x="528" y="25"/>
                  <a:pt x="503" y="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4" name=""/>
          <p:cNvSpPr txBox="1"/>
          <p:nvPr/>
        </p:nvSpPr>
        <p:spPr>
          <a:xfrm>
            <a:off x="747720" y="6122160"/>
            <a:ext cx="3938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Cached (anonymous visitors) 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5" name=""/>
          <p:cNvSpPr txBox="1"/>
          <p:nvPr/>
        </p:nvSpPr>
        <p:spPr>
          <a:xfrm>
            <a:off x="747720" y="6531840"/>
            <a:ext cx="53668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Homepage · Category pages · Posts · Shop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9" name=""/>
          <p:cNvSpPr/>
          <p:nvPr/>
        </p:nvSpPr>
        <p:spPr>
          <a:xfrm>
            <a:off x="757080" y="1461960"/>
            <a:ext cx="10687320" cy="5220000"/>
          </a:xfrm>
          <a:custGeom>
            <a:avLst/>
            <a:gdLst/>
            <a:ahLst/>
            <a:rect l="0" t="0" r="r" b="b"/>
            <a:pathLst>
              <a:path w="29687" h="14500">
                <a:moveTo>
                  <a:pt x="0" y="1435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4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4354"/>
                </a:lnTo>
                <a:cubicBezTo>
                  <a:pt x="29687" y="14364"/>
                  <a:pt x="29686" y="14374"/>
                  <a:pt x="29684" y="14383"/>
                </a:cubicBezTo>
                <a:cubicBezTo>
                  <a:pt x="29683" y="14392"/>
                  <a:pt x="29680" y="14401"/>
                  <a:pt x="29676" y="14410"/>
                </a:cubicBezTo>
                <a:cubicBezTo>
                  <a:pt x="29672" y="14419"/>
                  <a:pt x="29668" y="14427"/>
                  <a:pt x="29663" y="14435"/>
                </a:cubicBezTo>
                <a:cubicBezTo>
                  <a:pt x="29657" y="14443"/>
                  <a:pt x="29651" y="14451"/>
                  <a:pt x="29645" y="14457"/>
                </a:cubicBezTo>
                <a:cubicBezTo>
                  <a:pt x="29638" y="14464"/>
                  <a:pt x="29630" y="14470"/>
                  <a:pt x="29623" y="14475"/>
                </a:cubicBezTo>
                <a:cubicBezTo>
                  <a:pt x="29615" y="14481"/>
                  <a:pt x="29606" y="14485"/>
                  <a:pt x="29597" y="14489"/>
                </a:cubicBezTo>
                <a:cubicBezTo>
                  <a:pt x="29589" y="14493"/>
                  <a:pt x="29579" y="14495"/>
                  <a:pt x="29570" y="14497"/>
                </a:cubicBezTo>
                <a:cubicBezTo>
                  <a:pt x="29561" y="14499"/>
                  <a:pt x="29551" y="14500"/>
                  <a:pt x="29542" y="14500"/>
                </a:cubicBezTo>
                <a:lnTo>
                  <a:pt x="145" y="14500"/>
                </a:lnTo>
                <a:cubicBezTo>
                  <a:pt x="136" y="14500"/>
                  <a:pt x="126" y="14499"/>
                  <a:pt x="117" y="14497"/>
                </a:cubicBezTo>
                <a:cubicBezTo>
                  <a:pt x="108" y="14495"/>
                  <a:pt x="99" y="14493"/>
                  <a:pt x="90" y="14489"/>
                </a:cubicBezTo>
                <a:cubicBezTo>
                  <a:pt x="81" y="14485"/>
                  <a:pt x="73" y="14481"/>
                  <a:pt x="65" y="14475"/>
                </a:cubicBezTo>
                <a:cubicBezTo>
                  <a:pt x="57" y="14470"/>
                  <a:pt x="49" y="14464"/>
                  <a:pt x="43" y="14457"/>
                </a:cubicBezTo>
                <a:cubicBezTo>
                  <a:pt x="36" y="14451"/>
                  <a:pt x="30" y="14443"/>
                  <a:pt x="24" y="14435"/>
                </a:cubicBezTo>
                <a:cubicBezTo>
                  <a:pt x="19" y="14427"/>
                  <a:pt x="15" y="14419"/>
                  <a:pt x="11" y="14410"/>
                </a:cubicBezTo>
                <a:cubicBezTo>
                  <a:pt x="7" y="14401"/>
                  <a:pt x="5" y="14392"/>
                  <a:pt x="3" y="14383"/>
                </a:cubicBezTo>
                <a:cubicBezTo>
                  <a:pt x="1" y="14374"/>
                  <a:pt x="0" y="14364"/>
                  <a:pt x="0" y="14354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0" name=""/>
          <p:cNvSpPr/>
          <p:nvPr/>
        </p:nvSpPr>
        <p:spPr>
          <a:xfrm>
            <a:off x="757080" y="1461960"/>
            <a:ext cx="10687320" cy="5220000"/>
          </a:xfrm>
          <a:custGeom>
            <a:avLst/>
            <a:gdLst/>
            <a:ahLst/>
            <a:rect l="0" t="0" r="r" b="b"/>
            <a:pathLst>
              <a:path w="29687" h="14500">
                <a:moveTo>
                  <a:pt x="0" y="1435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4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4354"/>
                </a:lnTo>
                <a:cubicBezTo>
                  <a:pt x="29687" y="14364"/>
                  <a:pt x="29686" y="14374"/>
                  <a:pt x="29684" y="14383"/>
                </a:cubicBezTo>
                <a:cubicBezTo>
                  <a:pt x="29683" y="14392"/>
                  <a:pt x="29680" y="14401"/>
                  <a:pt x="29676" y="14410"/>
                </a:cubicBezTo>
                <a:cubicBezTo>
                  <a:pt x="29672" y="14419"/>
                  <a:pt x="29668" y="14427"/>
                  <a:pt x="29663" y="14435"/>
                </a:cubicBezTo>
                <a:cubicBezTo>
                  <a:pt x="29657" y="14443"/>
                  <a:pt x="29651" y="14451"/>
                  <a:pt x="29645" y="14457"/>
                </a:cubicBezTo>
                <a:cubicBezTo>
                  <a:pt x="29638" y="14464"/>
                  <a:pt x="29630" y="14470"/>
                  <a:pt x="29623" y="14475"/>
                </a:cubicBezTo>
                <a:cubicBezTo>
                  <a:pt x="29615" y="14481"/>
                  <a:pt x="29606" y="14485"/>
                  <a:pt x="29597" y="14489"/>
                </a:cubicBezTo>
                <a:cubicBezTo>
                  <a:pt x="29589" y="14493"/>
                  <a:pt x="29579" y="14495"/>
                  <a:pt x="29570" y="14497"/>
                </a:cubicBezTo>
                <a:cubicBezTo>
                  <a:pt x="29561" y="14499"/>
                  <a:pt x="29551" y="14500"/>
                  <a:pt x="29542" y="14500"/>
                </a:cubicBezTo>
                <a:lnTo>
                  <a:pt x="145" y="14500"/>
                </a:lnTo>
                <a:cubicBezTo>
                  <a:pt x="136" y="14500"/>
                  <a:pt x="126" y="14499"/>
                  <a:pt x="117" y="14497"/>
                </a:cubicBezTo>
                <a:cubicBezTo>
                  <a:pt x="108" y="14495"/>
                  <a:pt x="99" y="14493"/>
                  <a:pt x="90" y="14489"/>
                </a:cubicBezTo>
                <a:cubicBezTo>
                  <a:pt x="81" y="14485"/>
                  <a:pt x="73" y="14481"/>
                  <a:pt x="65" y="14475"/>
                </a:cubicBezTo>
                <a:cubicBezTo>
                  <a:pt x="57" y="14470"/>
                  <a:pt x="49" y="14464"/>
                  <a:pt x="43" y="14457"/>
                </a:cubicBezTo>
                <a:cubicBezTo>
                  <a:pt x="36" y="14451"/>
                  <a:pt x="30" y="14443"/>
                  <a:pt x="24" y="14435"/>
                </a:cubicBezTo>
                <a:cubicBezTo>
                  <a:pt x="19" y="14427"/>
                  <a:pt x="15" y="14419"/>
                  <a:pt x="11" y="14410"/>
                </a:cubicBezTo>
                <a:cubicBezTo>
                  <a:pt x="7" y="14401"/>
                  <a:pt x="5" y="14392"/>
                  <a:pt x="3" y="14383"/>
                </a:cubicBezTo>
                <a:cubicBezTo>
                  <a:pt x="1" y="14374"/>
                  <a:pt x="0" y="14364"/>
                  <a:pt x="0" y="14354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1" name=""/>
          <p:cNvSpPr/>
          <p:nvPr/>
        </p:nvSpPr>
        <p:spPr>
          <a:xfrm>
            <a:off x="757080" y="6843600"/>
            <a:ext cx="10687320" cy="590760"/>
          </a:xfrm>
          <a:custGeom>
            <a:avLst/>
            <a:gdLst/>
            <a:ahLst/>
            <a:rect l="0" t="0" r="r" b="b"/>
            <a:pathLst>
              <a:path w="29687" h="1641">
                <a:moveTo>
                  <a:pt x="0" y="1496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8"/>
                  <a:pt x="11" y="90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4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8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496"/>
                </a:lnTo>
                <a:cubicBezTo>
                  <a:pt x="29687" y="1505"/>
                  <a:pt x="29686" y="1515"/>
                  <a:pt x="29684" y="1524"/>
                </a:cubicBezTo>
                <a:cubicBezTo>
                  <a:pt x="29683" y="1533"/>
                  <a:pt x="29680" y="1543"/>
                  <a:pt x="29676" y="1551"/>
                </a:cubicBezTo>
                <a:cubicBezTo>
                  <a:pt x="29672" y="1560"/>
                  <a:pt x="29668" y="1569"/>
                  <a:pt x="29663" y="1577"/>
                </a:cubicBezTo>
                <a:cubicBezTo>
                  <a:pt x="29657" y="1584"/>
                  <a:pt x="29651" y="1592"/>
                  <a:pt x="29645" y="1599"/>
                </a:cubicBezTo>
                <a:cubicBezTo>
                  <a:pt x="29638" y="1605"/>
                  <a:pt x="29630" y="1611"/>
                  <a:pt x="29623" y="1617"/>
                </a:cubicBezTo>
                <a:cubicBezTo>
                  <a:pt x="29615" y="1622"/>
                  <a:pt x="29606" y="1626"/>
                  <a:pt x="29597" y="1630"/>
                </a:cubicBezTo>
                <a:cubicBezTo>
                  <a:pt x="29589" y="1634"/>
                  <a:pt x="29579" y="1637"/>
                  <a:pt x="29570" y="1638"/>
                </a:cubicBezTo>
                <a:cubicBezTo>
                  <a:pt x="29561" y="1640"/>
                  <a:pt x="29551" y="1641"/>
                  <a:pt x="29542" y="1641"/>
                </a:cubicBezTo>
                <a:lnTo>
                  <a:pt x="145" y="1641"/>
                </a:lnTo>
                <a:cubicBezTo>
                  <a:pt x="136" y="1641"/>
                  <a:pt x="126" y="1640"/>
                  <a:pt x="117" y="1638"/>
                </a:cubicBezTo>
                <a:cubicBezTo>
                  <a:pt x="108" y="1637"/>
                  <a:pt x="99" y="1634"/>
                  <a:pt x="90" y="1630"/>
                </a:cubicBezTo>
                <a:cubicBezTo>
                  <a:pt x="81" y="1626"/>
                  <a:pt x="73" y="1622"/>
                  <a:pt x="65" y="1617"/>
                </a:cubicBezTo>
                <a:cubicBezTo>
                  <a:pt x="57" y="1611"/>
                  <a:pt x="49" y="1605"/>
                  <a:pt x="43" y="1599"/>
                </a:cubicBezTo>
                <a:cubicBezTo>
                  <a:pt x="36" y="1592"/>
                  <a:pt x="30" y="1584"/>
                  <a:pt x="24" y="1577"/>
                </a:cubicBezTo>
                <a:cubicBezTo>
                  <a:pt x="19" y="1569"/>
                  <a:pt x="15" y="1560"/>
                  <a:pt x="11" y="1551"/>
                </a:cubicBezTo>
                <a:cubicBezTo>
                  <a:pt x="7" y="1543"/>
                  <a:pt x="5" y="1533"/>
                  <a:pt x="3" y="1524"/>
                </a:cubicBezTo>
                <a:cubicBezTo>
                  <a:pt x="1" y="1515"/>
                  <a:pt x="0" y="1505"/>
                  <a:pt x="0" y="1496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2" name=""/>
          <p:cNvSpPr/>
          <p:nvPr/>
        </p:nvSpPr>
        <p:spPr>
          <a:xfrm>
            <a:off x="757080" y="6843600"/>
            <a:ext cx="10687320" cy="590760"/>
          </a:xfrm>
          <a:custGeom>
            <a:avLst/>
            <a:gdLst/>
            <a:ahLst/>
            <a:rect l="0" t="0" r="r" b="b"/>
            <a:pathLst>
              <a:path w="29687" h="1641">
                <a:moveTo>
                  <a:pt x="0" y="1496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8"/>
                  <a:pt x="11" y="90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4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8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496"/>
                </a:lnTo>
                <a:cubicBezTo>
                  <a:pt x="29687" y="1505"/>
                  <a:pt x="29686" y="1515"/>
                  <a:pt x="29684" y="1524"/>
                </a:cubicBezTo>
                <a:cubicBezTo>
                  <a:pt x="29683" y="1533"/>
                  <a:pt x="29680" y="1543"/>
                  <a:pt x="29676" y="1551"/>
                </a:cubicBezTo>
                <a:cubicBezTo>
                  <a:pt x="29672" y="1560"/>
                  <a:pt x="29668" y="1569"/>
                  <a:pt x="29663" y="1577"/>
                </a:cubicBezTo>
                <a:cubicBezTo>
                  <a:pt x="29657" y="1584"/>
                  <a:pt x="29651" y="1592"/>
                  <a:pt x="29645" y="1599"/>
                </a:cubicBezTo>
                <a:cubicBezTo>
                  <a:pt x="29638" y="1605"/>
                  <a:pt x="29630" y="1611"/>
                  <a:pt x="29623" y="1617"/>
                </a:cubicBezTo>
                <a:cubicBezTo>
                  <a:pt x="29615" y="1622"/>
                  <a:pt x="29606" y="1626"/>
                  <a:pt x="29597" y="1630"/>
                </a:cubicBezTo>
                <a:cubicBezTo>
                  <a:pt x="29589" y="1634"/>
                  <a:pt x="29579" y="1637"/>
                  <a:pt x="29570" y="1638"/>
                </a:cubicBezTo>
                <a:cubicBezTo>
                  <a:pt x="29561" y="1640"/>
                  <a:pt x="29551" y="1641"/>
                  <a:pt x="29542" y="1641"/>
                </a:cubicBezTo>
                <a:lnTo>
                  <a:pt x="145" y="1641"/>
                </a:lnTo>
                <a:cubicBezTo>
                  <a:pt x="136" y="1641"/>
                  <a:pt x="126" y="1640"/>
                  <a:pt x="117" y="1638"/>
                </a:cubicBezTo>
                <a:cubicBezTo>
                  <a:pt x="108" y="1637"/>
                  <a:pt x="99" y="1634"/>
                  <a:pt x="90" y="1630"/>
                </a:cubicBezTo>
                <a:cubicBezTo>
                  <a:pt x="81" y="1626"/>
                  <a:pt x="73" y="1622"/>
                  <a:pt x="65" y="1617"/>
                </a:cubicBezTo>
                <a:cubicBezTo>
                  <a:pt x="57" y="1611"/>
                  <a:pt x="49" y="1605"/>
                  <a:pt x="43" y="1599"/>
                </a:cubicBezTo>
                <a:cubicBezTo>
                  <a:pt x="36" y="1592"/>
                  <a:pt x="30" y="1584"/>
                  <a:pt x="24" y="1577"/>
                </a:cubicBezTo>
                <a:cubicBezTo>
                  <a:pt x="19" y="1569"/>
                  <a:pt x="15" y="1560"/>
                  <a:pt x="11" y="1551"/>
                </a:cubicBezTo>
                <a:cubicBezTo>
                  <a:pt x="7" y="1543"/>
                  <a:pt x="5" y="1533"/>
                  <a:pt x="3" y="1524"/>
                </a:cubicBezTo>
                <a:cubicBezTo>
                  <a:pt x="1" y="1515"/>
                  <a:pt x="0" y="1505"/>
                  <a:pt x="0" y="1496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3" name=""/>
          <p:cNvSpPr txBox="1"/>
          <p:nvPr/>
        </p:nvSpPr>
        <p:spPr>
          <a:xfrm>
            <a:off x="747720" y="770400"/>
            <a:ext cx="391752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  <a:ea typeface="Arial"/>
              </a:rPr>
              <a:t>Level 2 — nginx config</a:t>
            </a:r>
            <a:endParaRPr b="0" lang="en-US" sz="28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4" name=""/>
          <p:cNvSpPr txBox="1"/>
          <p:nvPr/>
        </p:nvSpPr>
        <p:spPr>
          <a:xfrm>
            <a:off x="914400" y="1623240"/>
            <a:ext cx="448128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79" spc="-1" strike="noStrike">
                <a:solidFill>
                  <a:srgbClr val="0550ae"/>
                </a:solidFill>
                <a:latin typeface="Courier New"/>
                <a:ea typeface="Courier New"/>
              </a:rPr>
              <a:t>fastcgi_cache_path</a:t>
            </a:r>
            <a:r>
              <a:rPr b="0" lang="en-US" sz="1679" spc="-1" strike="noStrike">
                <a:solidFill>
                  <a:srgbClr val="1f2328"/>
                </a:solidFill>
                <a:latin typeface="Courier New"/>
                <a:ea typeface="Courier New"/>
              </a:rPr>
              <a:t> /var/cache/nginx</a:t>
            </a:r>
            <a:endParaRPr b="0" lang="en-US" sz="167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5" name=""/>
          <p:cNvSpPr txBox="1"/>
          <p:nvPr/>
        </p:nvSpPr>
        <p:spPr>
          <a:xfrm>
            <a:off x="914400" y="1865880"/>
            <a:ext cx="15372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79" spc="-1" strike="noStrike">
                <a:solidFill>
                  <a:srgbClr val="1f2328"/>
                </a:solidFill>
                <a:latin typeface="Courier New"/>
                <a:ea typeface="Courier New"/>
              </a:rPr>
              <a:t>  </a:t>
            </a:r>
            <a:r>
              <a:rPr b="0" lang="en-US" sz="1679" spc="-1" strike="noStrike">
                <a:solidFill>
                  <a:srgbClr val="1f2328"/>
                </a:solidFill>
                <a:latin typeface="Courier New"/>
                <a:ea typeface="Courier New"/>
              </a:rPr>
              <a:t>levels=</a:t>
            </a:r>
            <a:r>
              <a:rPr b="0" lang="en-US" sz="1679" spc="-1" strike="noStrike">
                <a:solidFill>
                  <a:srgbClr val="0550ae"/>
                </a:solidFill>
                <a:latin typeface="Courier New"/>
                <a:ea typeface="Courier New"/>
              </a:rPr>
              <a:t>1</a:t>
            </a:r>
            <a:r>
              <a:rPr b="0" lang="en-US" sz="1679" spc="-1" strike="noStrike">
                <a:solidFill>
                  <a:srgbClr val="1f2328"/>
                </a:solidFill>
                <a:latin typeface="Courier New"/>
                <a:ea typeface="Courier New"/>
              </a:rPr>
              <a:t>:</a:t>
            </a:r>
            <a:r>
              <a:rPr b="0" lang="en-US" sz="1679" spc="-1" strike="noStrike">
                <a:solidFill>
                  <a:srgbClr val="0550ae"/>
                </a:solidFill>
                <a:latin typeface="Courier New"/>
                <a:ea typeface="Courier New"/>
              </a:rPr>
              <a:t>2</a:t>
            </a:r>
            <a:endParaRPr b="0" lang="en-US" sz="167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6" name=""/>
          <p:cNvSpPr txBox="1"/>
          <p:nvPr/>
        </p:nvSpPr>
        <p:spPr>
          <a:xfrm>
            <a:off x="914400" y="2116800"/>
            <a:ext cx="332892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79" spc="-1" strike="noStrike">
                <a:solidFill>
                  <a:srgbClr val="1f2328"/>
                </a:solidFill>
                <a:latin typeface="Courier New"/>
                <a:ea typeface="Courier New"/>
              </a:rPr>
              <a:t>  </a:t>
            </a:r>
            <a:r>
              <a:rPr b="0" lang="en-US" sz="1679" spc="-1" strike="noStrike">
                <a:solidFill>
                  <a:srgbClr val="1f2328"/>
                </a:solidFill>
                <a:latin typeface="Courier New"/>
                <a:ea typeface="Courier New"/>
              </a:rPr>
              <a:t>keys_zone=WORDPRESS:</a:t>
            </a:r>
            <a:r>
              <a:rPr b="0" lang="en-US" sz="1679" spc="-1" strike="noStrike">
                <a:solidFill>
                  <a:srgbClr val="0550ae"/>
                </a:solidFill>
                <a:latin typeface="Courier New"/>
                <a:ea typeface="Courier New"/>
              </a:rPr>
              <a:t>100m</a:t>
            </a:r>
            <a:endParaRPr b="0" lang="en-US" sz="167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7" name=""/>
          <p:cNvSpPr txBox="1"/>
          <p:nvPr/>
        </p:nvSpPr>
        <p:spPr>
          <a:xfrm>
            <a:off x="914400" y="2359080"/>
            <a:ext cx="17928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79" spc="-1" strike="noStrike">
                <a:solidFill>
                  <a:srgbClr val="1f2328"/>
                </a:solidFill>
                <a:latin typeface="Courier New"/>
                <a:ea typeface="Courier New"/>
              </a:rPr>
              <a:t>  </a:t>
            </a:r>
            <a:r>
              <a:rPr b="0" lang="en-US" sz="1679" spc="-1" strike="noStrike">
                <a:solidFill>
                  <a:srgbClr val="1f2328"/>
                </a:solidFill>
                <a:latin typeface="Courier New"/>
                <a:ea typeface="Courier New"/>
              </a:rPr>
              <a:t>inactive=</a:t>
            </a:r>
            <a:r>
              <a:rPr b="0" lang="en-US" sz="1679" spc="-1" strike="noStrike">
                <a:solidFill>
                  <a:srgbClr val="0550ae"/>
                </a:solidFill>
                <a:latin typeface="Courier New"/>
                <a:ea typeface="Courier New"/>
              </a:rPr>
              <a:t>60m</a:t>
            </a:r>
            <a:endParaRPr b="0" lang="en-US" sz="167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8" name=""/>
          <p:cNvSpPr txBox="1"/>
          <p:nvPr/>
        </p:nvSpPr>
        <p:spPr>
          <a:xfrm>
            <a:off x="914400" y="2601720"/>
            <a:ext cx="17928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79" spc="-1" strike="noStrike">
                <a:solidFill>
                  <a:srgbClr val="1f2328"/>
                </a:solidFill>
                <a:latin typeface="Courier New"/>
                <a:ea typeface="Courier New"/>
              </a:rPr>
              <a:t>  </a:t>
            </a:r>
            <a:r>
              <a:rPr b="0" lang="en-US" sz="1679" spc="-1" strike="noStrike">
                <a:solidFill>
                  <a:srgbClr val="1f2328"/>
                </a:solidFill>
                <a:latin typeface="Courier New"/>
                <a:ea typeface="Courier New"/>
              </a:rPr>
              <a:t>max_size=</a:t>
            </a:r>
            <a:r>
              <a:rPr b="0" lang="en-US" sz="1679" spc="-1" strike="noStrike">
                <a:solidFill>
                  <a:srgbClr val="0550ae"/>
                </a:solidFill>
                <a:latin typeface="Courier New"/>
                <a:ea typeface="Courier New"/>
              </a:rPr>
              <a:t>1g</a:t>
            </a:r>
            <a:r>
              <a:rPr b="0" lang="en-US" sz="1679" spc="-1" strike="noStrike">
                <a:solidFill>
                  <a:srgbClr val="1f2328"/>
                </a:solidFill>
                <a:latin typeface="Courier New"/>
                <a:ea typeface="Courier New"/>
              </a:rPr>
              <a:t>;</a:t>
            </a:r>
            <a:endParaRPr b="0" lang="en-US" sz="167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9" name=""/>
          <p:cNvSpPr txBox="1"/>
          <p:nvPr/>
        </p:nvSpPr>
        <p:spPr>
          <a:xfrm>
            <a:off x="914400" y="3095280"/>
            <a:ext cx="71697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79" spc="-1" strike="noStrike">
                <a:solidFill>
                  <a:srgbClr val="59636e"/>
                </a:solidFill>
                <a:latin typeface="Courier New"/>
                <a:ea typeface="Courier New"/>
              </a:rPr>
              <a:t># Bypass rule — logged-in users and WooCommerce sessions</a:t>
            </a:r>
            <a:endParaRPr b="0" lang="en-US" sz="167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0" name=""/>
          <p:cNvSpPr txBox="1"/>
          <p:nvPr/>
        </p:nvSpPr>
        <p:spPr>
          <a:xfrm>
            <a:off x="914400" y="3337560"/>
            <a:ext cx="23058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79" spc="-1" strike="noStrike">
                <a:solidFill>
                  <a:srgbClr val="0550ae"/>
                </a:solidFill>
                <a:latin typeface="Courier New"/>
                <a:ea typeface="Courier New"/>
              </a:rPr>
              <a:t>set</a:t>
            </a:r>
            <a:r>
              <a:rPr b="0" lang="en-US" sz="1679" spc="-1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b="0" lang="en-US" sz="1679" spc="-1" strike="noStrike">
                <a:solidFill>
                  <a:srgbClr val="0550ae"/>
                </a:solidFill>
                <a:latin typeface="Courier New"/>
                <a:ea typeface="Courier New"/>
              </a:rPr>
              <a:t>$skip_cache</a:t>
            </a:r>
            <a:r>
              <a:rPr b="0" lang="en-US" sz="1679" spc="-1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b="0" lang="en-US" sz="1679" spc="-1" strike="noStrike">
                <a:solidFill>
                  <a:srgbClr val="0550ae"/>
                </a:solidFill>
                <a:latin typeface="Courier New"/>
                <a:ea typeface="Courier New"/>
              </a:rPr>
              <a:t>0</a:t>
            </a:r>
            <a:r>
              <a:rPr b="0" lang="en-US" sz="1679" spc="-1" strike="noStrike">
                <a:solidFill>
                  <a:srgbClr val="1f2328"/>
                </a:solidFill>
                <a:latin typeface="Courier New"/>
                <a:ea typeface="Courier New"/>
              </a:rPr>
              <a:t>;</a:t>
            </a:r>
            <a:endParaRPr b="0" lang="en-US" sz="167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1" name=""/>
          <p:cNvSpPr txBox="1"/>
          <p:nvPr/>
        </p:nvSpPr>
        <p:spPr>
          <a:xfrm>
            <a:off x="914400" y="3588840"/>
            <a:ext cx="103698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79" spc="-1" strike="noStrike">
                <a:solidFill>
                  <a:srgbClr val="0550ae"/>
                </a:solidFill>
                <a:latin typeface="Courier New"/>
                <a:ea typeface="Courier New"/>
              </a:rPr>
              <a:t>if</a:t>
            </a:r>
            <a:r>
              <a:rPr b="0" lang="en-US" sz="1679" spc="-1" strike="noStrike">
                <a:solidFill>
                  <a:srgbClr val="1f2328"/>
                </a:solidFill>
                <a:latin typeface="Courier New"/>
                <a:ea typeface="Courier New"/>
              </a:rPr>
              <a:t> (</a:t>
            </a:r>
            <a:r>
              <a:rPr b="0" lang="en-US" sz="1679" spc="-1" strike="noStrike">
                <a:solidFill>
                  <a:srgbClr val="0550ae"/>
                </a:solidFill>
                <a:latin typeface="Courier New"/>
                <a:ea typeface="Courier New"/>
              </a:rPr>
              <a:t>$http_cookie</a:t>
            </a:r>
            <a:r>
              <a:rPr b="0" lang="en-US" sz="1679" spc="-1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b="0" lang="en-US" sz="1679" spc="-1" strike="noStrike">
                <a:solidFill>
                  <a:srgbClr val="0a3069"/>
                </a:solidFill>
                <a:latin typeface="Courier New"/>
                <a:ea typeface="Courier New"/>
              </a:rPr>
              <a:t>~* "wordpress_logged_in|woocommerce_cart|woocommerce_session")</a:t>
            </a:r>
            <a:r>
              <a:rPr b="0" lang="en-US" sz="1679" spc="-1" strike="noStrike">
                <a:solidFill>
                  <a:srgbClr val="1f2328"/>
                </a:solidFill>
                <a:latin typeface="Courier New"/>
                <a:ea typeface="Courier New"/>
              </a:rPr>
              <a:t> {</a:t>
            </a:r>
            <a:endParaRPr b="0" lang="en-US" sz="167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2" name=""/>
          <p:cNvSpPr txBox="1"/>
          <p:nvPr/>
        </p:nvSpPr>
        <p:spPr>
          <a:xfrm>
            <a:off x="914400" y="3831120"/>
            <a:ext cx="281772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79" spc="-1" strike="noStrike">
                <a:solidFill>
                  <a:srgbClr val="1f2328"/>
                </a:solidFill>
                <a:latin typeface="Courier New"/>
                <a:ea typeface="Courier New"/>
              </a:rPr>
              <a:t>    </a:t>
            </a:r>
            <a:r>
              <a:rPr b="0" lang="en-US" sz="1679" spc="-1" strike="noStrike">
                <a:solidFill>
                  <a:srgbClr val="0550ae"/>
                </a:solidFill>
                <a:latin typeface="Courier New"/>
                <a:ea typeface="Courier New"/>
              </a:rPr>
              <a:t>set</a:t>
            </a:r>
            <a:r>
              <a:rPr b="0" lang="en-US" sz="1679" spc="-1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b="0" lang="en-US" sz="1679" spc="-1" strike="noStrike">
                <a:solidFill>
                  <a:srgbClr val="0550ae"/>
                </a:solidFill>
                <a:latin typeface="Courier New"/>
                <a:ea typeface="Courier New"/>
              </a:rPr>
              <a:t>$skip_cache</a:t>
            </a:r>
            <a:r>
              <a:rPr b="0" lang="en-US" sz="1679" spc="-1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b="0" lang="en-US" sz="1679" spc="-1" strike="noStrike">
                <a:solidFill>
                  <a:srgbClr val="0550ae"/>
                </a:solidFill>
                <a:latin typeface="Courier New"/>
                <a:ea typeface="Courier New"/>
              </a:rPr>
              <a:t>1</a:t>
            </a:r>
            <a:r>
              <a:rPr b="0" lang="en-US" sz="1679" spc="-1" strike="noStrike">
                <a:solidFill>
                  <a:srgbClr val="1f2328"/>
                </a:solidFill>
                <a:latin typeface="Courier New"/>
                <a:ea typeface="Courier New"/>
              </a:rPr>
              <a:t>;</a:t>
            </a:r>
            <a:endParaRPr b="0" lang="en-US" sz="167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3" name=""/>
          <p:cNvSpPr txBox="1"/>
          <p:nvPr/>
        </p:nvSpPr>
        <p:spPr>
          <a:xfrm>
            <a:off x="914400" y="4073760"/>
            <a:ext cx="21312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79" spc="-1" strike="noStrike">
                <a:solidFill>
                  <a:srgbClr val="1f2328"/>
                </a:solidFill>
                <a:latin typeface="Courier New"/>
                <a:ea typeface="Courier New"/>
              </a:rPr>
              <a:t>}</a:t>
            </a:r>
            <a:endParaRPr b="0" lang="en-US" sz="167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4" name=""/>
          <p:cNvSpPr txBox="1"/>
          <p:nvPr/>
        </p:nvSpPr>
        <p:spPr>
          <a:xfrm>
            <a:off x="914400" y="4566960"/>
            <a:ext cx="243324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79" spc="-1" strike="noStrike">
                <a:solidFill>
                  <a:srgbClr val="0550ae"/>
                </a:solidFill>
                <a:latin typeface="Courier New"/>
                <a:ea typeface="Courier New"/>
              </a:rPr>
              <a:t>location</a:t>
            </a:r>
            <a:r>
              <a:rPr b="0" lang="en-US" sz="1679" spc="-1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b="0" lang="en-US" sz="1679" spc="-1" strike="noStrike">
                <a:solidFill>
                  <a:srgbClr val="0a3069"/>
                </a:solidFill>
                <a:latin typeface="Courier New"/>
                <a:ea typeface="Courier New"/>
              </a:rPr>
              <a:t>~ \.php$</a:t>
            </a:r>
            <a:r>
              <a:rPr b="0" lang="en-US" sz="1679" spc="-1" strike="noStrike">
                <a:solidFill>
                  <a:srgbClr val="1f2328"/>
                </a:solidFill>
                <a:latin typeface="Courier New"/>
                <a:ea typeface="Courier New"/>
              </a:rPr>
              <a:t> {</a:t>
            </a:r>
            <a:endParaRPr b="0" lang="en-US" sz="167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5" name=""/>
          <p:cNvSpPr txBox="1"/>
          <p:nvPr/>
        </p:nvSpPr>
        <p:spPr>
          <a:xfrm>
            <a:off x="914400" y="4809600"/>
            <a:ext cx="358524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79" spc="-1" strike="noStrike">
                <a:solidFill>
                  <a:srgbClr val="1f2328"/>
                </a:solidFill>
                <a:latin typeface="Courier New"/>
                <a:ea typeface="Courier New"/>
              </a:rPr>
              <a:t>    </a:t>
            </a:r>
            <a:r>
              <a:rPr b="0" lang="en-US" sz="1679" spc="-1" strike="noStrike">
                <a:solidFill>
                  <a:srgbClr val="0550ae"/>
                </a:solidFill>
                <a:latin typeface="Courier New"/>
                <a:ea typeface="Courier New"/>
              </a:rPr>
              <a:t>fastcgi_cache</a:t>
            </a:r>
            <a:r>
              <a:rPr b="0" lang="en-US" sz="1679" spc="-1" strike="noStrike">
                <a:solidFill>
                  <a:srgbClr val="1f2328"/>
                </a:solidFill>
                <a:latin typeface="Courier New"/>
                <a:ea typeface="Courier New"/>
              </a:rPr>
              <a:t> WORDPRESS;</a:t>
            </a:r>
            <a:endParaRPr b="0" lang="en-US" sz="167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6" name=""/>
          <p:cNvSpPr txBox="1"/>
          <p:nvPr/>
        </p:nvSpPr>
        <p:spPr>
          <a:xfrm>
            <a:off x="914400" y="5060520"/>
            <a:ext cx="81939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79" spc="-1" strike="noStrike">
                <a:solidFill>
                  <a:srgbClr val="1f2328"/>
                </a:solidFill>
                <a:latin typeface="Courier New"/>
                <a:ea typeface="Courier New"/>
              </a:rPr>
              <a:t>    </a:t>
            </a:r>
            <a:r>
              <a:rPr b="0" lang="en-US" sz="1679" spc="-1" strike="noStrike">
                <a:solidFill>
                  <a:srgbClr val="0550ae"/>
                </a:solidFill>
                <a:latin typeface="Courier New"/>
                <a:ea typeface="Courier New"/>
              </a:rPr>
              <a:t>fastcgi_cache_key</a:t>
            </a:r>
            <a:r>
              <a:rPr b="0" lang="en-US" sz="1679" spc="-1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b="0" lang="en-US" sz="1679" spc="-1" strike="noStrike">
                <a:solidFill>
                  <a:srgbClr val="0a3069"/>
                </a:solidFill>
                <a:latin typeface="Courier New"/>
                <a:ea typeface="Courier New"/>
              </a:rPr>
              <a:t>"</a:t>
            </a:r>
            <a:r>
              <a:rPr b="0" lang="en-US" sz="1679" spc="-1" strike="noStrike">
                <a:solidFill>
                  <a:srgbClr val="0550ae"/>
                </a:solidFill>
                <a:latin typeface="Courier New"/>
                <a:ea typeface="Courier New"/>
              </a:rPr>
              <a:t>$scheme$request_method$host$request_uri</a:t>
            </a:r>
            <a:r>
              <a:rPr b="0" lang="en-US" sz="1679" spc="-1" strike="noStrike">
                <a:solidFill>
                  <a:srgbClr val="0a3069"/>
                </a:solidFill>
                <a:latin typeface="Courier New"/>
                <a:ea typeface="Courier New"/>
              </a:rPr>
              <a:t>"</a:t>
            </a:r>
            <a:r>
              <a:rPr b="0" lang="en-US" sz="1679" spc="-1" strike="noStrike">
                <a:solidFill>
                  <a:srgbClr val="1f2328"/>
                </a:solidFill>
                <a:latin typeface="Courier New"/>
                <a:ea typeface="Courier New"/>
              </a:rPr>
              <a:t>;</a:t>
            </a:r>
            <a:endParaRPr b="0" lang="en-US" sz="167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7" name=""/>
          <p:cNvSpPr txBox="1"/>
          <p:nvPr/>
        </p:nvSpPr>
        <p:spPr>
          <a:xfrm>
            <a:off x="914400" y="5303160"/>
            <a:ext cx="409752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79" spc="-1" strike="noStrike">
                <a:solidFill>
                  <a:srgbClr val="1f2328"/>
                </a:solidFill>
                <a:latin typeface="Courier New"/>
                <a:ea typeface="Courier New"/>
              </a:rPr>
              <a:t>    </a:t>
            </a:r>
            <a:r>
              <a:rPr b="0" lang="en-US" sz="1679" spc="-1" strike="noStrike">
                <a:solidFill>
                  <a:srgbClr val="0550ae"/>
                </a:solidFill>
                <a:latin typeface="Courier New"/>
                <a:ea typeface="Courier New"/>
              </a:rPr>
              <a:t>fastcgi_cache_valid</a:t>
            </a:r>
            <a:r>
              <a:rPr b="0" lang="en-US" sz="1679" spc="-1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b="0" lang="en-US" sz="1679" spc="-1" strike="noStrike">
                <a:solidFill>
                  <a:srgbClr val="0550ae"/>
                </a:solidFill>
                <a:latin typeface="Courier New"/>
                <a:ea typeface="Courier New"/>
              </a:rPr>
              <a:t>200</a:t>
            </a:r>
            <a:r>
              <a:rPr b="0" lang="en-US" sz="1679" spc="-1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b="0" lang="en-US" sz="1679" spc="-1" strike="noStrike">
                <a:solidFill>
                  <a:srgbClr val="0550ae"/>
                </a:solidFill>
                <a:latin typeface="Courier New"/>
                <a:ea typeface="Courier New"/>
              </a:rPr>
              <a:t>60m</a:t>
            </a:r>
            <a:r>
              <a:rPr b="0" lang="en-US" sz="1679" spc="-1" strike="noStrike">
                <a:solidFill>
                  <a:srgbClr val="1f2328"/>
                </a:solidFill>
                <a:latin typeface="Courier New"/>
                <a:ea typeface="Courier New"/>
              </a:rPr>
              <a:t>;</a:t>
            </a:r>
            <a:endParaRPr b="0" lang="en-US" sz="167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8" name=""/>
          <p:cNvSpPr txBox="1"/>
          <p:nvPr/>
        </p:nvSpPr>
        <p:spPr>
          <a:xfrm>
            <a:off x="914400" y="5554080"/>
            <a:ext cx="47376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79" spc="-1" strike="noStrike">
                <a:solidFill>
                  <a:srgbClr val="1f2328"/>
                </a:solidFill>
                <a:latin typeface="Courier New"/>
                <a:ea typeface="Courier New"/>
              </a:rPr>
              <a:t>    </a:t>
            </a:r>
            <a:r>
              <a:rPr b="0" lang="en-US" sz="1679" spc="-1" strike="noStrike">
                <a:solidFill>
                  <a:srgbClr val="0550ae"/>
                </a:solidFill>
                <a:latin typeface="Courier New"/>
                <a:ea typeface="Courier New"/>
              </a:rPr>
              <a:t>fastcgi_cache_bypass</a:t>
            </a:r>
            <a:r>
              <a:rPr b="0" lang="en-US" sz="1679" spc="-1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b="0" lang="en-US" sz="1679" spc="-1" strike="noStrike">
                <a:solidFill>
                  <a:srgbClr val="0550ae"/>
                </a:solidFill>
                <a:latin typeface="Courier New"/>
                <a:ea typeface="Courier New"/>
              </a:rPr>
              <a:t>$skip_cache</a:t>
            </a:r>
            <a:r>
              <a:rPr b="0" lang="en-US" sz="1679" spc="-1" strike="noStrike">
                <a:solidFill>
                  <a:srgbClr val="1f2328"/>
                </a:solidFill>
                <a:latin typeface="Courier New"/>
                <a:ea typeface="Courier New"/>
              </a:rPr>
              <a:t>;</a:t>
            </a:r>
            <a:endParaRPr b="0" lang="en-US" sz="167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9" name=""/>
          <p:cNvSpPr txBox="1"/>
          <p:nvPr/>
        </p:nvSpPr>
        <p:spPr>
          <a:xfrm>
            <a:off x="914400" y="5796720"/>
            <a:ext cx="422568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79" spc="-1" strike="noStrike">
                <a:solidFill>
                  <a:srgbClr val="1f2328"/>
                </a:solidFill>
                <a:latin typeface="Courier New"/>
                <a:ea typeface="Courier New"/>
              </a:rPr>
              <a:t>    </a:t>
            </a:r>
            <a:r>
              <a:rPr b="0" lang="en-US" sz="1679" spc="-1" strike="noStrike">
                <a:solidFill>
                  <a:srgbClr val="0550ae"/>
                </a:solidFill>
                <a:latin typeface="Courier New"/>
                <a:ea typeface="Courier New"/>
              </a:rPr>
              <a:t>fastcgi_no_cache</a:t>
            </a:r>
            <a:r>
              <a:rPr b="0" lang="en-US" sz="1679" spc="-1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b="0" lang="en-US" sz="1679" spc="-1" strike="noStrike">
                <a:solidFill>
                  <a:srgbClr val="0550ae"/>
                </a:solidFill>
                <a:latin typeface="Courier New"/>
                <a:ea typeface="Courier New"/>
              </a:rPr>
              <a:t>$skip_cache</a:t>
            </a:r>
            <a:r>
              <a:rPr b="0" lang="en-US" sz="1679" spc="-1" strike="noStrike">
                <a:solidFill>
                  <a:srgbClr val="1f2328"/>
                </a:solidFill>
                <a:latin typeface="Courier New"/>
                <a:ea typeface="Courier New"/>
              </a:rPr>
              <a:t>;</a:t>
            </a:r>
            <a:endParaRPr b="0" lang="en-US" sz="167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0" name=""/>
          <p:cNvSpPr txBox="1"/>
          <p:nvPr/>
        </p:nvSpPr>
        <p:spPr>
          <a:xfrm>
            <a:off x="914400" y="6039000"/>
            <a:ext cx="973008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79" spc="-1" strike="noStrike">
                <a:solidFill>
                  <a:srgbClr val="1f2328"/>
                </a:solidFill>
                <a:latin typeface="Courier New"/>
                <a:ea typeface="Courier New"/>
              </a:rPr>
              <a:t>    </a:t>
            </a:r>
            <a:r>
              <a:rPr b="0" lang="en-US" sz="1679" spc="-1" strike="noStrike">
                <a:solidFill>
                  <a:srgbClr val="0550ae"/>
                </a:solidFill>
                <a:latin typeface="Courier New"/>
                <a:ea typeface="Courier New"/>
              </a:rPr>
              <a:t>add_header</a:t>
            </a:r>
            <a:r>
              <a:rPr b="0" lang="en-US" sz="1679" spc="-1" strike="noStrike">
                <a:solidFill>
                  <a:srgbClr val="1f2328"/>
                </a:solidFill>
                <a:latin typeface="Courier New"/>
                <a:ea typeface="Courier New"/>
              </a:rPr>
              <a:t> X-Cache-Status </a:t>
            </a:r>
            <a:r>
              <a:rPr b="0" lang="en-US" sz="1679" spc="-1" strike="noStrike">
                <a:solidFill>
                  <a:srgbClr val="0550ae"/>
                </a:solidFill>
                <a:latin typeface="Courier New"/>
                <a:ea typeface="Courier New"/>
              </a:rPr>
              <a:t>$upstream_cache_status</a:t>
            </a:r>
            <a:r>
              <a:rPr b="0" lang="en-US" sz="1679" spc="-1" strike="noStrike">
                <a:solidFill>
                  <a:srgbClr val="1f2328"/>
                </a:solidFill>
                <a:latin typeface="Courier New"/>
                <a:ea typeface="Courier New"/>
              </a:rPr>
              <a:t>;  </a:t>
            </a:r>
            <a:r>
              <a:rPr b="0" lang="en-US" sz="1679" spc="-1" strike="noStrike">
                <a:solidFill>
                  <a:srgbClr val="59636e"/>
                </a:solidFill>
                <a:latin typeface="Courier New"/>
                <a:ea typeface="Courier New"/>
              </a:rPr>
              <a:t># HIT / MISS / BYPASS</a:t>
            </a:r>
            <a:endParaRPr b="0" lang="en-US" sz="167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1" name=""/>
          <p:cNvSpPr txBox="1"/>
          <p:nvPr/>
        </p:nvSpPr>
        <p:spPr>
          <a:xfrm>
            <a:off x="914400" y="6290280"/>
            <a:ext cx="21312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79" spc="-1" strike="noStrike">
                <a:solidFill>
                  <a:srgbClr val="1f2328"/>
                </a:solidFill>
                <a:latin typeface="Courier New"/>
                <a:ea typeface="Courier New"/>
              </a:rPr>
              <a:t>}</a:t>
            </a:r>
            <a:endParaRPr b="0" lang="en-US" sz="1679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3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5" name=""/>
          <p:cNvSpPr/>
          <p:nvPr/>
        </p:nvSpPr>
        <p:spPr>
          <a:xfrm>
            <a:off x="780840" y="830160"/>
            <a:ext cx="362160" cy="254880"/>
          </a:xfrm>
          <a:custGeom>
            <a:avLst/>
            <a:gdLst/>
            <a:ahLst/>
            <a:rect l="0" t="0" r="r" b="b"/>
            <a:pathLst>
              <a:path w="1006" h="708">
                <a:moveTo>
                  <a:pt x="0" y="109"/>
                </a:moveTo>
                <a:cubicBezTo>
                  <a:pt x="0" y="109"/>
                  <a:pt x="0" y="0"/>
                  <a:pt x="112" y="0"/>
                </a:cubicBezTo>
                <a:lnTo>
                  <a:pt x="895" y="0"/>
                </a:lnTo>
                <a:cubicBezTo>
                  <a:pt x="895" y="0"/>
                  <a:pt x="1006" y="0"/>
                  <a:pt x="1006" y="109"/>
                </a:cubicBezTo>
                <a:lnTo>
                  <a:pt x="1006" y="599"/>
                </a:lnTo>
                <a:cubicBezTo>
                  <a:pt x="1006" y="599"/>
                  <a:pt x="1006" y="708"/>
                  <a:pt x="895" y="708"/>
                </a:cubicBezTo>
                <a:lnTo>
                  <a:pt x="112" y="708"/>
                </a:lnTo>
                <a:cubicBezTo>
                  <a:pt x="112" y="708"/>
                  <a:pt x="0" y="708"/>
                  <a:pt x="0" y="599"/>
                </a:cubicBezTo>
                <a:lnTo>
                  <a:pt x="0" y="109"/>
                </a:lnTo>
                <a:close/>
              </a:path>
            </a:pathLst>
          </a:custGeom>
          <a:solidFill>
            <a:srgbClr val="31373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6" name=""/>
          <p:cNvSpPr/>
          <p:nvPr/>
        </p:nvSpPr>
        <p:spPr>
          <a:xfrm>
            <a:off x="891360" y="859320"/>
            <a:ext cx="201600" cy="196200"/>
          </a:xfrm>
          <a:custGeom>
            <a:avLst/>
            <a:gdLst/>
            <a:ahLst/>
            <a:rect l="0" t="0" r="r" b="b"/>
            <a:pathLst>
              <a:path w="560" h="545">
                <a:moveTo>
                  <a:pt x="560" y="273"/>
                </a:moveTo>
                <a:cubicBezTo>
                  <a:pt x="560" y="291"/>
                  <a:pt x="558" y="309"/>
                  <a:pt x="554" y="326"/>
                </a:cubicBezTo>
                <a:cubicBezTo>
                  <a:pt x="551" y="344"/>
                  <a:pt x="546" y="361"/>
                  <a:pt x="539" y="377"/>
                </a:cubicBezTo>
                <a:cubicBezTo>
                  <a:pt x="532" y="394"/>
                  <a:pt x="523" y="410"/>
                  <a:pt x="513" y="424"/>
                </a:cubicBezTo>
                <a:cubicBezTo>
                  <a:pt x="503" y="439"/>
                  <a:pt x="491" y="453"/>
                  <a:pt x="478" y="466"/>
                </a:cubicBezTo>
                <a:cubicBezTo>
                  <a:pt x="465" y="478"/>
                  <a:pt x="451" y="489"/>
                  <a:pt x="436" y="499"/>
                </a:cubicBezTo>
                <a:cubicBezTo>
                  <a:pt x="420" y="509"/>
                  <a:pt x="404" y="518"/>
                  <a:pt x="387" y="525"/>
                </a:cubicBezTo>
                <a:cubicBezTo>
                  <a:pt x="371" y="531"/>
                  <a:pt x="353" y="537"/>
                  <a:pt x="335" y="540"/>
                </a:cubicBezTo>
                <a:cubicBezTo>
                  <a:pt x="317" y="543"/>
                  <a:pt x="299" y="545"/>
                  <a:pt x="281" y="545"/>
                </a:cubicBezTo>
                <a:cubicBezTo>
                  <a:pt x="262" y="545"/>
                  <a:pt x="244" y="543"/>
                  <a:pt x="226" y="540"/>
                </a:cubicBezTo>
                <a:cubicBezTo>
                  <a:pt x="208" y="537"/>
                  <a:pt x="191" y="531"/>
                  <a:pt x="174" y="525"/>
                </a:cubicBezTo>
                <a:cubicBezTo>
                  <a:pt x="157" y="518"/>
                  <a:pt x="141" y="509"/>
                  <a:pt x="125" y="499"/>
                </a:cubicBezTo>
                <a:cubicBezTo>
                  <a:pt x="110" y="489"/>
                  <a:pt x="96" y="478"/>
                  <a:pt x="83" y="466"/>
                </a:cubicBezTo>
                <a:cubicBezTo>
                  <a:pt x="70" y="453"/>
                  <a:pt x="59" y="439"/>
                  <a:pt x="48" y="424"/>
                </a:cubicBezTo>
                <a:cubicBezTo>
                  <a:pt x="38" y="410"/>
                  <a:pt x="29" y="394"/>
                  <a:pt x="22" y="377"/>
                </a:cubicBezTo>
                <a:cubicBezTo>
                  <a:pt x="15" y="361"/>
                  <a:pt x="9" y="344"/>
                  <a:pt x="6" y="326"/>
                </a:cubicBezTo>
                <a:cubicBezTo>
                  <a:pt x="2" y="309"/>
                  <a:pt x="0" y="291"/>
                  <a:pt x="0" y="273"/>
                </a:cubicBezTo>
                <a:cubicBezTo>
                  <a:pt x="0" y="255"/>
                  <a:pt x="2" y="238"/>
                  <a:pt x="6" y="220"/>
                </a:cubicBezTo>
                <a:cubicBezTo>
                  <a:pt x="9" y="203"/>
                  <a:pt x="15" y="186"/>
                  <a:pt x="22" y="169"/>
                </a:cubicBezTo>
                <a:cubicBezTo>
                  <a:pt x="29" y="153"/>
                  <a:pt x="38" y="137"/>
                  <a:pt x="48" y="122"/>
                </a:cubicBezTo>
                <a:cubicBezTo>
                  <a:pt x="59" y="107"/>
                  <a:pt x="70" y="94"/>
                  <a:pt x="83" y="81"/>
                </a:cubicBezTo>
                <a:cubicBezTo>
                  <a:pt x="96" y="68"/>
                  <a:pt x="110" y="56"/>
                  <a:pt x="125" y="46"/>
                </a:cubicBezTo>
                <a:cubicBezTo>
                  <a:pt x="141" y="36"/>
                  <a:pt x="157" y="28"/>
                  <a:pt x="174" y="21"/>
                </a:cubicBezTo>
                <a:cubicBezTo>
                  <a:pt x="191" y="14"/>
                  <a:pt x="208" y="9"/>
                  <a:pt x="226" y="6"/>
                </a:cubicBezTo>
                <a:cubicBezTo>
                  <a:pt x="244" y="2"/>
                  <a:pt x="262" y="0"/>
                  <a:pt x="281" y="0"/>
                </a:cubicBezTo>
                <a:cubicBezTo>
                  <a:pt x="299" y="0"/>
                  <a:pt x="317" y="2"/>
                  <a:pt x="335" y="6"/>
                </a:cubicBezTo>
                <a:cubicBezTo>
                  <a:pt x="353" y="9"/>
                  <a:pt x="371" y="14"/>
                  <a:pt x="387" y="21"/>
                </a:cubicBezTo>
                <a:cubicBezTo>
                  <a:pt x="404" y="28"/>
                  <a:pt x="420" y="36"/>
                  <a:pt x="436" y="46"/>
                </a:cubicBezTo>
                <a:cubicBezTo>
                  <a:pt x="451" y="56"/>
                  <a:pt x="465" y="68"/>
                  <a:pt x="478" y="81"/>
                </a:cubicBezTo>
                <a:cubicBezTo>
                  <a:pt x="491" y="94"/>
                  <a:pt x="503" y="107"/>
                  <a:pt x="513" y="122"/>
                </a:cubicBezTo>
                <a:cubicBezTo>
                  <a:pt x="523" y="137"/>
                  <a:pt x="532" y="153"/>
                  <a:pt x="539" y="169"/>
                </a:cubicBezTo>
                <a:cubicBezTo>
                  <a:pt x="546" y="186"/>
                  <a:pt x="551" y="203"/>
                  <a:pt x="554" y="220"/>
                </a:cubicBezTo>
                <a:cubicBezTo>
                  <a:pt x="558" y="238"/>
                  <a:pt x="560" y="255"/>
                  <a:pt x="560" y="273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7" name=""/>
          <p:cNvSpPr/>
          <p:nvPr/>
        </p:nvSpPr>
        <p:spPr>
          <a:xfrm>
            <a:off x="911520" y="879120"/>
            <a:ext cx="161280" cy="156960"/>
          </a:xfrm>
          <a:custGeom>
            <a:avLst/>
            <a:gdLst/>
            <a:ahLst/>
            <a:rect l="0" t="0" r="r" b="b"/>
            <a:pathLst>
              <a:path w="448" h="436">
                <a:moveTo>
                  <a:pt x="448" y="217"/>
                </a:moveTo>
                <a:cubicBezTo>
                  <a:pt x="448" y="232"/>
                  <a:pt x="447" y="246"/>
                  <a:pt x="444" y="260"/>
                </a:cubicBezTo>
                <a:cubicBezTo>
                  <a:pt x="441" y="274"/>
                  <a:pt x="437" y="287"/>
                  <a:pt x="431" y="301"/>
                </a:cubicBezTo>
                <a:cubicBezTo>
                  <a:pt x="425" y="314"/>
                  <a:pt x="418" y="326"/>
                  <a:pt x="410" y="338"/>
                </a:cubicBezTo>
                <a:cubicBezTo>
                  <a:pt x="402" y="350"/>
                  <a:pt x="393" y="361"/>
                  <a:pt x="383" y="371"/>
                </a:cubicBezTo>
                <a:cubicBezTo>
                  <a:pt x="372" y="381"/>
                  <a:pt x="360" y="391"/>
                  <a:pt x="348" y="399"/>
                </a:cubicBezTo>
                <a:cubicBezTo>
                  <a:pt x="336" y="407"/>
                  <a:pt x="323" y="414"/>
                  <a:pt x="309" y="419"/>
                </a:cubicBezTo>
                <a:cubicBezTo>
                  <a:pt x="296" y="425"/>
                  <a:pt x="282" y="429"/>
                  <a:pt x="267" y="432"/>
                </a:cubicBezTo>
                <a:cubicBezTo>
                  <a:pt x="253" y="434"/>
                  <a:pt x="238" y="436"/>
                  <a:pt x="224" y="436"/>
                </a:cubicBezTo>
                <a:cubicBezTo>
                  <a:pt x="209" y="436"/>
                  <a:pt x="194" y="434"/>
                  <a:pt x="180" y="432"/>
                </a:cubicBezTo>
                <a:cubicBezTo>
                  <a:pt x="166" y="429"/>
                  <a:pt x="152" y="425"/>
                  <a:pt x="138" y="419"/>
                </a:cubicBezTo>
                <a:cubicBezTo>
                  <a:pt x="125" y="414"/>
                  <a:pt x="112" y="407"/>
                  <a:pt x="99" y="399"/>
                </a:cubicBezTo>
                <a:cubicBezTo>
                  <a:pt x="87" y="391"/>
                  <a:pt x="76" y="381"/>
                  <a:pt x="66" y="371"/>
                </a:cubicBezTo>
                <a:cubicBezTo>
                  <a:pt x="55" y="361"/>
                  <a:pt x="46" y="350"/>
                  <a:pt x="38" y="338"/>
                </a:cubicBezTo>
                <a:cubicBezTo>
                  <a:pt x="30" y="326"/>
                  <a:pt x="23" y="314"/>
                  <a:pt x="17" y="301"/>
                </a:cubicBezTo>
                <a:cubicBezTo>
                  <a:pt x="12" y="287"/>
                  <a:pt x="7" y="274"/>
                  <a:pt x="4" y="260"/>
                </a:cubicBezTo>
                <a:cubicBezTo>
                  <a:pt x="2" y="246"/>
                  <a:pt x="0" y="232"/>
                  <a:pt x="0" y="217"/>
                </a:cubicBezTo>
                <a:cubicBezTo>
                  <a:pt x="0" y="203"/>
                  <a:pt x="2" y="189"/>
                  <a:pt x="4" y="175"/>
                </a:cubicBezTo>
                <a:cubicBezTo>
                  <a:pt x="7" y="161"/>
                  <a:pt x="12" y="147"/>
                  <a:pt x="17" y="134"/>
                </a:cubicBezTo>
                <a:cubicBezTo>
                  <a:pt x="23" y="121"/>
                  <a:pt x="30" y="108"/>
                  <a:pt x="38" y="96"/>
                </a:cubicBezTo>
                <a:cubicBezTo>
                  <a:pt x="46" y="85"/>
                  <a:pt x="55" y="74"/>
                  <a:pt x="66" y="63"/>
                </a:cubicBezTo>
                <a:cubicBezTo>
                  <a:pt x="76" y="53"/>
                  <a:pt x="87" y="44"/>
                  <a:pt x="99" y="36"/>
                </a:cubicBezTo>
                <a:cubicBezTo>
                  <a:pt x="112" y="28"/>
                  <a:pt x="125" y="22"/>
                  <a:pt x="138" y="16"/>
                </a:cubicBezTo>
                <a:cubicBezTo>
                  <a:pt x="152" y="11"/>
                  <a:pt x="166" y="7"/>
                  <a:pt x="180" y="4"/>
                </a:cubicBezTo>
                <a:cubicBezTo>
                  <a:pt x="194" y="1"/>
                  <a:pt x="209" y="0"/>
                  <a:pt x="224" y="0"/>
                </a:cubicBezTo>
                <a:cubicBezTo>
                  <a:pt x="238" y="0"/>
                  <a:pt x="253" y="1"/>
                  <a:pt x="267" y="4"/>
                </a:cubicBezTo>
                <a:cubicBezTo>
                  <a:pt x="282" y="7"/>
                  <a:pt x="296" y="11"/>
                  <a:pt x="309" y="16"/>
                </a:cubicBezTo>
                <a:cubicBezTo>
                  <a:pt x="323" y="22"/>
                  <a:pt x="336" y="28"/>
                  <a:pt x="348" y="36"/>
                </a:cubicBezTo>
                <a:cubicBezTo>
                  <a:pt x="360" y="44"/>
                  <a:pt x="372" y="53"/>
                  <a:pt x="383" y="63"/>
                </a:cubicBezTo>
                <a:cubicBezTo>
                  <a:pt x="393" y="74"/>
                  <a:pt x="402" y="85"/>
                  <a:pt x="410" y="96"/>
                </a:cubicBezTo>
                <a:cubicBezTo>
                  <a:pt x="418" y="108"/>
                  <a:pt x="425" y="121"/>
                  <a:pt x="431" y="134"/>
                </a:cubicBezTo>
                <a:cubicBezTo>
                  <a:pt x="437" y="147"/>
                  <a:pt x="441" y="161"/>
                  <a:pt x="444" y="175"/>
                </a:cubicBezTo>
                <a:cubicBezTo>
                  <a:pt x="447" y="189"/>
                  <a:pt x="448" y="203"/>
                  <a:pt x="448" y="217"/>
                </a:cubicBezTo>
                <a:close/>
              </a:path>
            </a:pathLst>
          </a:custGeom>
          <a:solidFill>
            <a:srgbClr val="31373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8" name=""/>
          <p:cNvSpPr/>
          <p:nvPr/>
        </p:nvSpPr>
        <p:spPr>
          <a:xfrm>
            <a:off x="941760" y="908280"/>
            <a:ext cx="100800" cy="98280"/>
          </a:xfrm>
          <a:custGeom>
            <a:avLst/>
            <a:gdLst/>
            <a:ahLst/>
            <a:rect l="0" t="0" r="r" b="b"/>
            <a:pathLst>
              <a:path w="280" h="273">
                <a:moveTo>
                  <a:pt x="280" y="137"/>
                </a:moveTo>
                <a:cubicBezTo>
                  <a:pt x="280" y="155"/>
                  <a:pt x="277" y="173"/>
                  <a:pt x="270" y="189"/>
                </a:cubicBezTo>
                <a:cubicBezTo>
                  <a:pt x="263" y="206"/>
                  <a:pt x="252" y="221"/>
                  <a:pt x="239" y="233"/>
                </a:cubicBezTo>
                <a:cubicBezTo>
                  <a:pt x="226" y="246"/>
                  <a:pt x="211" y="256"/>
                  <a:pt x="194" y="263"/>
                </a:cubicBezTo>
                <a:cubicBezTo>
                  <a:pt x="177" y="270"/>
                  <a:pt x="159" y="273"/>
                  <a:pt x="141" y="273"/>
                </a:cubicBezTo>
                <a:cubicBezTo>
                  <a:pt x="122" y="273"/>
                  <a:pt x="104" y="270"/>
                  <a:pt x="87" y="263"/>
                </a:cubicBezTo>
                <a:cubicBezTo>
                  <a:pt x="70" y="256"/>
                  <a:pt x="55" y="246"/>
                  <a:pt x="42" y="233"/>
                </a:cubicBezTo>
                <a:cubicBezTo>
                  <a:pt x="28" y="221"/>
                  <a:pt x="18" y="206"/>
                  <a:pt x="11" y="189"/>
                </a:cubicBezTo>
                <a:cubicBezTo>
                  <a:pt x="3" y="173"/>
                  <a:pt x="0" y="155"/>
                  <a:pt x="0" y="137"/>
                </a:cubicBezTo>
                <a:cubicBezTo>
                  <a:pt x="0" y="119"/>
                  <a:pt x="3" y="102"/>
                  <a:pt x="11" y="85"/>
                </a:cubicBezTo>
                <a:cubicBezTo>
                  <a:pt x="18" y="69"/>
                  <a:pt x="28" y="54"/>
                  <a:pt x="42" y="40"/>
                </a:cubicBezTo>
                <a:cubicBezTo>
                  <a:pt x="55" y="27"/>
                  <a:pt x="70" y="18"/>
                  <a:pt x="87" y="11"/>
                </a:cubicBezTo>
                <a:cubicBezTo>
                  <a:pt x="104" y="4"/>
                  <a:pt x="122" y="0"/>
                  <a:pt x="141" y="0"/>
                </a:cubicBezTo>
                <a:cubicBezTo>
                  <a:pt x="159" y="0"/>
                  <a:pt x="177" y="4"/>
                  <a:pt x="194" y="11"/>
                </a:cubicBezTo>
                <a:cubicBezTo>
                  <a:pt x="211" y="18"/>
                  <a:pt x="226" y="27"/>
                  <a:pt x="239" y="40"/>
                </a:cubicBezTo>
                <a:cubicBezTo>
                  <a:pt x="252" y="54"/>
                  <a:pt x="263" y="69"/>
                  <a:pt x="270" y="85"/>
                </a:cubicBezTo>
                <a:cubicBezTo>
                  <a:pt x="277" y="102"/>
                  <a:pt x="280" y="119"/>
                  <a:pt x="280" y="137"/>
                </a:cubicBezTo>
                <a:close/>
              </a:path>
            </a:pathLst>
          </a:custGeom>
          <a:solidFill>
            <a:srgbClr val="3b88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9" name=""/>
          <p:cNvSpPr/>
          <p:nvPr/>
        </p:nvSpPr>
        <p:spPr>
          <a:xfrm>
            <a:off x="1092600" y="849600"/>
            <a:ext cx="30600" cy="29880"/>
          </a:xfrm>
          <a:custGeom>
            <a:avLst/>
            <a:gdLst/>
            <a:ahLst/>
            <a:rect l="0" t="0" r="r" b="b"/>
            <a:pathLst>
              <a:path w="85" h="83">
                <a:moveTo>
                  <a:pt x="85" y="42"/>
                </a:moveTo>
                <a:cubicBezTo>
                  <a:pt x="85" y="47"/>
                  <a:pt x="84" y="53"/>
                  <a:pt x="81" y="58"/>
                </a:cubicBezTo>
                <a:cubicBezTo>
                  <a:pt x="79" y="63"/>
                  <a:pt x="75" y="67"/>
                  <a:pt x="71" y="71"/>
                </a:cubicBezTo>
                <a:cubicBezTo>
                  <a:pt x="67" y="75"/>
                  <a:pt x="63" y="78"/>
                  <a:pt x="58" y="80"/>
                </a:cubicBezTo>
                <a:cubicBezTo>
                  <a:pt x="53" y="82"/>
                  <a:pt x="47" y="83"/>
                  <a:pt x="42" y="83"/>
                </a:cubicBezTo>
                <a:cubicBezTo>
                  <a:pt x="36" y="83"/>
                  <a:pt x="31" y="82"/>
                  <a:pt x="26" y="80"/>
                </a:cubicBezTo>
                <a:cubicBezTo>
                  <a:pt x="21" y="78"/>
                  <a:pt x="16" y="75"/>
                  <a:pt x="12" y="71"/>
                </a:cubicBezTo>
                <a:cubicBezTo>
                  <a:pt x="8" y="67"/>
                  <a:pt x="5" y="63"/>
                  <a:pt x="3" y="58"/>
                </a:cubicBezTo>
                <a:cubicBezTo>
                  <a:pt x="1" y="53"/>
                  <a:pt x="0" y="47"/>
                  <a:pt x="0" y="42"/>
                </a:cubicBezTo>
                <a:cubicBezTo>
                  <a:pt x="0" y="37"/>
                  <a:pt x="1" y="31"/>
                  <a:pt x="3" y="25"/>
                </a:cubicBezTo>
                <a:cubicBezTo>
                  <a:pt x="5" y="20"/>
                  <a:pt x="8" y="16"/>
                  <a:pt x="12" y="12"/>
                </a:cubicBezTo>
                <a:cubicBezTo>
                  <a:pt x="16" y="8"/>
                  <a:pt x="21" y="5"/>
                  <a:pt x="26" y="3"/>
                </a:cubicBezTo>
                <a:cubicBezTo>
                  <a:pt x="31" y="1"/>
                  <a:pt x="36" y="0"/>
                  <a:pt x="42" y="0"/>
                </a:cubicBezTo>
                <a:cubicBezTo>
                  <a:pt x="47" y="0"/>
                  <a:pt x="53" y="1"/>
                  <a:pt x="58" y="3"/>
                </a:cubicBezTo>
                <a:cubicBezTo>
                  <a:pt x="63" y="5"/>
                  <a:pt x="67" y="8"/>
                  <a:pt x="71" y="12"/>
                </a:cubicBezTo>
                <a:cubicBezTo>
                  <a:pt x="75" y="16"/>
                  <a:pt x="79" y="20"/>
                  <a:pt x="81" y="25"/>
                </a:cubicBezTo>
                <a:cubicBezTo>
                  <a:pt x="84" y="31"/>
                  <a:pt x="85" y="37"/>
                  <a:pt x="85" y="4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0" name=""/>
          <p:cNvSpPr/>
          <p:nvPr/>
        </p:nvSpPr>
        <p:spPr>
          <a:xfrm>
            <a:off x="780840" y="771480"/>
            <a:ext cx="211680" cy="215640"/>
          </a:xfrm>
          <a:custGeom>
            <a:avLst/>
            <a:gdLst/>
            <a:ahLst/>
            <a:rect l="0" t="0" r="r" b="b"/>
            <a:pathLst>
              <a:path w="588" h="599">
                <a:moveTo>
                  <a:pt x="447" y="244"/>
                </a:moveTo>
                <a:lnTo>
                  <a:pt x="532" y="81"/>
                </a:lnTo>
                <a:lnTo>
                  <a:pt x="363" y="136"/>
                </a:lnTo>
                <a:lnTo>
                  <a:pt x="251" y="0"/>
                </a:lnTo>
                <a:lnTo>
                  <a:pt x="196" y="136"/>
                </a:lnTo>
                <a:lnTo>
                  <a:pt x="28" y="108"/>
                </a:lnTo>
                <a:lnTo>
                  <a:pt x="140" y="272"/>
                </a:lnTo>
                <a:lnTo>
                  <a:pt x="0" y="380"/>
                </a:lnTo>
                <a:lnTo>
                  <a:pt x="168" y="380"/>
                </a:lnTo>
                <a:lnTo>
                  <a:pt x="112" y="543"/>
                </a:lnTo>
                <a:lnTo>
                  <a:pt x="279" y="462"/>
                </a:lnTo>
                <a:lnTo>
                  <a:pt x="447" y="599"/>
                </a:lnTo>
                <a:lnTo>
                  <a:pt x="419" y="380"/>
                </a:lnTo>
                <a:lnTo>
                  <a:pt x="588" y="353"/>
                </a:lnTo>
                <a:lnTo>
                  <a:pt x="447" y="244"/>
                </a:ln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1" name=""/>
          <p:cNvSpPr/>
          <p:nvPr/>
        </p:nvSpPr>
        <p:spPr>
          <a:xfrm>
            <a:off x="831240" y="810360"/>
            <a:ext cx="110880" cy="127800"/>
          </a:xfrm>
          <a:custGeom>
            <a:avLst/>
            <a:gdLst/>
            <a:ahLst/>
            <a:rect l="0" t="0" r="r" b="b"/>
            <a:pathLst>
              <a:path w="308" h="355">
                <a:moveTo>
                  <a:pt x="139" y="273"/>
                </a:moveTo>
                <a:lnTo>
                  <a:pt x="56" y="328"/>
                </a:lnTo>
                <a:lnTo>
                  <a:pt x="84" y="246"/>
                </a:lnTo>
                <a:lnTo>
                  <a:pt x="0" y="219"/>
                </a:lnTo>
                <a:lnTo>
                  <a:pt x="84" y="165"/>
                </a:lnTo>
                <a:lnTo>
                  <a:pt x="0" y="83"/>
                </a:lnTo>
                <a:lnTo>
                  <a:pt x="111" y="83"/>
                </a:lnTo>
                <a:lnTo>
                  <a:pt x="139" y="0"/>
                </a:lnTo>
                <a:lnTo>
                  <a:pt x="195" y="83"/>
                </a:lnTo>
                <a:lnTo>
                  <a:pt x="279" y="56"/>
                </a:lnTo>
                <a:lnTo>
                  <a:pt x="223" y="137"/>
                </a:lnTo>
                <a:lnTo>
                  <a:pt x="308" y="219"/>
                </a:lnTo>
                <a:lnTo>
                  <a:pt x="223" y="246"/>
                </a:lnTo>
                <a:lnTo>
                  <a:pt x="251" y="355"/>
                </a:lnTo>
                <a:lnTo>
                  <a:pt x="139" y="27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082" name="" descr=""/>
          <p:cNvPicPr/>
          <p:nvPr/>
        </p:nvPicPr>
        <p:blipFill>
          <a:blip r:embed="rId1"/>
          <a:stretch/>
        </p:blipFill>
        <p:spPr>
          <a:xfrm>
            <a:off x="752400" y="1457280"/>
            <a:ext cx="10096200" cy="5676480"/>
          </a:xfrm>
          <a:prstGeom prst="rect">
            <a:avLst/>
          </a:prstGeom>
          <a:ln w="0">
            <a:noFill/>
          </a:ln>
        </p:spPr>
      </p:pic>
      <p:sp>
        <p:nvSpPr>
          <p:cNvPr id="1083" name=""/>
          <p:cNvSpPr txBox="1"/>
          <p:nvPr/>
        </p:nvSpPr>
        <p:spPr>
          <a:xfrm>
            <a:off x="1160280" y="770400"/>
            <a:ext cx="791496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  <a:ea typeface="Arial"/>
              </a:rPr>
              <a:t> </a:t>
            </a:r>
            <a:r>
              <a:rPr b="1" lang="en-US" sz="2830" spc="-1" strike="noStrike">
                <a:solidFill>
                  <a:srgbClr val="1f2328"/>
                </a:solidFill>
                <a:latin typeface="Arial"/>
                <a:ea typeface="Arial"/>
              </a:rPr>
              <a:t>Level 2 — Demo Dashboard (50 Virtual Users)</a:t>
            </a:r>
            <a:endParaRPr b="0" lang="en-US" sz="283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5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7" name=""/>
          <p:cNvSpPr txBox="1"/>
          <p:nvPr/>
        </p:nvSpPr>
        <p:spPr>
          <a:xfrm>
            <a:off x="747720" y="770400"/>
            <a:ext cx="565632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  <a:ea typeface="Arial"/>
              </a:rPr>
              <a:t>Level 2 — reading the dashboard</a:t>
            </a:r>
            <a:endParaRPr b="0" lang="en-US" sz="28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8" name=""/>
          <p:cNvSpPr txBox="1"/>
          <p:nvPr/>
        </p:nvSpPr>
        <p:spPr>
          <a:xfrm>
            <a:off x="747720" y="1502640"/>
            <a:ext cx="3070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70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9" name=""/>
          <p:cNvSpPr txBox="1"/>
          <p:nvPr/>
        </p:nvSpPr>
        <p:spPr>
          <a:xfrm>
            <a:off x="747720" y="1912320"/>
            <a:ext cx="27972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Peak requests/s (+8%)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0" name=""/>
          <p:cNvSpPr txBox="1"/>
          <p:nvPr/>
        </p:nvSpPr>
        <p:spPr>
          <a:xfrm>
            <a:off x="747720" y="2331360"/>
            <a:ext cx="7506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79 ms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1" name=""/>
          <p:cNvSpPr txBox="1"/>
          <p:nvPr/>
        </p:nvSpPr>
        <p:spPr>
          <a:xfrm>
            <a:off x="747720" y="2741040"/>
            <a:ext cx="31582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p95 Latency (was 133ms)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2" name=""/>
          <p:cNvSpPr txBox="1"/>
          <p:nvPr/>
        </p:nvSpPr>
        <p:spPr>
          <a:xfrm>
            <a:off x="747720" y="3160080"/>
            <a:ext cx="5522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18%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3" name=""/>
          <p:cNvSpPr txBox="1"/>
          <p:nvPr/>
        </p:nvSpPr>
        <p:spPr>
          <a:xfrm>
            <a:off x="747720" y="3569400"/>
            <a:ext cx="19620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CPU (was 25%)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4" name=""/>
          <p:cNvSpPr/>
          <p:nvPr/>
        </p:nvSpPr>
        <p:spPr>
          <a:xfrm>
            <a:off x="1076040" y="50958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3" y="180"/>
                  <a:pt x="215" y="193"/>
                  <a:pt x="204" y="204"/>
                </a:cubicBezTo>
                <a:cubicBezTo>
                  <a:pt x="192" y="215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6"/>
                  <a:pt x="74" y="10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10"/>
                </a:cubicBezTo>
                <a:cubicBezTo>
                  <a:pt x="180" y="16"/>
                  <a:pt x="192" y="24"/>
                  <a:pt x="204" y="36"/>
                </a:cubicBezTo>
                <a:cubicBezTo>
                  <a:pt x="215" y="47"/>
                  <a:pt x="223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5" name=""/>
          <p:cNvSpPr txBox="1"/>
          <p:nvPr/>
        </p:nvSpPr>
        <p:spPr>
          <a:xfrm>
            <a:off x="747720" y="4398120"/>
            <a:ext cx="34023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FPM Workers — top right: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6" name=""/>
          <p:cNvSpPr/>
          <p:nvPr/>
        </p:nvSpPr>
        <p:spPr>
          <a:xfrm>
            <a:off x="1076040" y="55814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3" y="180"/>
                  <a:pt x="215" y="193"/>
                  <a:pt x="204" y="204"/>
                </a:cubicBezTo>
                <a:cubicBezTo>
                  <a:pt x="192" y="215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4"/>
                  <a:pt x="204" y="35"/>
                </a:cubicBezTo>
                <a:cubicBezTo>
                  <a:pt x="215" y="46"/>
                  <a:pt x="223" y="59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7" name=""/>
          <p:cNvSpPr txBox="1"/>
          <p:nvPr/>
        </p:nvSpPr>
        <p:spPr>
          <a:xfrm>
            <a:off x="1300320" y="4969800"/>
            <a:ext cx="51962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Active Workers peaked at </a:t>
            </a:r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11 / 20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(was 14)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8" name=""/>
          <p:cNvSpPr/>
          <p:nvPr/>
        </p:nvSpPr>
        <p:spPr>
          <a:xfrm>
            <a:off x="1076040" y="60577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3" y="179"/>
                  <a:pt x="215" y="193"/>
                  <a:pt x="204" y="204"/>
                </a:cubicBezTo>
                <a:cubicBezTo>
                  <a:pt x="192" y="215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79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4"/>
                  <a:pt x="204" y="35"/>
                </a:cubicBezTo>
                <a:cubicBezTo>
                  <a:pt x="215" y="46"/>
                  <a:pt x="223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9" name=""/>
          <p:cNvSpPr txBox="1"/>
          <p:nvPr/>
        </p:nvSpPr>
        <p:spPr>
          <a:xfrm>
            <a:off x="1300320" y="5455440"/>
            <a:ext cx="60541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Queue Depth: </a:t>
            </a:r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0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— same as L1 but with less work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0" name=""/>
          <p:cNvSpPr/>
          <p:nvPr/>
        </p:nvSpPr>
        <p:spPr>
          <a:xfrm>
            <a:off x="1076040" y="65433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3" y="181"/>
                  <a:pt x="215" y="193"/>
                  <a:pt x="204" y="205"/>
                </a:cubicBezTo>
                <a:cubicBezTo>
                  <a:pt x="192" y="216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3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89"/>
                  <a:pt x="9" y="75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4"/>
                  <a:pt x="204" y="36"/>
                </a:cubicBezTo>
                <a:cubicBezTo>
                  <a:pt x="215" y="47"/>
                  <a:pt x="223" y="60"/>
                  <a:pt x="230" y="75"/>
                </a:cubicBezTo>
                <a:cubicBezTo>
                  <a:pt x="236" y="89"/>
                  <a:pt x="239" y="105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1" name=""/>
          <p:cNvSpPr txBox="1"/>
          <p:nvPr/>
        </p:nvSpPr>
        <p:spPr>
          <a:xfrm>
            <a:off x="1300320" y="5931720"/>
            <a:ext cx="86842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FPM Request Rate: only </a:t>
            </a:r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~20 requests/s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(vs 70 requests/s from Nginx)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2" name=""/>
          <p:cNvSpPr txBox="1"/>
          <p:nvPr/>
        </p:nvSpPr>
        <p:spPr>
          <a:xfrm>
            <a:off x="1300320" y="6417360"/>
            <a:ext cx="65919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50 requests/s served from cache — PHP never ran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4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6" name=""/>
          <p:cNvSpPr/>
          <p:nvPr/>
        </p:nvSpPr>
        <p:spPr>
          <a:xfrm>
            <a:off x="752400" y="1457280"/>
            <a:ext cx="3238920" cy="543240"/>
          </a:xfrm>
          <a:custGeom>
            <a:avLst/>
            <a:gdLst/>
            <a:ahLst/>
            <a:rect l="0" t="0" r="r" b="b"/>
            <a:pathLst>
              <a:path w="8997" h="1509">
                <a:moveTo>
                  <a:pt x="0" y="0"/>
                </a:moveTo>
                <a:lnTo>
                  <a:pt x="8997" y="0"/>
                </a:lnTo>
                <a:lnTo>
                  <a:pt x="899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7" name=""/>
          <p:cNvSpPr/>
          <p:nvPr/>
        </p:nvSpPr>
        <p:spPr>
          <a:xfrm>
            <a:off x="3990960" y="1457280"/>
            <a:ext cx="1619280" cy="543240"/>
          </a:xfrm>
          <a:custGeom>
            <a:avLst/>
            <a:gdLst/>
            <a:ahLst/>
            <a:rect l="0" t="0" r="r" b="b"/>
            <a:pathLst>
              <a:path w="4498" h="1509">
                <a:moveTo>
                  <a:pt x="0" y="0"/>
                </a:moveTo>
                <a:lnTo>
                  <a:pt x="4498" y="0"/>
                </a:lnTo>
                <a:lnTo>
                  <a:pt x="449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8" name=""/>
          <p:cNvSpPr/>
          <p:nvPr/>
        </p:nvSpPr>
        <p:spPr>
          <a:xfrm>
            <a:off x="5609880" y="1457280"/>
            <a:ext cx="1200600" cy="543240"/>
          </a:xfrm>
          <a:custGeom>
            <a:avLst/>
            <a:gdLst/>
            <a:ahLst/>
            <a:rect l="0" t="0" r="r" b="b"/>
            <a:pathLst>
              <a:path w="3335" h="1509">
                <a:moveTo>
                  <a:pt x="0" y="0"/>
                </a:moveTo>
                <a:lnTo>
                  <a:pt x="3335" y="0"/>
                </a:lnTo>
                <a:lnTo>
                  <a:pt x="333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9" name=""/>
          <p:cNvSpPr/>
          <p:nvPr/>
        </p:nvSpPr>
        <p:spPr>
          <a:xfrm>
            <a:off x="6810120" y="1457280"/>
            <a:ext cx="1190880" cy="543240"/>
          </a:xfrm>
          <a:custGeom>
            <a:avLst/>
            <a:gdLst/>
            <a:ahLst/>
            <a:rect l="0" t="0" r="r" b="b"/>
            <a:pathLst>
              <a:path w="3308" h="1509">
                <a:moveTo>
                  <a:pt x="0" y="0"/>
                </a:moveTo>
                <a:lnTo>
                  <a:pt x="3308" y="0"/>
                </a:lnTo>
                <a:lnTo>
                  <a:pt x="330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0" name=""/>
          <p:cNvSpPr/>
          <p:nvPr/>
        </p:nvSpPr>
        <p:spPr>
          <a:xfrm>
            <a:off x="752400" y="2000160"/>
            <a:ext cx="3238920" cy="533520"/>
          </a:xfrm>
          <a:custGeom>
            <a:avLst/>
            <a:gdLst/>
            <a:ahLst/>
            <a:rect l="0" t="0" r="r" b="b"/>
            <a:pathLst>
              <a:path w="8997" h="1482">
                <a:moveTo>
                  <a:pt x="0" y="0"/>
                </a:moveTo>
                <a:lnTo>
                  <a:pt x="8997" y="0"/>
                </a:lnTo>
                <a:lnTo>
                  <a:pt x="899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1" name=""/>
          <p:cNvSpPr/>
          <p:nvPr/>
        </p:nvSpPr>
        <p:spPr>
          <a:xfrm>
            <a:off x="3990960" y="2000160"/>
            <a:ext cx="1619280" cy="533520"/>
          </a:xfrm>
          <a:custGeom>
            <a:avLst/>
            <a:gdLst/>
            <a:ahLst/>
            <a:rect l="0" t="0" r="r" b="b"/>
            <a:pathLst>
              <a:path w="4498" h="1482">
                <a:moveTo>
                  <a:pt x="0" y="0"/>
                </a:moveTo>
                <a:lnTo>
                  <a:pt x="4498" y="0"/>
                </a:lnTo>
                <a:lnTo>
                  <a:pt x="449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2" name=""/>
          <p:cNvSpPr/>
          <p:nvPr/>
        </p:nvSpPr>
        <p:spPr>
          <a:xfrm>
            <a:off x="5609880" y="2000160"/>
            <a:ext cx="1200600" cy="533520"/>
          </a:xfrm>
          <a:custGeom>
            <a:avLst/>
            <a:gdLst/>
            <a:ahLst/>
            <a:rect l="0" t="0" r="r" b="b"/>
            <a:pathLst>
              <a:path w="3335" h="1482">
                <a:moveTo>
                  <a:pt x="0" y="0"/>
                </a:moveTo>
                <a:lnTo>
                  <a:pt x="3335" y="0"/>
                </a:lnTo>
                <a:lnTo>
                  <a:pt x="3335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3" name=""/>
          <p:cNvSpPr/>
          <p:nvPr/>
        </p:nvSpPr>
        <p:spPr>
          <a:xfrm>
            <a:off x="6810120" y="2000160"/>
            <a:ext cx="1190880" cy="533520"/>
          </a:xfrm>
          <a:custGeom>
            <a:avLst/>
            <a:gdLst/>
            <a:ahLst/>
            <a:rect l="0" t="0" r="r" b="b"/>
            <a:pathLst>
              <a:path w="3308" h="1482">
                <a:moveTo>
                  <a:pt x="0" y="0"/>
                </a:moveTo>
                <a:lnTo>
                  <a:pt x="3308" y="0"/>
                </a:lnTo>
                <a:lnTo>
                  <a:pt x="330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4" name=""/>
          <p:cNvSpPr/>
          <p:nvPr/>
        </p:nvSpPr>
        <p:spPr>
          <a:xfrm>
            <a:off x="752400" y="2533320"/>
            <a:ext cx="3238920" cy="543600"/>
          </a:xfrm>
          <a:custGeom>
            <a:avLst/>
            <a:gdLst/>
            <a:ahLst/>
            <a:rect l="0" t="0" r="r" b="b"/>
            <a:pathLst>
              <a:path w="8997" h="1510">
                <a:moveTo>
                  <a:pt x="0" y="0"/>
                </a:moveTo>
                <a:lnTo>
                  <a:pt x="8997" y="0"/>
                </a:lnTo>
                <a:lnTo>
                  <a:pt x="8997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5" name=""/>
          <p:cNvSpPr/>
          <p:nvPr/>
        </p:nvSpPr>
        <p:spPr>
          <a:xfrm>
            <a:off x="3990960" y="2533320"/>
            <a:ext cx="1619280" cy="543600"/>
          </a:xfrm>
          <a:custGeom>
            <a:avLst/>
            <a:gdLst/>
            <a:ahLst/>
            <a:rect l="0" t="0" r="r" b="b"/>
            <a:pathLst>
              <a:path w="4498" h="1510">
                <a:moveTo>
                  <a:pt x="0" y="0"/>
                </a:moveTo>
                <a:lnTo>
                  <a:pt x="4498" y="0"/>
                </a:lnTo>
                <a:lnTo>
                  <a:pt x="4498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6" name=""/>
          <p:cNvSpPr/>
          <p:nvPr/>
        </p:nvSpPr>
        <p:spPr>
          <a:xfrm>
            <a:off x="5609880" y="2533320"/>
            <a:ext cx="1200600" cy="543600"/>
          </a:xfrm>
          <a:custGeom>
            <a:avLst/>
            <a:gdLst/>
            <a:ahLst/>
            <a:rect l="0" t="0" r="r" b="b"/>
            <a:pathLst>
              <a:path w="3335" h="1510">
                <a:moveTo>
                  <a:pt x="0" y="0"/>
                </a:moveTo>
                <a:lnTo>
                  <a:pt x="3335" y="0"/>
                </a:lnTo>
                <a:lnTo>
                  <a:pt x="3335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7" name=""/>
          <p:cNvSpPr/>
          <p:nvPr/>
        </p:nvSpPr>
        <p:spPr>
          <a:xfrm>
            <a:off x="6810120" y="2533320"/>
            <a:ext cx="1190880" cy="543600"/>
          </a:xfrm>
          <a:custGeom>
            <a:avLst/>
            <a:gdLst/>
            <a:ahLst/>
            <a:rect l="0" t="0" r="r" b="b"/>
            <a:pathLst>
              <a:path w="3308" h="1510">
                <a:moveTo>
                  <a:pt x="0" y="0"/>
                </a:moveTo>
                <a:lnTo>
                  <a:pt x="3308" y="0"/>
                </a:lnTo>
                <a:lnTo>
                  <a:pt x="3308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8" name=""/>
          <p:cNvSpPr/>
          <p:nvPr/>
        </p:nvSpPr>
        <p:spPr>
          <a:xfrm>
            <a:off x="752400" y="3076560"/>
            <a:ext cx="3238920" cy="533520"/>
          </a:xfrm>
          <a:custGeom>
            <a:avLst/>
            <a:gdLst/>
            <a:ahLst/>
            <a:rect l="0" t="0" r="r" b="b"/>
            <a:pathLst>
              <a:path w="8997" h="1482">
                <a:moveTo>
                  <a:pt x="0" y="0"/>
                </a:moveTo>
                <a:lnTo>
                  <a:pt x="8997" y="0"/>
                </a:lnTo>
                <a:lnTo>
                  <a:pt x="899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9" name=""/>
          <p:cNvSpPr/>
          <p:nvPr/>
        </p:nvSpPr>
        <p:spPr>
          <a:xfrm>
            <a:off x="3990960" y="3076560"/>
            <a:ext cx="1619280" cy="533520"/>
          </a:xfrm>
          <a:custGeom>
            <a:avLst/>
            <a:gdLst/>
            <a:ahLst/>
            <a:rect l="0" t="0" r="r" b="b"/>
            <a:pathLst>
              <a:path w="4498" h="1482">
                <a:moveTo>
                  <a:pt x="0" y="0"/>
                </a:moveTo>
                <a:lnTo>
                  <a:pt x="4498" y="0"/>
                </a:lnTo>
                <a:lnTo>
                  <a:pt x="449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0" name=""/>
          <p:cNvSpPr/>
          <p:nvPr/>
        </p:nvSpPr>
        <p:spPr>
          <a:xfrm>
            <a:off x="5609880" y="3076560"/>
            <a:ext cx="1200600" cy="533520"/>
          </a:xfrm>
          <a:custGeom>
            <a:avLst/>
            <a:gdLst/>
            <a:ahLst/>
            <a:rect l="0" t="0" r="r" b="b"/>
            <a:pathLst>
              <a:path w="3335" h="1482">
                <a:moveTo>
                  <a:pt x="0" y="0"/>
                </a:moveTo>
                <a:lnTo>
                  <a:pt x="3335" y="0"/>
                </a:lnTo>
                <a:lnTo>
                  <a:pt x="3335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1" name=""/>
          <p:cNvSpPr/>
          <p:nvPr/>
        </p:nvSpPr>
        <p:spPr>
          <a:xfrm>
            <a:off x="6810120" y="3076560"/>
            <a:ext cx="1190880" cy="533520"/>
          </a:xfrm>
          <a:custGeom>
            <a:avLst/>
            <a:gdLst/>
            <a:ahLst/>
            <a:rect l="0" t="0" r="r" b="b"/>
            <a:pathLst>
              <a:path w="3308" h="1482">
                <a:moveTo>
                  <a:pt x="0" y="0"/>
                </a:moveTo>
                <a:lnTo>
                  <a:pt x="3308" y="0"/>
                </a:lnTo>
                <a:lnTo>
                  <a:pt x="330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2" name=""/>
          <p:cNvSpPr/>
          <p:nvPr/>
        </p:nvSpPr>
        <p:spPr>
          <a:xfrm>
            <a:off x="752400" y="3609720"/>
            <a:ext cx="3238920" cy="543240"/>
          </a:xfrm>
          <a:custGeom>
            <a:avLst/>
            <a:gdLst/>
            <a:ahLst/>
            <a:rect l="0" t="0" r="r" b="b"/>
            <a:pathLst>
              <a:path w="8997" h="1509">
                <a:moveTo>
                  <a:pt x="0" y="0"/>
                </a:moveTo>
                <a:lnTo>
                  <a:pt x="8997" y="0"/>
                </a:lnTo>
                <a:lnTo>
                  <a:pt x="899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3" name=""/>
          <p:cNvSpPr/>
          <p:nvPr/>
        </p:nvSpPr>
        <p:spPr>
          <a:xfrm>
            <a:off x="3990960" y="3609720"/>
            <a:ext cx="1619280" cy="543240"/>
          </a:xfrm>
          <a:custGeom>
            <a:avLst/>
            <a:gdLst/>
            <a:ahLst/>
            <a:rect l="0" t="0" r="r" b="b"/>
            <a:pathLst>
              <a:path w="4498" h="1509">
                <a:moveTo>
                  <a:pt x="0" y="0"/>
                </a:moveTo>
                <a:lnTo>
                  <a:pt x="4498" y="0"/>
                </a:lnTo>
                <a:lnTo>
                  <a:pt x="449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4" name=""/>
          <p:cNvSpPr/>
          <p:nvPr/>
        </p:nvSpPr>
        <p:spPr>
          <a:xfrm>
            <a:off x="5609880" y="3609720"/>
            <a:ext cx="1200600" cy="543240"/>
          </a:xfrm>
          <a:custGeom>
            <a:avLst/>
            <a:gdLst/>
            <a:ahLst/>
            <a:rect l="0" t="0" r="r" b="b"/>
            <a:pathLst>
              <a:path w="3335" h="1509">
                <a:moveTo>
                  <a:pt x="0" y="0"/>
                </a:moveTo>
                <a:lnTo>
                  <a:pt x="3335" y="0"/>
                </a:lnTo>
                <a:lnTo>
                  <a:pt x="333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5" name=""/>
          <p:cNvSpPr/>
          <p:nvPr/>
        </p:nvSpPr>
        <p:spPr>
          <a:xfrm>
            <a:off x="6810120" y="3609720"/>
            <a:ext cx="1190880" cy="543240"/>
          </a:xfrm>
          <a:custGeom>
            <a:avLst/>
            <a:gdLst/>
            <a:ahLst/>
            <a:rect l="0" t="0" r="r" b="b"/>
            <a:pathLst>
              <a:path w="3308" h="1509">
                <a:moveTo>
                  <a:pt x="0" y="0"/>
                </a:moveTo>
                <a:lnTo>
                  <a:pt x="3308" y="0"/>
                </a:lnTo>
                <a:lnTo>
                  <a:pt x="330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6" name=""/>
          <p:cNvSpPr/>
          <p:nvPr/>
        </p:nvSpPr>
        <p:spPr>
          <a:xfrm>
            <a:off x="752400" y="4152600"/>
            <a:ext cx="3238920" cy="533880"/>
          </a:xfrm>
          <a:custGeom>
            <a:avLst/>
            <a:gdLst/>
            <a:ahLst/>
            <a:rect l="0" t="0" r="r" b="b"/>
            <a:pathLst>
              <a:path w="8997" h="1483">
                <a:moveTo>
                  <a:pt x="0" y="0"/>
                </a:moveTo>
                <a:lnTo>
                  <a:pt x="8997" y="0"/>
                </a:lnTo>
                <a:lnTo>
                  <a:pt x="899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7" name=""/>
          <p:cNvSpPr/>
          <p:nvPr/>
        </p:nvSpPr>
        <p:spPr>
          <a:xfrm>
            <a:off x="3990960" y="4152600"/>
            <a:ext cx="1619280" cy="533880"/>
          </a:xfrm>
          <a:custGeom>
            <a:avLst/>
            <a:gdLst/>
            <a:ahLst/>
            <a:rect l="0" t="0" r="r" b="b"/>
            <a:pathLst>
              <a:path w="4498" h="1483">
                <a:moveTo>
                  <a:pt x="0" y="0"/>
                </a:moveTo>
                <a:lnTo>
                  <a:pt x="4498" y="0"/>
                </a:lnTo>
                <a:lnTo>
                  <a:pt x="449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8" name=""/>
          <p:cNvSpPr/>
          <p:nvPr/>
        </p:nvSpPr>
        <p:spPr>
          <a:xfrm>
            <a:off x="5609880" y="4152600"/>
            <a:ext cx="1200600" cy="533880"/>
          </a:xfrm>
          <a:custGeom>
            <a:avLst/>
            <a:gdLst/>
            <a:ahLst/>
            <a:rect l="0" t="0" r="r" b="b"/>
            <a:pathLst>
              <a:path w="3335" h="1483">
                <a:moveTo>
                  <a:pt x="0" y="0"/>
                </a:moveTo>
                <a:lnTo>
                  <a:pt x="3335" y="0"/>
                </a:lnTo>
                <a:lnTo>
                  <a:pt x="3335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9" name=""/>
          <p:cNvSpPr/>
          <p:nvPr/>
        </p:nvSpPr>
        <p:spPr>
          <a:xfrm>
            <a:off x="6810120" y="4152600"/>
            <a:ext cx="1190880" cy="533880"/>
          </a:xfrm>
          <a:custGeom>
            <a:avLst/>
            <a:gdLst/>
            <a:ahLst/>
            <a:rect l="0" t="0" r="r" b="b"/>
            <a:pathLst>
              <a:path w="3308" h="1483">
                <a:moveTo>
                  <a:pt x="0" y="0"/>
                </a:moveTo>
                <a:lnTo>
                  <a:pt x="3308" y="0"/>
                </a:lnTo>
                <a:lnTo>
                  <a:pt x="330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0" name=""/>
          <p:cNvSpPr/>
          <p:nvPr/>
        </p:nvSpPr>
        <p:spPr>
          <a:xfrm>
            <a:off x="752400" y="4686120"/>
            <a:ext cx="3238920" cy="543240"/>
          </a:xfrm>
          <a:custGeom>
            <a:avLst/>
            <a:gdLst/>
            <a:ahLst/>
            <a:rect l="0" t="0" r="r" b="b"/>
            <a:pathLst>
              <a:path w="8997" h="1509">
                <a:moveTo>
                  <a:pt x="0" y="0"/>
                </a:moveTo>
                <a:lnTo>
                  <a:pt x="8997" y="0"/>
                </a:lnTo>
                <a:lnTo>
                  <a:pt x="899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1" name=""/>
          <p:cNvSpPr/>
          <p:nvPr/>
        </p:nvSpPr>
        <p:spPr>
          <a:xfrm>
            <a:off x="3990960" y="4686120"/>
            <a:ext cx="1619280" cy="543240"/>
          </a:xfrm>
          <a:custGeom>
            <a:avLst/>
            <a:gdLst/>
            <a:ahLst/>
            <a:rect l="0" t="0" r="r" b="b"/>
            <a:pathLst>
              <a:path w="4498" h="1509">
                <a:moveTo>
                  <a:pt x="0" y="0"/>
                </a:moveTo>
                <a:lnTo>
                  <a:pt x="4498" y="0"/>
                </a:lnTo>
                <a:lnTo>
                  <a:pt x="449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2" name=""/>
          <p:cNvSpPr/>
          <p:nvPr/>
        </p:nvSpPr>
        <p:spPr>
          <a:xfrm>
            <a:off x="5609880" y="4686120"/>
            <a:ext cx="1200600" cy="543240"/>
          </a:xfrm>
          <a:custGeom>
            <a:avLst/>
            <a:gdLst/>
            <a:ahLst/>
            <a:rect l="0" t="0" r="r" b="b"/>
            <a:pathLst>
              <a:path w="3335" h="1509">
                <a:moveTo>
                  <a:pt x="0" y="0"/>
                </a:moveTo>
                <a:lnTo>
                  <a:pt x="3335" y="0"/>
                </a:lnTo>
                <a:lnTo>
                  <a:pt x="333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3" name=""/>
          <p:cNvSpPr/>
          <p:nvPr/>
        </p:nvSpPr>
        <p:spPr>
          <a:xfrm>
            <a:off x="6810120" y="4686120"/>
            <a:ext cx="1190880" cy="543240"/>
          </a:xfrm>
          <a:custGeom>
            <a:avLst/>
            <a:gdLst/>
            <a:ahLst/>
            <a:rect l="0" t="0" r="r" b="b"/>
            <a:pathLst>
              <a:path w="3308" h="1509">
                <a:moveTo>
                  <a:pt x="0" y="0"/>
                </a:moveTo>
                <a:lnTo>
                  <a:pt x="3308" y="0"/>
                </a:lnTo>
                <a:lnTo>
                  <a:pt x="330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4" name=""/>
          <p:cNvSpPr/>
          <p:nvPr/>
        </p:nvSpPr>
        <p:spPr>
          <a:xfrm>
            <a:off x="752400" y="5229000"/>
            <a:ext cx="3238920" cy="533880"/>
          </a:xfrm>
          <a:custGeom>
            <a:avLst/>
            <a:gdLst/>
            <a:ahLst/>
            <a:rect l="0" t="0" r="r" b="b"/>
            <a:pathLst>
              <a:path w="8997" h="1483">
                <a:moveTo>
                  <a:pt x="0" y="0"/>
                </a:moveTo>
                <a:lnTo>
                  <a:pt x="8997" y="0"/>
                </a:lnTo>
                <a:lnTo>
                  <a:pt x="899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5" name=""/>
          <p:cNvSpPr/>
          <p:nvPr/>
        </p:nvSpPr>
        <p:spPr>
          <a:xfrm>
            <a:off x="3990960" y="5229000"/>
            <a:ext cx="1619280" cy="533880"/>
          </a:xfrm>
          <a:custGeom>
            <a:avLst/>
            <a:gdLst/>
            <a:ahLst/>
            <a:rect l="0" t="0" r="r" b="b"/>
            <a:pathLst>
              <a:path w="4498" h="1483">
                <a:moveTo>
                  <a:pt x="0" y="0"/>
                </a:moveTo>
                <a:lnTo>
                  <a:pt x="4498" y="0"/>
                </a:lnTo>
                <a:lnTo>
                  <a:pt x="449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6" name=""/>
          <p:cNvSpPr/>
          <p:nvPr/>
        </p:nvSpPr>
        <p:spPr>
          <a:xfrm>
            <a:off x="5609880" y="5229000"/>
            <a:ext cx="1200600" cy="533880"/>
          </a:xfrm>
          <a:custGeom>
            <a:avLst/>
            <a:gdLst/>
            <a:ahLst/>
            <a:rect l="0" t="0" r="r" b="b"/>
            <a:pathLst>
              <a:path w="3335" h="1483">
                <a:moveTo>
                  <a:pt x="0" y="0"/>
                </a:moveTo>
                <a:lnTo>
                  <a:pt x="3335" y="0"/>
                </a:lnTo>
                <a:lnTo>
                  <a:pt x="3335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7" name=""/>
          <p:cNvSpPr/>
          <p:nvPr/>
        </p:nvSpPr>
        <p:spPr>
          <a:xfrm>
            <a:off x="6810120" y="5229000"/>
            <a:ext cx="1190880" cy="533880"/>
          </a:xfrm>
          <a:custGeom>
            <a:avLst/>
            <a:gdLst/>
            <a:ahLst/>
            <a:rect l="0" t="0" r="r" b="b"/>
            <a:pathLst>
              <a:path w="3308" h="1483">
                <a:moveTo>
                  <a:pt x="0" y="0"/>
                </a:moveTo>
                <a:lnTo>
                  <a:pt x="3308" y="0"/>
                </a:lnTo>
                <a:lnTo>
                  <a:pt x="330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8" name=""/>
          <p:cNvSpPr/>
          <p:nvPr/>
        </p:nvSpPr>
        <p:spPr>
          <a:xfrm>
            <a:off x="752400" y="5762520"/>
            <a:ext cx="3238920" cy="543240"/>
          </a:xfrm>
          <a:custGeom>
            <a:avLst/>
            <a:gdLst/>
            <a:ahLst/>
            <a:rect l="0" t="0" r="r" b="b"/>
            <a:pathLst>
              <a:path w="8997" h="1509">
                <a:moveTo>
                  <a:pt x="0" y="0"/>
                </a:moveTo>
                <a:lnTo>
                  <a:pt x="8997" y="0"/>
                </a:lnTo>
                <a:lnTo>
                  <a:pt x="899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9" name=""/>
          <p:cNvSpPr/>
          <p:nvPr/>
        </p:nvSpPr>
        <p:spPr>
          <a:xfrm>
            <a:off x="3990960" y="5762520"/>
            <a:ext cx="1619280" cy="543240"/>
          </a:xfrm>
          <a:custGeom>
            <a:avLst/>
            <a:gdLst/>
            <a:ahLst/>
            <a:rect l="0" t="0" r="r" b="b"/>
            <a:pathLst>
              <a:path w="4498" h="1509">
                <a:moveTo>
                  <a:pt x="0" y="0"/>
                </a:moveTo>
                <a:lnTo>
                  <a:pt x="4498" y="0"/>
                </a:lnTo>
                <a:lnTo>
                  <a:pt x="449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0" name=""/>
          <p:cNvSpPr/>
          <p:nvPr/>
        </p:nvSpPr>
        <p:spPr>
          <a:xfrm>
            <a:off x="5609880" y="5762520"/>
            <a:ext cx="1200600" cy="543240"/>
          </a:xfrm>
          <a:custGeom>
            <a:avLst/>
            <a:gdLst/>
            <a:ahLst/>
            <a:rect l="0" t="0" r="r" b="b"/>
            <a:pathLst>
              <a:path w="3335" h="1509">
                <a:moveTo>
                  <a:pt x="0" y="0"/>
                </a:moveTo>
                <a:lnTo>
                  <a:pt x="3335" y="0"/>
                </a:lnTo>
                <a:lnTo>
                  <a:pt x="333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1" name=""/>
          <p:cNvSpPr/>
          <p:nvPr/>
        </p:nvSpPr>
        <p:spPr>
          <a:xfrm>
            <a:off x="6810120" y="5762520"/>
            <a:ext cx="1190880" cy="543240"/>
          </a:xfrm>
          <a:custGeom>
            <a:avLst/>
            <a:gdLst/>
            <a:ahLst/>
            <a:rect l="0" t="0" r="r" b="b"/>
            <a:pathLst>
              <a:path w="3308" h="1509">
                <a:moveTo>
                  <a:pt x="0" y="0"/>
                </a:moveTo>
                <a:lnTo>
                  <a:pt x="3308" y="0"/>
                </a:lnTo>
                <a:lnTo>
                  <a:pt x="330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2" name=""/>
          <p:cNvSpPr/>
          <p:nvPr/>
        </p:nvSpPr>
        <p:spPr>
          <a:xfrm>
            <a:off x="752400" y="14572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3" name=""/>
          <p:cNvSpPr/>
          <p:nvPr/>
        </p:nvSpPr>
        <p:spPr>
          <a:xfrm>
            <a:off x="752400" y="1457280"/>
            <a:ext cx="3238920" cy="9720"/>
          </a:xfrm>
          <a:custGeom>
            <a:avLst/>
            <a:gdLst/>
            <a:ahLst/>
            <a:rect l="0" t="0" r="r" b="b"/>
            <a:pathLst>
              <a:path w="8997" h="27">
                <a:moveTo>
                  <a:pt x="0" y="0"/>
                </a:moveTo>
                <a:lnTo>
                  <a:pt x="8997" y="0"/>
                </a:lnTo>
                <a:lnTo>
                  <a:pt x="89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4" name=""/>
          <p:cNvSpPr/>
          <p:nvPr/>
        </p:nvSpPr>
        <p:spPr>
          <a:xfrm>
            <a:off x="3981240" y="145728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5" name=""/>
          <p:cNvSpPr/>
          <p:nvPr/>
        </p:nvSpPr>
        <p:spPr>
          <a:xfrm>
            <a:off x="3990960" y="1457280"/>
            <a:ext cx="1629000" cy="9720"/>
          </a:xfrm>
          <a:custGeom>
            <a:avLst/>
            <a:gdLst/>
            <a:ahLst/>
            <a:rect l="0" t="0" r="r" b="b"/>
            <a:pathLst>
              <a:path w="4525" h="27">
                <a:moveTo>
                  <a:pt x="0" y="0"/>
                </a:moveTo>
                <a:lnTo>
                  <a:pt x="4525" y="0"/>
                </a:lnTo>
                <a:lnTo>
                  <a:pt x="452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6" name=""/>
          <p:cNvSpPr/>
          <p:nvPr/>
        </p:nvSpPr>
        <p:spPr>
          <a:xfrm>
            <a:off x="5609880" y="145728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7" name=""/>
          <p:cNvSpPr/>
          <p:nvPr/>
        </p:nvSpPr>
        <p:spPr>
          <a:xfrm>
            <a:off x="5619600" y="1457280"/>
            <a:ext cx="1190880" cy="9720"/>
          </a:xfrm>
          <a:custGeom>
            <a:avLst/>
            <a:gdLst/>
            <a:ahLst/>
            <a:rect l="0" t="0" r="r" b="b"/>
            <a:pathLst>
              <a:path w="3308" h="27">
                <a:moveTo>
                  <a:pt x="0" y="0"/>
                </a:moveTo>
                <a:lnTo>
                  <a:pt x="3308" y="0"/>
                </a:lnTo>
                <a:lnTo>
                  <a:pt x="33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8" name=""/>
          <p:cNvSpPr/>
          <p:nvPr/>
        </p:nvSpPr>
        <p:spPr>
          <a:xfrm>
            <a:off x="6800760" y="14572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9" name=""/>
          <p:cNvSpPr/>
          <p:nvPr/>
        </p:nvSpPr>
        <p:spPr>
          <a:xfrm>
            <a:off x="6810120" y="1457280"/>
            <a:ext cx="1200600" cy="9720"/>
          </a:xfrm>
          <a:custGeom>
            <a:avLst/>
            <a:gdLst/>
            <a:ahLst/>
            <a:rect l="0" t="0" r="r" b="b"/>
            <a:pathLst>
              <a:path w="3335" h="27">
                <a:moveTo>
                  <a:pt x="0" y="0"/>
                </a:moveTo>
                <a:lnTo>
                  <a:pt x="3335" y="0"/>
                </a:lnTo>
                <a:lnTo>
                  <a:pt x="333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0" name=""/>
          <p:cNvSpPr/>
          <p:nvPr/>
        </p:nvSpPr>
        <p:spPr>
          <a:xfrm>
            <a:off x="8000640" y="145728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1" name=""/>
          <p:cNvSpPr/>
          <p:nvPr/>
        </p:nvSpPr>
        <p:spPr>
          <a:xfrm>
            <a:off x="752400" y="1990440"/>
            <a:ext cx="3238920" cy="10080"/>
          </a:xfrm>
          <a:custGeom>
            <a:avLst/>
            <a:gdLst/>
            <a:ahLst/>
            <a:rect l="0" t="0" r="r" b="b"/>
            <a:pathLst>
              <a:path w="8997" h="28">
                <a:moveTo>
                  <a:pt x="0" y="0"/>
                </a:moveTo>
                <a:lnTo>
                  <a:pt x="8997" y="0"/>
                </a:lnTo>
                <a:lnTo>
                  <a:pt x="899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2" name=""/>
          <p:cNvSpPr/>
          <p:nvPr/>
        </p:nvSpPr>
        <p:spPr>
          <a:xfrm>
            <a:off x="3990960" y="1990440"/>
            <a:ext cx="1629000" cy="10080"/>
          </a:xfrm>
          <a:custGeom>
            <a:avLst/>
            <a:gdLst/>
            <a:ahLst/>
            <a:rect l="0" t="0" r="r" b="b"/>
            <a:pathLst>
              <a:path w="4525" h="28">
                <a:moveTo>
                  <a:pt x="0" y="0"/>
                </a:moveTo>
                <a:lnTo>
                  <a:pt x="4525" y="0"/>
                </a:lnTo>
                <a:lnTo>
                  <a:pt x="452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3" name=""/>
          <p:cNvSpPr/>
          <p:nvPr/>
        </p:nvSpPr>
        <p:spPr>
          <a:xfrm>
            <a:off x="5619600" y="1990440"/>
            <a:ext cx="1190880" cy="10080"/>
          </a:xfrm>
          <a:custGeom>
            <a:avLst/>
            <a:gdLst/>
            <a:ahLst/>
            <a:rect l="0" t="0" r="r" b="b"/>
            <a:pathLst>
              <a:path w="3308" h="28">
                <a:moveTo>
                  <a:pt x="0" y="0"/>
                </a:moveTo>
                <a:lnTo>
                  <a:pt x="3308" y="0"/>
                </a:lnTo>
                <a:lnTo>
                  <a:pt x="330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4" name=""/>
          <p:cNvSpPr/>
          <p:nvPr/>
        </p:nvSpPr>
        <p:spPr>
          <a:xfrm>
            <a:off x="6810120" y="1990440"/>
            <a:ext cx="1200600" cy="10080"/>
          </a:xfrm>
          <a:custGeom>
            <a:avLst/>
            <a:gdLst/>
            <a:ahLst/>
            <a:rect l="0" t="0" r="r" b="b"/>
            <a:pathLst>
              <a:path w="3335" h="28">
                <a:moveTo>
                  <a:pt x="0" y="0"/>
                </a:moveTo>
                <a:lnTo>
                  <a:pt x="3335" y="0"/>
                </a:lnTo>
                <a:lnTo>
                  <a:pt x="333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5" name=""/>
          <p:cNvSpPr/>
          <p:nvPr/>
        </p:nvSpPr>
        <p:spPr>
          <a:xfrm>
            <a:off x="752400" y="20001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6" name=""/>
          <p:cNvSpPr/>
          <p:nvPr/>
        </p:nvSpPr>
        <p:spPr>
          <a:xfrm>
            <a:off x="3981240" y="200016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7" name=""/>
          <p:cNvSpPr/>
          <p:nvPr/>
        </p:nvSpPr>
        <p:spPr>
          <a:xfrm>
            <a:off x="5609880" y="200016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8" name=""/>
          <p:cNvSpPr/>
          <p:nvPr/>
        </p:nvSpPr>
        <p:spPr>
          <a:xfrm>
            <a:off x="6800760" y="20001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9" name=""/>
          <p:cNvSpPr/>
          <p:nvPr/>
        </p:nvSpPr>
        <p:spPr>
          <a:xfrm>
            <a:off x="8000640" y="200016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0" name=""/>
          <p:cNvSpPr/>
          <p:nvPr/>
        </p:nvSpPr>
        <p:spPr>
          <a:xfrm>
            <a:off x="752400" y="254304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1" name=""/>
          <p:cNvSpPr/>
          <p:nvPr/>
        </p:nvSpPr>
        <p:spPr>
          <a:xfrm>
            <a:off x="752400" y="2533320"/>
            <a:ext cx="3238920" cy="10080"/>
          </a:xfrm>
          <a:custGeom>
            <a:avLst/>
            <a:gdLst/>
            <a:ahLst/>
            <a:rect l="0" t="0" r="r" b="b"/>
            <a:pathLst>
              <a:path w="8997" h="28">
                <a:moveTo>
                  <a:pt x="0" y="0"/>
                </a:moveTo>
                <a:lnTo>
                  <a:pt x="8997" y="0"/>
                </a:lnTo>
                <a:lnTo>
                  <a:pt x="899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2" name=""/>
          <p:cNvSpPr/>
          <p:nvPr/>
        </p:nvSpPr>
        <p:spPr>
          <a:xfrm>
            <a:off x="3981240" y="254304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3" name=""/>
          <p:cNvSpPr/>
          <p:nvPr/>
        </p:nvSpPr>
        <p:spPr>
          <a:xfrm>
            <a:off x="3990960" y="2533320"/>
            <a:ext cx="1629000" cy="10080"/>
          </a:xfrm>
          <a:custGeom>
            <a:avLst/>
            <a:gdLst/>
            <a:ahLst/>
            <a:rect l="0" t="0" r="r" b="b"/>
            <a:pathLst>
              <a:path w="4525" h="28">
                <a:moveTo>
                  <a:pt x="0" y="0"/>
                </a:moveTo>
                <a:lnTo>
                  <a:pt x="4525" y="0"/>
                </a:lnTo>
                <a:lnTo>
                  <a:pt x="452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4" name=""/>
          <p:cNvSpPr/>
          <p:nvPr/>
        </p:nvSpPr>
        <p:spPr>
          <a:xfrm>
            <a:off x="5609880" y="254304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5" name=""/>
          <p:cNvSpPr/>
          <p:nvPr/>
        </p:nvSpPr>
        <p:spPr>
          <a:xfrm>
            <a:off x="5619600" y="2533320"/>
            <a:ext cx="1190880" cy="10080"/>
          </a:xfrm>
          <a:custGeom>
            <a:avLst/>
            <a:gdLst/>
            <a:ahLst/>
            <a:rect l="0" t="0" r="r" b="b"/>
            <a:pathLst>
              <a:path w="3308" h="28">
                <a:moveTo>
                  <a:pt x="0" y="0"/>
                </a:moveTo>
                <a:lnTo>
                  <a:pt x="3308" y="0"/>
                </a:lnTo>
                <a:lnTo>
                  <a:pt x="330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6" name=""/>
          <p:cNvSpPr/>
          <p:nvPr/>
        </p:nvSpPr>
        <p:spPr>
          <a:xfrm>
            <a:off x="6800760" y="254304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7" name=""/>
          <p:cNvSpPr/>
          <p:nvPr/>
        </p:nvSpPr>
        <p:spPr>
          <a:xfrm>
            <a:off x="6810120" y="2533320"/>
            <a:ext cx="1200600" cy="10080"/>
          </a:xfrm>
          <a:custGeom>
            <a:avLst/>
            <a:gdLst/>
            <a:ahLst/>
            <a:rect l="0" t="0" r="r" b="b"/>
            <a:pathLst>
              <a:path w="3335" h="28">
                <a:moveTo>
                  <a:pt x="0" y="0"/>
                </a:moveTo>
                <a:lnTo>
                  <a:pt x="3335" y="0"/>
                </a:lnTo>
                <a:lnTo>
                  <a:pt x="333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8" name=""/>
          <p:cNvSpPr/>
          <p:nvPr/>
        </p:nvSpPr>
        <p:spPr>
          <a:xfrm>
            <a:off x="8000640" y="254304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9" name=""/>
          <p:cNvSpPr/>
          <p:nvPr/>
        </p:nvSpPr>
        <p:spPr>
          <a:xfrm>
            <a:off x="752400" y="30765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0" name=""/>
          <p:cNvSpPr/>
          <p:nvPr/>
        </p:nvSpPr>
        <p:spPr>
          <a:xfrm>
            <a:off x="752400" y="3066840"/>
            <a:ext cx="3238920" cy="10080"/>
          </a:xfrm>
          <a:custGeom>
            <a:avLst/>
            <a:gdLst/>
            <a:ahLst/>
            <a:rect l="0" t="0" r="r" b="b"/>
            <a:pathLst>
              <a:path w="8997" h="28">
                <a:moveTo>
                  <a:pt x="0" y="0"/>
                </a:moveTo>
                <a:lnTo>
                  <a:pt x="8997" y="0"/>
                </a:lnTo>
                <a:lnTo>
                  <a:pt x="899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1" name=""/>
          <p:cNvSpPr/>
          <p:nvPr/>
        </p:nvSpPr>
        <p:spPr>
          <a:xfrm>
            <a:off x="3981240" y="307656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2" name=""/>
          <p:cNvSpPr/>
          <p:nvPr/>
        </p:nvSpPr>
        <p:spPr>
          <a:xfrm>
            <a:off x="3990960" y="3066840"/>
            <a:ext cx="1629000" cy="10080"/>
          </a:xfrm>
          <a:custGeom>
            <a:avLst/>
            <a:gdLst/>
            <a:ahLst/>
            <a:rect l="0" t="0" r="r" b="b"/>
            <a:pathLst>
              <a:path w="4525" h="28">
                <a:moveTo>
                  <a:pt x="0" y="0"/>
                </a:moveTo>
                <a:lnTo>
                  <a:pt x="4525" y="0"/>
                </a:lnTo>
                <a:lnTo>
                  <a:pt x="452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3" name=""/>
          <p:cNvSpPr/>
          <p:nvPr/>
        </p:nvSpPr>
        <p:spPr>
          <a:xfrm>
            <a:off x="5609880" y="307656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4" name=""/>
          <p:cNvSpPr/>
          <p:nvPr/>
        </p:nvSpPr>
        <p:spPr>
          <a:xfrm>
            <a:off x="5619600" y="3066840"/>
            <a:ext cx="1190880" cy="10080"/>
          </a:xfrm>
          <a:custGeom>
            <a:avLst/>
            <a:gdLst/>
            <a:ahLst/>
            <a:rect l="0" t="0" r="r" b="b"/>
            <a:pathLst>
              <a:path w="3308" h="28">
                <a:moveTo>
                  <a:pt x="0" y="0"/>
                </a:moveTo>
                <a:lnTo>
                  <a:pt x="3308" y="0"/>
                </a:lnTo>
                <a:lnTo>
                  <a:pt x="330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5" name=""/>
          <p:cNvSpPr/>
          <p:nvPr/>
        </p:nvSpPr>
        <p:spPr>
          <a:xfrm>
            <a:off x="6800760" y="30765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6" name=""/>
          <p:cNvSpPr/>
          <p:nvPr/>
        </p:nvSpPr>
        <p:spPr>
          <a:xfrm>
            <a:off x="6810120" y="3066840"/>
            <a:ext cx="1200600" cy="10080"/>
          </a:xfrm>
          <a:custGeom>
            <a:avLst/>
            <a:gdLst/>
            <a:ahLst/>
            <a:rect l="0" t="0" r="r" b="b"/>
            <a:pathLst>
              <a:path w="3335" h="28">
                <a:moveTo>
                  <a:pt x="0" y="0"/>
                </a:moveTo>
                <a:lnTo>
                  <a:pt x="3335" y="0"/>
                </a:lnTo>
                <a:lnTo>
                  <a:pt x="333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7" name=""/>
          <p:cNvSpPr/>
          <p:nvPr/>
        </p:nvSpPr>
        <p:spPr>
          <a:xfrm>
            <a:off x="8000640" y="307656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8" name=""/>
          <p:cNvSpPr/>
          <p:nvPr/>
        </p:nvSpPr>
        <p:spPr>
          <a:xfrm>
            <a:off x="752400" y="361944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9" name=""/>
          <p:cNvSpPr/>
          <p:nvPr/>
        </p:nvSpPr>
        <p:spPr>
          <a:xfrm>
            <a:off x="752400" y="3609720"/>
            <a:ext cx="3238920" cy="10080"/>
          </a:xfrm>
          <a:custGeom>
            <a:avLst/>
            <a:gdLst/>
            <a:ahLst/>
            <a:rect l="0" t="0" r="r" b="b"/>
            <a:pathLst>
              <a:path w="8997" h="28">
                <a:moveTo>
                  <a:pt x="0" y="0"/>
                </a:moveTo>
                <a:lnTo>
                  <a:pt x="8997" y="0"/>
                </a:lnTo>
                <a:lnTo>
                  <a:pt x="899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0" name=""/>
          <p:cNvSpPr/>
          <p:nvPr/>
        </p:nvSpPr>
        <p:spPr>
          <a:xfrm>
            <a:off x="3981240" y="3619440"/>
            <a:ext cx="10080" cy="533520"/>
          </a:xfrm>
          <a:custGeom>
            <a:avLst/>
            <a:gdLst/>
            <a:ahLst/>
            <a:rect l="0" t="0" r="r" b="b"/>
            <a:pathLst>
              <a:path w="28" h="1482">
                <a:moveTo>
                  <a:pt x="0" y="0"/>
                </a:moveTo>
                <a:lnTo>
                  <a:pt x="28" y="0"/>
                </a:lnTo>
                <a:lnTo>
                  <a:pt x="2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1" name=""/>
          <p:cNvSpPr/>
          <p:nvPr/>
        </p:nvSpPr>
        <p:spPr>
          <a:xfrm>
            <a:off x="3990960" y="3609720"/>
            <a:ext cx="1629000" cy="10080"/>
          </a:xfrm>
          <a:custGeom>
            <a:avLst/>
            <a:gdLst/>
            <a:ahLst/>
            <a:rect l="0" t="0" r="r" b="b"/>
            <a:pathLst>
              <a:path w="4525" h="28">
                <a:moveTo>
                  <a:pt x="0" y="0"/>
                </a:moveTo>
                <a:lnTo>
                  <a:pt x="4525" y="0"/>
                </a:lnTo>
                <a:lnTo>
                  <a:pt x="452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2" name=""/>
          <p:cNvSpPr/>
          <p:nvPr/>
        </p:nvSpPr>
        <p:spPr>
          <a:xfrm>
            <a:off x="5609880" y="3619440"/>
            <a:ext cx="10080" cy="533520"/>
          </a:xfrm>
          <a:custGeom>
            <a:avLst/>
            <a:gdLst/>
            <a:ahLst/>
            <a:rect l="0" t="0" r="r" b="b"/>
            <a:pathLst>
              <a:path w="28" h="1482">
                <a:moveTo>
                  <a:pt x="0" y="0"/>
                </a:moveTo>
                <a:lnTo>
                  <a:pt x="28" y="0"/>
                </a:lnTo>
                <a:lnTo>
                  <a:pt x="2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3" name=""/>
          <p:cNvSpPr/>
          <p:nvPr/>
        </p:nvSpPr>
        <p:spPr>
          <a:xfrm>
            <a:off x="5619600" y="3609720"/>
            <a:ext cx="1190880" cy="10080"/>
          </a:xfrm>
          <a:custGeom>
            <a:avLst/>
            <a:gdLst/>
            <a:ahLst/>
            <a:rect l="0" t="0" r="r" b="b"/>
            <a:pathLst>
              <a:path w="3308" h="28">
                <a:moveTo>
                  <a:pt x="0" y="0"/>
                </a:moveTo>
                <a:lnTo>
                  <a:pt x="3308" y="0"/>
                </a:lnTo>
                <a:lnTo>
                  <a:pt x="330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4" name=""/>
          <p:cNvSpPr/>
          <p:nvPr/>
        </p:nvSpPr>
        <p:spPr>
          <a:xfrm>
            <a:off x="6800760" y="361944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5" name=""/>
          <p:cNvSpPr/>
          <p:nvPr/>
        </p:nvSpPr>
        <p:spPr>
          <a:xfrm>
            <a:off x="6810120" y="3609720"/>
            <a:ext cx="1200600" cy="10080"/>
          </a:xfrm>
          <a:custGeom>
            <a:avLst/>
            <a:gdLst/>
            <a:ahLst/>
            <a:rect l="0" t="0" r="r" b="b"/>
            <a:pathLst>
              <a:path w="3335" h="28">
                <a:moveTo>
                  <a:pt x="0" y="0"/>
                </a:moveTo>
                <a:lnTo>
                  <a:pt x="3335" y="0"/>
                </a:lnTo>
                <a:lnTo>
                  <a:pt x="333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6" name=""/>
          <p:cNvSpPr/>
          <p:nvPr/>
        </p:nvSpPr>
        <p:spPr>
          <a:xfrm>
            <a:off x="8000640" y="3619440"/>
            <a:ext cx="10080" cy="533520"/>
          </a:xfrm>
          <a:custGeom>
            <a:avLst/>
            <a:gdLst/>
            <a:ahLst/>
            <a:rect l="0" t="0" r="r" b="b"/>
            <a:pathLst>
              <a:path w="28" h="1482">
                <a:moveTo>
                  <a:pt x="0" y="0"/>
                </a:moveTo>
                <a:lnTo>
                  <a:pt x="28" y="0"/>
                </a:lnTo>
                <a:lnTo>
                  <a:pt x="2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7" name=""/>
          <p:cNvSpPr/>
          <p:nvPr/>
        </p:nvSpPr>
        <p:spPr>
          <a:xfrm>
            <a:off x="752400" y="41526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8" name=""/>
          <p:cNvSpPr/>
          <p:nvPr/>
        </p:nvSpPr>
        <p:spPr>
          <a:xfrm>
            <a:off x="752400" y="4143240"/>
            <a:ext cx="3238920" cy="9720"/>
          </a:xfrm>
          <a:custGeom>
            <a:avLst/>
            <a:gdLst/>
            <a:ahLst/>
            <a:rect l="0" t="0" r="r" b="b"/>
            <a:pathLst>
              <a:path w="8997" h="27">
                <a:moveTo>
                  <a:pt x="0" y="0"/>
                </a:moveTo>
                <a:lnTo>
                  <a:pt x="8997" y="0"/>
                </a:lnTo>
                <a:lnTo>
                  <a:pt x="89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9" name=""/>
          <p:cNvSpPr/>
          <p:nvPr/>
        </p:nvSpPr>
        <p:spPr>
          <a:xfrm>
            <a:off x="3981240" y="415260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0" name=""/>
          <p:cNvSpPr/>
          <p:nvPr/>
        </p:nvSpPr>
        <p:spPr>
          <a:xfrm>
            <a:off x="3990960" y="4143240"/>
            <a:ext cx="1629000" cy="9720"/>
          </a:xfrm>
          <a:custGeom>
            <a:avLst/>
            <a:gdLst/>
            <a:ahLst/>
            <a:rect l="0" t="0" r="r" b="b"/>
            <a:pathLst>
              <a:path w="4525" h="27">
                <a:moveTo>
                  <a:pt x="0" y="0"/>
                </a:moveTo>
                <a:lnTo>
                  <a:pt x="4525" y="0"/>
                </a:lnTo>
                <a:lnTo>
                  <a:pt x="452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1" name=""/>
          <p:cNvSpPr/>
          <p:nvPr/>
        </p:nvSpPr>
        <p:spPr>
          <a:xfrm>
            <a:off x="5609880" y="415260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2" name=""/>
          <p:cNvSpPr/>
          <p:nvPr/>
        </p:nvSpPr>
        <p:spPr>
          <a:xfrm>
            <a:off x="5619600" y="4143240"/>
            <a:ext cx="1190880" cy="9720"/>
          </a:xfrm>
          <a:custGeom>
            <a:avLst/>
            <a:gdLst/>
            <a:ahLst/>
            <a:rect l="0" t="0" r="r" b="b"/>
            <a:pathLst>
              <a:path w="3308" h="27">
                <a:moveTo>
                  <a:pt x="0" y="0"/>
                </a:moveTo>
                <a:lnTo>
                  <a:pt x="3308" y="0"/>
                </a:lnTo>
                <a:lnTo>
                  <a:pt x="33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3" name=""/>
          <p:cNvSpPr/>
          <p:nvPr/>
        </p:nvSpPr>
        <p:spPr>
          <a:xfrm>
            <a:off x="6800760" y="41526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4" name=""/>
          <p:cNvSpPr/>
          <p:nvPr/>
        </p:nvSpPr>
        <p:spPr>
          <a:xfrm>
            <a:off x="6810120" y="4143240"/>
            <a:ext cx="1200600" cy="9720"/>
          </a:xfrm>
          <a:custGeom>
            <a:avLst/>
            <a:gdLst/>
            <a:ahLst/>
            <a:rect l="0" t="0" r="r" b="b"/>
            <a:pathLst>
              <a:path w="3335" h="27">
                <a:moveTo>
                  <a:pt x="0" y="0"/>
                </a:moveTo>
                <a:lnTo>
                  <a:pt x="3335" y="0"/>
                </a:lnTo>
                <a:lnTo>
                  <a:pt x="333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5" name=""/>
          <p:cNvSpPr/>
          <p:nvPr/>
        </p:nvSpPr>
        <p:spPr>
          <a:xfrm>
            <a:off x="8000640" y="415260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6" name=""/>
          <p:cNvSpPr/>
          <p:nvPr/>
        </p:nvSpPr>
        <p:spPr>
          <a:xfrm>
            <a:off x="752400" y="469548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7" name=""/>
          <p:cNvSpPr/>
          <p:nvPr/>
        </p:nvSpPr>
        <p:spPr>
          <a:xfrm>
            <a:off x="752400" y="4686120"/>
            <a:ext cx="3238920" cy="9720"/>
          </a:xfrm>
          <a:custGeom>
            <a:avLst/>
            <a:gdLst/>
            <a:ahLst/>
            <a:rect l="0" t="0" r="r" b="b"/>
            <a:pathLst>
              <a:path w="8997" h="27">
                <a:moveTo>
                  <a:pt x="0" y="0"/>
                </a:moveTo>
                <a:lnTo>
                  <a:pt x="8997" y="0"/>
                </a:lnTo>
                <a:lnTo>
                  <a:pt x="89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8" name=""/>
          <p:cNvSpPr/>
          <p:nvPr/>
        </p:nvSpPr>
        <p:spPr>
          <a:xfrm>
            <a:off x="3981240" y="469548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9" name=""/>
          <p:cNvSpPr/>
          <p:nvPr/>
        </p:nvSpPr>
        <p:spPr>
          <a:xfrm>
            <a:off x="3990960" y="4686120"/>
            <a:ext cx="1629000" cy="9720"/>
          </a:xfrm>
          <a:custGeom>
            <a:avLst/>
            <a:gdLst/>
            <a:ahLst/>
            <a:rect l="0" t="0" r="r" b="b"/>
            <a:pathLst>
              <a:path w="4525" h="27">
                <a:moveTo>
                  <a:pt x="0" y="0"/>
                </a:moveTo>
                <a:lnTo>
                  <a:pt x="4525" y="0"/>
                </a:lnTo>
                <a:lnTo>
                  <a:pt x="452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0" name=""/>
          <p:cNvSpPr/>
          <p:nvPr/>
        </p:nvSpPr>
        <p:spPr>
          <a:xfrm>
            <a:off x="5609880" y="469548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1" name=""/>
          <p:cNvSpPr/>
          <p:nvPr/>
        </p:nvSpPr>
        <p:spPr>
          <a:xfrm>
            <a:off x="5619600" y="4686120"/>
            <a:ext cx="1190880" cy="9720"/>
          </a:xfrm>
          <a:custGeom>
            <a:avLst/>
            <a:gdLst/>
            <a:ahLst/>
            <a:rect l="0" t="0" r="r" b="b"/>
            <a:pathLst>
              <a:path w="3308" h="27">
                <a:moveTo>
                  <a:pt x="0" y="0"/>
                </a:moveTo>
                <a:lnTo>
                  <a:pt x="3308" y="0"/>
                </a:lnTo>
                <a:lnTo>
                  <a:pt x="33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2" name=""/>
          <p:cNvSpPr/>
          <p:nvPr/>
        </p:nvSpPr>
        <p:spPr>
          <a:xfrm>
            <a:off x="6800760" y="469548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3" name=""/>
          <p:cNvSpPr/>
          <p:nvPr/>
        </p:nvSpPr>
        <p:spPr>
          <a:xfrm>
            <a:off x="6810120" y="4686120"/>
            <a:ext cx="1200600" cy="9720"/>
          </a:xfrm>
          <a:custGeom>
            <a:avLst/>
            <a:gdLst/>
            <a:ahLst/>
            <a:rect l="0" t="0" r="r" b="b"/>
            <a:pathLst>
              <a:path w="3335" h="27">
                <a:moveTo>
                  <a:pt x="0" y="0"/>
                </a:moveTo>
                <a:lnTo>
                  <a:pt x="3335" y="0"/>
                </a:lnTo>
                <a:lnTo>
                  <a:pt x="333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4" name=""/>
          <p:cNvSpPr/>
          <p:nvPr/>
        </p:nvSpPr>
        <p:spPr>
          <a:xfrm>
            <a:off x="8000640" y="469548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5" name=""/>
          <p:cNvSpPr/>
          <p:nvPr/>
        </p:nvSpPr>
        <p:spPr>
          <a:xfrm>
            <a:off x="752400" y="52290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6" name=""/>
          <p:cNvSpPr/>
          <p:nvPr/>
        </p:nvSpPr>
        <p:spPr>
          <a:xfrm>
            <a:off x="752400" y="5219640"/>
            <a:ext cx="3238920" cy="9720"/>
          </a:xfrm>
          <a:custGeom>
            <a:avLst/>
            <a:gdLst/>
            <a:ahLst/>
            <a:rect l="0" t="0" r="r" b="b"/>
            <a:pathLst>
              <a:path w="8997" h="27">
                <a:moveTo>
                  <a:pt x="0" y="0"/>
                </a:moveTo>
                <a:lnTo>
                  <a:pt x="8997" y="0"/>
                </a:lnTo>
                <a:lnTo>
                  <a:pt x="89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7" name=""/>
          <p:cNvSpPr/>
          <p:nvPr/>
        </p:nvSpPr>
        <p:spPr>
          <a:xfrm>
            <a:off x="3981240" y="522900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8" name=""/>
          <p:cNvSpPr/>
          <p:nvPr/>
        </p:nvSpPr>
        <p:spPr>
          <a:xfrm>
            <a:off x="3990960" y="5219640"/>
            <a:ext cx="1629000" cy="9720"/>
          </a:xfrm>
          <a:custGeom>
            <a:avLst/>
            <a:gdLst/>
            <a:ahLst/>
            <a:rect l="0" t="0" r="r" b="b"/>
            <a:pathLst>
              <a:path w="4525" h="27">
                <a:moveTo>
                  <a:pt x="0" y="0"/>
                </a:moveTo>
                <a:lnTo>
                  <a:pt x="4525" y="0"/>
                </a:lnTo>
                <a:lnTo>
                  <a:pt x="452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9" name=""/>
          <p:cNvSpPr/>
          <p:nvPr/>
        </p:nvSpPr>
        <p:spPr>
          <a:xfrm>
            <a:off x="5609880" y="522900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0" name=""/>
          <p:cNvSpPr/>
          <p:nvPr/>
        </p:nvSpPr>
        <p:spPr>
          <a:xfrm>
            <a:off x="5619600" y="5219640"/>
            <a:ext cx="1190880" cy="9720"/>
          </a:xfrm>
          <a:custGeom>
            <a:avLst/>
            <a:gdLst/>
            <a:ahLst/>
            <a:rect l="0" t="0" r="r" b="b"/>
            <a:pathLst>
              <a:path w="3308" h="27">
                <a:moveTo>
                  <a:pt x="0" y="0"/>
                </a:moveTo>
                <a:lnTo>
                  <a:pt x="3308" y="0"/>
                </a:lnTo>
                <a:lnTo>
                  <a:pt x="33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1" name=""/>
          <p:cNvSpPr/>
          <p:nvPr/>
        </p:nvSpPr>
        <p:spPr>
          <a:xfrm>
            <a:off x="6800760" y="52290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2" name=""/>
          <p:cNvSpPr/>
          <p:nvPr/>
        </p:nvSpPr>
        <p:spPr>
          <a:xfrm>
            <a:off x="6810120" y="5219640"/>
            <a:ext cx="1200600" cy="9720"/>
          </a:xfrm>
          <a:custGeom>
            <a:avLst/>
            <a:gdLst/>
            <a:ahLst/>
            <a:rect l="0" t="0" r="r" b="b"/>
            <a:pathLst>
              <a:path w="3335" h="27">
                <a:moveTo>
                  <a:pt x="0" y="0"/>
                </a:moveTo>
                <a:lnTo>
                  <a:pt x="3335" y="0"/>
                </a:lnTo>
                <a:lnTo>
                  <a:pt x="333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3" name=""/>
          <p:cNvSpPr/>
          <p:nvPr/>
        </p:nvSpPr>
        <p:spPr>
          <a:xfrm>
            <a:off x="8000640" y="522900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4" name=""/>
          <p:cNvSpPr/>
          <p:nvPr/>
        </p:nvSpPr>
        <p:spPr>
          <a:xfrm>
            <a:off x="752400" y="577188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5" name=""/>
          <p:cNvSpPr/>
          <p:nvPr/>
        </p:nvSpPr>
        <p:spPr>
          <a:xfrm>
            <a:off x="752400" y="5762520"/>
            <a:ext cx="3238920" cy="9720"/>
          </a:xfrm>
          <a:custGeom>
            <a:avLst/>
            <a:gdLst/>
            <a:ahLst/>
            <a:rect l="0" t="0" r="r" b="b"/>
            <a:pathLst>
              <a:path w="8997" h="27">
                <a:moveTo>
                  <a:pt x="0" y="0"/>
                </a:moveTo>
                <a:lnTo>
                  <a:pt x="8997" y="0"/>
                </a:lnTo>
                <a:lnTo>
                  <a:pt x="89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6" name=""/>
          <p:cNvSpPr/>
          <p:nvPr/>
        </p:nvSpPr>
        <p:spPr>
          <a:xfrm>
            <a:off x="3981240" y="577188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7" name=""/>
          <p:cNvSpPr/>
          <p:nvPr/>
        </p:nvSpPr>
        <p:spPr>
          <a:xfrm>
            <a:off x="3990960" y="5762520"/>
            <a:ext cx="1629000" cy="9720"/>
          </a:xfrm>
          <a:custGeom>
            <a:avLst/>
            <a:gdLst/>
            <a:ahLst/>
            <a:rect l="0" t="0" r="r" b="b"/>
            <a:pathLst>
              <a:path w="4525" h="27">
                <a:moveTo>
                  <a:pt x="0" y="0"/>
                </a:moveTo>
                <a:lnTo>
                  <a:pt x="4525" y="0"/>
                </a:lnTo>
                <a:lnTo>
                  <a:pt x="452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8" name=""/>
          <p:cNvSpPr/>
          <p:nvPr/>
        </p:nvSpPr>
        <p:spPr>
          <a:xfrm>
            <a:off x="5609880" y="577188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9" name=""/>
          <p:cNvSpPr/>
          <p:nvPr/>
        </p:nvSpPr>
        <p:spPr>
          <a:xfrm>
            <a:off x="5619600" y="5762520"/>
            <a:ext cx="1190880" cy="9720"/>
          </a:xfrm>
          <a:custGeom>
            <a:avLst/>
            <a:gdLst/>
            <a:ahLst/>
            <a:rect l="0" t="0" r="r" b="b"/>
            <a:pathLst>
              <a:path w="3308" h="27">
                <a:moveTo>
                  <a:pt x="0" y="0"/>
                </a:moveTo>
                <a:lnTo>
                  <a:pt x="3308" y="0"/>
                </a:lnTo>
                <a:lnTo>
                  <a:pt x="33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0" name=""/>
          <p:cNvSpPr/>
          <p:nvPr/>
        </p:nvSpPr>
        <p:spPr>
          <a:xfrm>
            <a:off x="6800760" y="577188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1" name=""/>
          <p:cNvSpPr/>
          <p:nvPr/>
        </p:nvSpPr>
        <p:spPr>
          <a:xfrm>
            <a:off x="6810120" y="5762520"/>
            <a:ext cx="1200600" cy="9720"/>
          </a:xfrm>
          <a:custGeom>
            <a:avLst/>
            <a:gdLst/>
            <a:ahLst/>
            <a:rect l="0" t="0" r="r" b="b"/>
            <a:pathLst>
              <a:path w="3335" h="27">
                <a:moveTo>
                  <a:pt x="0" y="0"/>
                </a:moveTo>
                <a:lnTo>
                  <a:pt x="3335" y="0"/>
                </a:lnTo>
                <a:lnTo>
                  <a:pt x="333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2" name=""/>
          <p:cNvSpPr/>
          <p:nvPr/>
        </p:nvSpPr>
        <p:spPr>
          <a:xfrm>
            <a:off x="8000640" y="577188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3" name=""/>
          <p:cNvSpPr/>
          <p:nvPr/>
        </p:nvSpPr>
        <p:spPr>
          <a:xfrm>
            <a:off x="752400" y="6295680"/>
            <a:ext cx="3238920" cy="10080"/>
          </a:xfrm>
          <a:custGeom>
            <a:avLst/>
            <a:gdLst/>
            <a:ahLst/>
            <a:rect l="0" t="0" r="r" b="b"/>
            <a:pathLst>
              <a:path w="8997" h="28">
                <a:moveTo>
                  <a:pt x="0" y="0"/>
                </a:moveTo>
                <a:lnTo>
                  <a:pt x="8997" y="0"/>
                </a:lnTo>
                <a:lnTo>
                  <a:pt x="899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4" name=""/>
          <p:cNvSpPr/>
          <p:nvPr/>
        </p:nvSpPr>
        <p:spPr>
          <a:xfrm>
            <a:off x="3990960" y="6295680"/>
            <a:ext cx="1629000" cy="10080"/>
          </a:xfrm>
          <a:custGeom>
            <a:avLst/>
            <a:gdLst/>
            <a:ahLst/>
            <a:rect l="0" t="0" r="r" b="b"/>
            <a:pathLst>
              <a:path w="4525" h="28">
                <a:moveTo>
                  <a:pt x="0" y="0"/>
                </a:moveTo>
                <a:lnTo>
                  <a:pt x="4525" y="0"/>
                </a:lnTo>
                <a:lnTo>
                  <a:pt x="452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5" name=""/>
          <p:cNvSpPr/>
          <p:nvPr/>
        </p:nvSpPr>
        <p:spPr>
          <a:xfrm>
            <a:off x="5619600" y="6295680"/>
            <a:ext cx="1190880" cy="10080"/>
          </a:xfrm>
          <a:custGeom>
            <a:avLst/>
            <a:gdLst/>
            <a:ahLst/>
            <a:rect l="0" t="0" r="r" b="b"/>
            <a:pathLst>
              <a:path w="3308" h="28">
                <a:moveTo>
                  <a:pt x="0" y="0"/>
                </a:moveTo>
                <a:lnTo>
                  <a:pt x="3308" y="0"/>
                </a:lnTo>
                <a:lnTo>
                  <a:pt x="330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6" name=""/>
          <p:cNvSpPr/>
          <p:nvPr/>
        </p:nvSpPr>
        <p:spPr>
          <a:xfrm>
            <a:off x="6810120" y="6295680"/>
            <a:ext cx="1200600" cy="10080"/>
          </a:xfrm>
          <a:custGeom>
            <a:avLst/>
            <a:gdLst/>
            <a:ahLst/>
            <a:rect l="0" t="0" r="r" b="b"/>
            <a:pathLst>
              <a:path w="3335" h="28">
                <a:moveTo>
                  <a:pt x="0" y="0"/>
                </a:moveTo>
                <a:lnTo>
                  <a:pt x="3335" y="0"/>
                </a:lnTo>
                <a:lnTo>
                  <a:pt x="333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7" name=""/>
          <p:cNvSpPr txBox="1"/>
          <p:nvPr/>
        </p:nvSpPr>
        <p:spPr>
          <a:xfrm>
            <a:off x="747720" y="770400"/>
            <a:ext cx="531648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  <a:ea typeface="Arial"/>
              </a:rPr>
              <a:t>L0 → L1 → L2: the progression</a:t>
            </a:r>
            <a:endParaRPr b="0" lang="en-US" sz="28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8" name=""/>
          <p:cNvSpPr txBox="1"/>
          <p:nvPr/>
        </p:nvSpPr>
        <p:spPr>
          <a:xfrm>
            <a:off x="1962720" y="1569240"/>
            <a:ext cx="8128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Metric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9" name=""/>
          <p:cNvSpPr txBox="1"/>
          <p:nvPr/>
        </p:nvSpPr>
        <p:spPr>
          <a:xfrm>
            <a:off x="4331520" y="1569240"/>
            <a:ext cx="9349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Level 0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0" name=""/>
          <p:cNvSpPr txBox="1"/>
          <p:nvPr/>
        </p:nvSpPr>
        <p:spPr>
          <a:xfrm>
            <a:off x="5742000" y="1569240"/>
            <a:ext cx="9349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Level 1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1" name=""/>
          <p:cNvSpPr txBox="1"/>
          <p:nvPr/>
        </p:nvSpPr>
        <p:spPr>
          <a:xfrm>
            <a:off x="6935760" y="1569240"/>
            <a:ext cx="9349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Level 2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2" name=""/>
          <p:cNvSpPr txBox="1"/>
          <p:nvPr/>
        </p:nvSpPr>
        <p:spPr>
          <a:xfrm>
            <a:off x="880920" y="2102760"/>
            <a:ext cx="19774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Peak requests/s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3" name=""/>
          <p:cNvSpPr/>
          <p:nvPr/>
        </p:nvSpPr>
        <p:spPr>
          <a:xfrm>
            <a:off x="5190840" y="2104920"/>
            <a:ext cx="276840" cy="277560"/>
          </a:xfrm>
          <a:custGeom>
            <a:avLst/>
            <a:gdLst/>
            <a:ahLst/>
            <a:rect l="0" t="0" r="r" b="b"/>
            <a:pathLst>
              <a:path w="769" h="771">
                <a:moveTo>
                  <a:pt x="469" y="0"/>
                </a:moveTo>
                <a:lnTo>
                  <a:pt x="384" y="171"/>
                </a:lnTo>
                <a:lnTo>
                  <a:pt x="277" y="64"/>
                </a:lnTo>
                <a:lnTo>
                  <a:pt x="277" y="214"/>
                </a:lnTo>
                <a:lnTo>
                  <a:pt x="64" y="171"/>
                </a:lnTo>
                <a:lnTo>
                  <a:pt x="235" y="342"/>
                </a:lnTo>
                <a:lnTo>
                  <a:pt x="0" y="470"/>
                </a:lnTo>
                <a:lnTo>
                  <a:pt x="256" y="470"/>
                </a:lnTo>
                <a:lnTo>
                  <a:pt x="128" y="728"/>
                </a:lnTo>
                <a:lnTo>
                  <a:pt x="384" y="556"/>
                </a:lnTo>
                <a:lnTo>
                  <a:pt x="619" y="771"/>
                </a:lnTo>
                <a:lnTo>
                  <a:pt x="555" y="470"/>
                </a:lnTo>
                <a:lnTo>
                  <a:pt x="769" y="470"/>
                </a:lnTo>
                <a:lnTo>
                  <a:pt x="598" y="342"/>
                </a:lnTo>
                <a:lnTo>
                  <a:pt x="769" y="149"/>
                </a:lnTo>
                <a:lnTo>
                  <a:pt x="512" y="214"/>
                </a:lnTo>
                <a:lnTo>
                  <a:pt x="469" y="0"/>
                </a:lnTo>
                <a:close/>
              </a:path>
            </a:pathLst>
          </a:custGeom>
          <a:solidFill>
            <a:srgbClr val="bb1a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34" name=""/>
          <p:cNvSpPr/>
          <p:nvPr/>
        </p:nvSpPr>
        <p:spPr>
          <a:xfrm>
            <a:off x="5264280" y="2159280"/>
            <a:ext cx="157320" cy="171000"/>
          </a:xfrm>
          <a:custGeom>
            <a:avLst/>
            <a:gdLst/>
            <a:ahLst/>
            <a:rect l="0" t="0" r="r" b="b"/>
            <a:pathLst>
              <a:path w="437" h="475">
                <a:moveTo>
                  <a:pt x="285" y="124"/>
                </a:moveTo>
                <a:lnTo>
                  <a:pt x="324" y="114"/>
                </a:lnTo>
                <a:lnTo>
                  <a:pt x="437" y="86"/>
                </a:lnTo>
                <a:lnTo>
                  <a:pt x="364" y="168"/>
                </a:lnTo>
                <a:lnTo>
                  <a:pt x="336" y="199"/>
                </a:lnTo>
                <a:lnTo>
                  <a:pt x="369" y="225"/>
                </a:lnTo>
                <a:lnTo>
                  <a:pt x="433" y="272"/>
                </a:lnTo>
                <a:lnTo>
                  <a:pt x="306" y="272"/>
                </a:lnTo>
                <a:lnTo>
                  <a:pt x="316" y="319"/>
                </a:lnTo>
                <a:lnTo>
                  <a:pt x="349" y="475"/>
                </a:lnTo>
                <a:lnTo>
                  <a:pt x="224" y="360"/>
                </a:lnTo>
                <a:lnTo>
                  <a:pt x="202" y="340"/>
                </a:lnTo>
                <a:lnTo>
                  <a:pt x="176" y="357"/>
                </a:lnTo>
                <a:lnTo>
                  <a:pt x="65" y="432"/>
                </a:lnTo>
                <a:lnTo>
                  <a:pt x="116" y="328"/>
                </a:lnTo>
                <a:lnTo>
                  <a:pt x="144" y="272"/>
                </a:lnTo>
                <a:lnTo>
                  <a:pt x="0" y="272"/>
                </a:lnTo>
                <a:lnTo>
                  <a:pt x="80" y="228"/>
                </a:lnTo>
                <a:lnTo>
                  <a:pt x="126" y="203"/>
                </a:lnTo>
                <a:lnTo>
                  <a:pt x="89" y="166"/>
                </a:lnTo>
                <a:lnTo>
                  <a:pt x="24" y="101"/>
                </a:lnTo>
                <a:lnTo>
                  <a:pt x="93" y="115"/>
                </a:lnTo>
                <a:lnTo>
                  <a:pt x="140" y="124"/>
                </a:lnTo>
                <a:lnTo>
                  <a:pt x="140" y="34"/>
                </a:lnTo>
                <a:lnTo>
                  <a:pt x="170" y="65"/>
                </a:lnTo>
                <a:lnTo>
                  <a:pt x="209" y="103"/>
                </a:lnTo>
                <a:lnTo>
                  <a:pt x="233" y="55"/>
                </a:lnTo>
                <a:lnTo>
                  <a:pt x="260" y="0"/>
                </a:lnTo>
                <a:lnTo>
                  <a:pt x="285" y="124"/>
                </a:lnTo>
                <a:close/>
              </a:path>
            </a:pathLst>
          </a:custGeom>
          <a:solidFill>
            <a:srgbClr val="fcab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5" name=""/>
          <p:cNvSpPr/>
          <p:nvPr/>
        </p:nvSpPr>
        <p:spPr>
          <a:xfrm>
            <a:off x="5313600" y="2196000"/>
            <a:ext cx="65160" cy="70920"/>
          </a:xfrm>
          <a:custGeom>
            <a:avLst/>
            <a:gdLst/>
            <a:ahLst/>
            <a:rect l="0" t="0" r="r" b="b"/>
            <a:pathLst>
              <a:path w="181" h="197">
                <a:moveTo>
                  <a:pt x="119" y="53"/>
                </a:moveTo>
                <a:lnTo>
                  <a:pt x="135" y="48"/>
                </a:lnTo>
                <a:lnTo>
                  <a:pt x="181" y="36"/>
                </a:lnTo>
                <a:lnTo>
                  <a:pt x="151" y="71"/>
                </a:lnTo>
                <a:lnTo>
                  <a:pt x="140" y="84"/>
                </a:lnTo>
                <a:lnTo>
                  <a:pt x="154" y="94"/>
                </a:lnTo>
                <a:lnTo>
                  <a:pt x="179" y="114"/>
                </a:lnTo>
                <a:lnTo>
                  <a:pt x="127" y="114"/>
                </a:lnTo>
                <a:lnTo>
                  <a:pt x="132" y="133"/>
                </a:lnTo>
                <a:lnTo>
                  <a:pt x="145" y="197"/>
                </a:lnTo>
                <a:lnTo>
                  <a:pt x="94" y="150"/>
                </a:lnTo>
                <a:lnTo>
                  <a:pt x="84" y="142"/>
                </a:lnTo>
                <a:lnTo>
                  <a:pt x="74" y="149"/>
                </a:lnTo>
                <a:lnTo>
                  <a:pt x="28" y="179"/>
                </a:lnTo>
                <a:lnTo>
                  <a:pt x="49" y="137"/>
                </a:lnTo>
                <a:lnTo>
                  <a:pt x="61" y="114"/>
                </a:lnTo>
                <a:lnTo>
                  <a:pt x="0" y="114"/>
                </a:lnTo>
                <a:lnTo>
                  <a:pt x="34" y="95"/>
                </a:lnTo>
                <a:lnTo>
                  <a:pt x="53" y="85"/>
                </a:lnTo>
                <a:lnTo>
                  <a:pt x="38" y="70"/>
                </a:lnTo>
                <a:lnTo>
                  <a:pt x="11" y="42"/>
                </a:lnTo>
                <a:lnTo>
                  <a:pt x="40" y="49"/>
                </a:lnTo>
                <a:lnTo>
                  <a:pt x="59" y="53"/>
                </a:lnTo>
                <a:lnTo>
                  <a:pt x="59" y="14"/>
                </a:lnTo>
                <a:lnTo>
                  <a:pt x="72" y="27"/>
                </a:lnTo>
                <a:lnTo>
                  <a:pt x="87" y="44"/>
                </a:lnTo>
                <a:lnTo>
                  <a:pt x="97" y="23"/>
                </a:lnTo>
                <a:lnTo>
                  <a:pt x="109" y="0"/>
                </a:lnTo>
                <a:lnTo>
                  <a:pt x="119" y="53"/>
                </a:lnTo>
                <a:close/>
              </a:path>
            </a:pathLst>
          </a:custGeom>
          <a:solidFill>
            <a:srgbClr val="f5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6" name=""/>
          <p:cNvSpPr txBox="1"/>
          <p:nvPr/>
        </p:nvSpPr>
        <p:spPr>
          <a:xfrm>
            <a:off x="4115520" y="2102760"/>
            <a:ext cx="10508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~140 → 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7" name=""/>
          <p:cNvSpPr txBox="1"/>
          <p:nvPr/>
        </p:nvSpPr>
        <p:spPr>
          <a:xfrm>
            <a:off x="5742000" y="2102760"/>
            <a:ext cx="3070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65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8" name=""/>
          <p:cNvSpPr txBox="1"/>
          <p:nvPr/>
        </p:nvSpPr>
        <p:spPr>
          <a:xfrm>
            <a:off x="6935760" y="2102760"/>
            <a:ext cx="3070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70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9" name=""/>
          <p:cNvSpPr txBox="1"/>
          <p:nvPr/>
        </p:nvSpPr>
        <p:spPr>
          <a:xfrm>
            <a:off x="880920" y="2645640"/>
            <a:ext cx="15033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p95 Latency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0" name=""/>
          <p:cNvSpPr/>
          <p:nvPr/>
        </p:nvSpPr>
        <p:spPr>
          <a:xfrm>
            <a:off x="4752720" y="2647800"/>
            <a:ext cx="276480" cy="277560"/>
          </a:xfrm>
          <a:custGeom>
            <a:avLst/>
            <a:gdLst/>
            <a:ahLst/>
            <a:rect l="0" t="0" r="r" b="b"/>
            <a:pathLst>
              <a:path w="768" h="771">
                <a:moveTo>
                  <a:pt x="470" y="0"/>
                </a:moveTo>
                <a:lnTo>
                  <a:pt x="385" y="171"/>
                </a:lnTo>
                <a:lnTo>
                  <a:pt x="278" y="64"/>
                </a:lnTo>
                <a:lnTo>
                  <a:pt x="278" y="214"/>
                </a:lnTo>
                <a:lnTo>
                  <a:pt x="64" y="171"/>
                </a:lnTo>
                <a:lnTo>
                  <a:pt x="236" y="342"/>
                </a:lnTo>
                <a:lnTo>
                  <a:pt x="0" y="470"/>
                </a:lnTo>
                <a:lnTo>
                  <a:pt x="257" y="470"/>
                </a:lnTo>
                <a:lnTo>
                  <a:pt x="128" y="728"/>
                </a:lnTo>
                <a:lnTo>
                  <a:pt x="385" y="556"/>
                </a:lnTo>
                <a:lnTo>
                  <a:pt x="619" y="771"/>
                </a:lnTo>
                <a:lnTo>
                  <a:pt x="555" y="470"/>
                </a:lnTo>
                <a:lnTo>
                  <a:pt x="768" y="470"/>
                </a:lnTo>
                <a:lnTo>
                  <a:pt x="598" y="342"/>
                </a:lnTo>
                <a:lnTo>
                  <a:pt x="768" y="150"/>
                </a:lnTo>
                <a:lnTo>
                  <a:pt x="513" y="214"/>
                </a:lnTo>
                <a:lnTo>
                  <a:pt x="470" y="0"/>
                </a:lnTo>
                <a:close/>
              </a:path>
            </a:pathLst>
          </a:custGeom>
          <a:solidFill>
            <a:srgbClr val="bb1a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41" name=""/>
          <p:cNvSpPr/>
          <p:nvPr/>
        </p:nvSpPr>
        <p:spPr>
          <a:xfrm>
            <a:off x="4826160" y="2702160"/>
            <a:ext cx="157320" cy="171000"/>
          </a:xfrm>
          <a:custGeom>
            <a:avLst/>
            <a:gdLst/>
            <a:ahLst/>
            <a:rect l="0" t="0" r="r" b="b"/>
            <a:pathLst>
              <a:path w="437" h="475">
                <a:moveTo>
                  <a:pt x="285" y="124"/>
                </a:moveTo>
                <a:lnTo>
                  <a:pt x="325" y="114"/>
                </a:lnTo>
                <a:lnTo>
                  <a:pt x="437" y="86"/>
                </a:lnTo>
                <a:lnTo>
                  <a:pt x="365" y="168"/>
                </a:lnTo>
                <a:lnTo>
                  <a:pt x="336" y="200"/>
                </a:lnTo>
                <a:lnTo>
                  <a:pt x="370" y="225"/>
                </a:lnTo>
                <a:lnTo>
                  <a:pt x="433" y="272"/>
                </a:lnTo>
                <a:lnTo>
                  <a:pt x="307" y="272"/>
                </a:lnTo>
                <a:lnTo>
                  <a:pt x="317" y="320"/>
                </a:lnTo>
                <a:lnTo>
                  <a:pt x="350" y="475"/>
                </a:lnTo>
                <a:lnTo>
                  <a:pt x="224" y="361"/>
                </a:lnTo>
                <a:lnTo>
                  <a:pt x="202" y="341"/>
                </a:lnTo>
                <a:lnTo>
                  <a:pt x="176" y="358"/>
                </a:lnTo>
                <a:lnTo>
                  <a:pt x="65" y="432"/>
                </a:lnTo>
                <a:lnTo>
                  <a:pt x="116" y="330"/>
                </a:lnTo>
                <a:lnTo>
                  <a:pt x="144" y="272"/>
                </a:lnTo>
                <a:lnTo>
                  <a:pt x="0" y="272"/>
                </a:lnTo>
                <a:lnTo>
                  <a:pt x="80" y="228"/>
                </a:lnTo>
                <a:lnTo>
                  <a:pt x="126" y="203"/>
                </a:lnTo>
                <a:lnTo>
                  <a:pt x="89" y="166"/>
                </a:lnTo>
                <a:lnTo>
                  <a:pt x="24" y="101"/>
                </a:lnTo>
                <a:lnTo>
                  <a:pt x="93" y="115"/>
                </a:lnTo>
                <a:lnTo>
                  <a:pt x="139" y="124"/>
                </a:lnTo>
                <a:lnTo>
                  <a:pt x="139" y="34"/>
                </a:lnTo>
                <a:lnTo>
                  <a:pt x="170" y="65"/>
                </a:lnTo>
                <a:lnTo>
                  <a:pt x="209" y="103"/>
                </a:lnTo>
                <a:lnTo>
                  <a:pt x="233" y="55"/>
                </a:lnTo>
                <a:lnTo>
                  <a:pt x="260" y="0"/>
                </a:lnTo>
                <a:lnTo>
                  <a:pt x="285" y="124"/>
                </a:lnTo>
                <a:close/>
              </a:path>
            </a:pathLst>
          </a:custGeom>
          <a:solidFill>
            <a:srgbClr val="fcab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2" name=""/>
          <p:cNvSpPr/>
          <p:nvPr/>
        </p:nvSpPr>
        <p:spPr>
          <a:xfrm>
            <a:off x="4875480" y="2739240"/>
            <a:ext cx="65160" cy="70560"/>
          </a:xfrm>
          <a:custGeom>
            <a:avLst/>
            <a:gdLst/>
            <a:ahLst/>
            <a:rect l="0" t="0" r="r" b="b"/>
            <a:pathLst>
              <a:path w="181" h="196">
                <a:moveTo>
                  <a:pt x="118" y="51"/>
                </a:moveTo>
                <a:lnTo>
                  <a:pt x="134" y="47"/>
                </a:lnTo>
                <a:lnTo>
                  <a:pt x="181" y="35"/>
                </a:lnTo>
                <a:lnTo>
                  <a:pt x="150" y="69"/>
                </a:lnTo>
                <a:lnTo>
                  <a:pt x="139" y="82"/>
                </a:lnTo>
                <a:lnTo>
                  <a:pt x="154" y="92"/>
                </a:lnTo>
                <a:lnTo>
                  <a:pt x="179" y="113"/>
                </a:lnTo>
                <a:lnTo>
                  <a:pt x="126" y="113"/>
                </a:lnTo>
                <a:lnTo>
                  <a:pt x="130" y="132"/>
                </a:lnTo>
                <a:lnTo>
                  <a:pt x="144" y="196"/>
                </a:lnTo>
                <a:lnTo>
                  <a:pt x="93" y="149"/>
                </a:lnTo>
                <a:lnTo>
                  <a:pt x="83" y="141"/>
                </a:lnTo>
                <a:lnTo>
                  <a:pt x="73" y="148"/>
                </a:lnTo>
                <a:lnTo>
                  <a:pt x="27" y="179"/>
                </a:lnTo>
                <a:lnTo>
                  <a:pt x="48" y="136"/>
                </a:lnTo>
                <a:lnTo>
                  <a:pt x="60" y="113"/>
                </a:lnTo>
                <a:lnTo>
                  <a:pt x="0" y="113"/>
                </a:lnTo>
                <a:lnTo>
                  <a:pt x="33" y="95"/>
                </a:lnTo>
                <a:lnTo>
                  <a:pt x="52" y="83"/>
                </a:lnTo>
                <a:lnTo>
                  <a:pt x="37" y="68"/>
                </a:lnTo>
                <a:lnTo>
                  <a:pt x="10" y="41"/>
                </a:lnTo>
                <a:lnTo>
                  <a:pt x="39" y="47"/>
                </a:lnTo>
                <a:lnTo>
                  <a:pt x="58" y="51"/>
                </a:lnTo>
                <a:lnTo>
                  <a:pt x="58" y="13"/>
                </a:lnTo>
                <a:lnTo>
                  <a:pt x="71" y="26"/>
                </a:lnTo>
                <a:lnTo>
                  <a:pt x="86" y="42"/>
                </a:lnTo>
                <a:lnTo>
                  <a:pt x="96" y="22"/>
                </a:lnTo>
                <a:lnTo>
                  <a:pt x="107" y="0"/>
                </a:lnTo>
                <a:lnTo>
                  <a:pt x="118" y="51"/>
                </a:lnTo>
                <a:close/>
              </a:path>
            </a:pathLst>
          </a:custGeom>
          <a:solidFill>
            <a:srgbClr val="f5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3" name=""/>
          <p:cNvSpPr txBox="1"/>
          <p:nvPr/>
        </p:nvSpPr>
        <p:spPr>
          <a:xfrm>
            <a:off x="4115520" y="2645640"/>
            <a:ext cx="6058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~3 s 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4" name=""/>
          <p:cNvSpPr txBox="1"/>
          <p:nvPr/>
        </p:nvSpPr>
        <p:spPr>
          <a:xfrm>
            <a:off x="5742000" y="2645640"/>
            <a:ext cx="9043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133 ms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5" name=""/>
          <p:cNvSpPr txBox="1"/>
          <p:nvPr/>
        </p:nvSpPr>
        <p:spPr>
          <a:xfrm>
            <a:off x="6935760" y="2645640"/>
            <a:ext cx="7826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79 ms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6" name=""/>
          <p:cNvSpPr txBox="1"/>
          <p:nvPr/>
        </p:nvSpPr>
        <p:spPr>
          <a:xfrm>
            <a:off x="880920" y="3179160"/>
            <a:ext cx="29786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CPU @ 50 Virtual Users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7" name=""/>
          <p:cNvSpPr txBox="1"/>
          <p:nvPr/>
        </p:nvSpPr>
        <p:spPr>
          <a:xfrm>
            <a:off x="4115520" y="3179160"/>
            <a:ext cx="8665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~100%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8" name=""/>
          <p:cNvSpPr txBox="1"/>
          <p:nvPr/>
        </p:nvSpPr>
        <p:spPr>
          <a:xfrm>
            <a:off x="5742000" y="3179160"/>
            <a:ext cx="5522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25%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9" name=""/>
          <p:cNvSpPr txBox="1"/>
          <p:nvPr/>
        </p:nvSpPr>
        <p:spPr>
          <a:xfrm>
            <a:off x="6935760" y="3179160"/>
            <a:ext cx="5522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18%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0" name=""/>
          <p:cNvSpPr txBox="1"/>
          <p:nvPr/>
        </p:nvSpPr>
        <p:spPr>
          <a:xfrm>
            <a:off x="880920" y="3722040"/>
            <a:ext cx="24832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FPM workers (peak)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1" name=""/>
          <p:cNvSpPr txBox="1"/>
          <p:nvPr/>
        </p:nvSpPr>
        <p:spPr>
          <a:xfrm>
            <a:off x="4115520" y="3722040"/>
            <a:ext cx="2764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—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2" name=""/>
          <p:cNvSpPr txBox="1"/>
          <p:nvPr/>
        </p:nvSpPr>
        <p:spPr>
          <a:xfrm>
            <a:off x="5742000" y="3722040"/>
            <a:ext cx="8434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14 / 20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3" name=""/>
          <p:cNvSpPr txBox="1"/>
          <p:nvPr/>
        </p:nvSpPr>
        <p:spPr>
          <a:xfrm>
            <a:off x="6935760" y="3722040"/>
            <a:ext cx="8434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11 / 20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4" name=""/>
          <p:cNvSpPr txBox="1"/>
          <p:nvPr/>
        </p:nvSpPr>
        <p:spPr>
          <a:xfrm>
            <a:off x="880920" y="4255200"/>
            <a:ext cx="21924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FPM queue depth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5" name=""/>
          <p:cNvSpPr txBox="1"/>
          <p:nvPr/>
        </p:nvSpPr>
        <p:spPr>
          <a:xfrm>
            <a:off x="4115520" y="4255200"/>
            <a:ext cx="6210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~250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6" name=""/>
          <p:cNvSpPr txBox="1"/>
          <p:nvPr/>
        </p:nvSpPr>
        <p:spPr>
          <a:xfrm>
            <a:off x="5742000" y="425520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0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7" name=""/>
          <p:cNvSpPr txBox="1"/>
          <p:nvPr/>
        </p:nvSpPr>
        <p:spPr>
          <a:xfrm>
            <a:off x="6935760" y="425520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0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8" name=""/>
          <p:cNvSpPr txBox="1"/>
          <p:nvPr/>
        </p:nvSpPr>
        <p:spPr>
          <a:xfrm>
            <a:off x="880920" y="4798440"/>
            <a:ext cx="21466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DB Threads peak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9" name=""/>
          <p:cNvSpPr txBox="1"/>
          <p:nvPr/>
        </p:nvSpPr>
        <p:spPr>
          <a:xfrm>
            <a:off x="4115520" y="4798440"/>
            <a:ext cx="4687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20+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0" name=""/>
          <p:cNvSpPr txBox="1"/>
          <p:nvPr/>
        </p:nvSpPr>
        <p:spPr>
          <a:xfrm>
            <a:off x="5742000" y="4798440"/>
            <a:ext cx="5371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12.5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1" name=""/>
          <p:cNvSpPr txBox="1"/>
          <p:nvPr/>
        </p:nvSpPr>
        <p:spPr>
          <a:xfrm>
            <a:off x="6935760" y="479844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3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2" name=""/>
          <p:cNvSpPr txBox="1"/>
          <p:nvPr/>
        </p:nvSpPr>
        <p:spPr>
          <a:xfrm>
            <a:off x="880920" y="5331600"/>
            <a:ext cx="27439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FastCGI cache offload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3" name=""/>
          <p:cNvSpPr txBox="1"/>
          <p:nvPr/>
        </p:nvSpPr>
        <p:spPr>
          <a:xfrm>
            <a:off x="4115520" y="5331600"/>
            <a:ext cx="3985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0%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4" name=""/>
          <p:cNvSpPr txBox="1"/>
          <p:nvPr/>
        </p:nvSpPr>
        <p:spPr>
          <a:xfrm>
            <a:off x="5742000" y="5331600"/>
            <a:ext cx="3985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0%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5" name=""/>
          <p:cNvSpPr txBox="1"/>
          <p:nvPr/>
        </p:nvSpPr>
        <p:spPr>
          <a:xfrm>
            <a:off x="6935760" y="5331600"/>
            <a:ext cx="7124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~70%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6" name=""/>
          <p:cNvSpPr txBox="1"/>
          <p:nvPr/>
        </p:nvSpPr>
        <p:spPr>
          <a:xfrm>
            <a:off x="880920" y="5874480"/>
            <a:ext cx="16862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Redis hit ratio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7" name=""/>
          <p:cNvSpPr txBox="1"/>
          <p:nvPr/>
        </p:nvSpPr>
        <p:spPr>
          <a:xfrm>
            <a:off x="4115520" y="5874480"/>
            <a:ext cx="2764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—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8" name=""/>
          <p:cNvSpPr txBox="1"/>
          <p:nvPr/>
        </p:nvSpPr>
        <p:spPr>
          <a:xfrm>
            <a:off x="5742000" y="5874480"/>
            <a:ext cx="7826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82.3%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9" name=""/>
          <p:cNvSpPr txBox="1"/>
          <p:nvPr/>
        </p:nvSpPr>
        <p:spPr>
          <a:xfrm>
            <a:off x="6935760" y="5874480"/>
            <a:ext cx="8740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~80%+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1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3" name=""/>
          <p:cNvSpPr/>
          <p:nvPr/>
        </p:nvSpPr>
        <p:spPr>
          <a:xfrm>
            <a:off x="780840" y="830160"/>
            <a:ext cx="362160" cy="254880"/>
          </a:xfrm>
          <a:custGeom>
            <a:avLst/>
            <a:gdLst/>
            <a:ahLst/>
            <a:rect l="0" t="0" r="r" b="b"/>
            <a:pathLst>
              <a:path w="1006" h="708">
                <a:moveTo>
                  <a:pt x="0" y="109"/>
                </a:moveTo>
                <a:cubicBezTo>
                  <a:pt x="0" y="109"/>
                  <a:pt x="0" y="0"/>
                  <a:pt x="112" y="0"/>
                </a:cubicBezTo>
                <a:lnTo>
                  <a:pt x="895" y="0"/>
                </a:lnTo>
                <a:cubicBezTo>
                  <a:pt x="895" y="0"/>
                  <a:pt x="1006" y="0"/>
                  <a:pt x="1006" y="109"/>
                </a:cubicBezTo>
                <a:lnTo>
                  <a:pt x="1006" y="599"/>
                </a:lnTo>
                <a:cubicBezTo>
                  <a:pt x="1006" y="599"/>
                  <a:pt x="1006" y="708"/>
                  <a:pt x="895" y="708"/>
                </a:cubicBezTo>
                <a:lnTo>
                  <a:pt x="112" y="708"/>
                </a:lnTo>
                <a:cubicBezTo>
                  <a:pt x="112" y="708"/>
                  <a:pt x="0" y="708"/>
                  <a:pt x="0" y="599"/>
                </a:cubicBezTo>
                <a:lnTo>
                  <a:pt x="0" y="109"/>
                </a:lnTo>
                <a:close/>
              </a:path>
            </a:pathLst>
          </a:custGeom>
          <a:solidFill>
            <a:srgbClr val="31373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74" name=""/>
          <p:cNvSpPr/>
          <p:nvPr/>
        </p:nvSpPr>
        <p:spPr>
          <a:xfrm>
            <a:off x="891360" y="859320"/>
            <a:ext cx="201600" cy="196200"/>
          </a:xfrm>
          <a:custGeom>
            <a:avLst/>
            <a:gdLst/>
            <a:ahLst/>
            <a:rect l="0" t="0" r="r" b="b"/>
            <a:pathLst>
              <a:path w="560" h="545">
                <a:moveTo>
                  <a:pt x="560" y="273"/>
                </a:moveTo>
                <a:cubicBezTo>
                  <a:pt x="560" y="291"/>
                  <a:pt x="558" y="309"/>
                  <a:pt x="554" y="326"/>
                </a:cubicBezTo>
                <a:cubicBezTo>
                  <a:pt x="551" y="344"/>
                  <a:pt x="546" y="361"/>
                  <a:pt x="539" y="377"/>
                </a:cubicBezTo>
                <a:cubicBezTo>
                  <a:pt x="532" y="394"/>
                  <a:pt x="523" y="410"/>
                  <a:pt x="513" y="424"/>
                </a:cubicBezTo>
                <a:cubicBezTo>
                  <a:pt x="503" y="439"/>
                  <a:pt x="491" y="453"/>
                  <a:pt x="478" y="466"/>
                </a:cubicBezTo>
                <a:cubicBezTo>
                  <a:pt x="465" y="478"/>
                  <a:pt x="451" y="489"/>
                  <a:pt x="436" y="499"/>
                </a:cubicBezTo>
                <a:cubicBezTo>
                  <a:pt x="420" y="509"/>
                  <a:pt x="404" y="518"/>
                  <a:pt x="387" y="525"/>
                </a:cubicBezTo>
                <a:cubicBezTo>
                  <a:pt x="371" y="531"/>
                  <a:pt x="353" y="537"/>
                  <a:pt x="335" y="540"/>
                </a:cubicBezTo>
                <a:cubicBezTo>
                  <a:pt x="317" y="543"/>
                  <a:pt x="299" y="545"/>
                  <a:pt x="281" y="545"/>
                </a:cubicBezTo>
                <a:cubicBezTo>
                  <a:pt x="262" y="545"/>
                  <a:pt x="244" y="543"/>
                  <a:pt x="226" y="540"/>
                </a:cubicBezTo>
                <a:cubicBezTo>
                  <a:pt x="208" y="537"/>
                  <a:pt x="191" y="531"/>
                  <a:pt x="174" y="525"/>
                </a:cubicBezTo>
                <a:cubicBezTo>
                  <a:pt x="157" y="518"/>
                  <a:pt x="141" y="509"/>
                  <a:pt x="125" y="499"/>
                </a:cubicBezTo>
                <a:cubicBezTo>
                  <a:pt x="110" y="489"/>
                  <a:pt x="96" y="478"/>
                  <a:pt x="83" y="466"/>
                </a:cubicBezTo>
                <a:cubicBezTo>
                  <a:pt x="70" y="453"/>
                  <a:pt x="59" y="439"/>
                  <a:pt x="48" y="424"/>
                </a:cubicBezTo>
                <a:cubicBezTo>
                  <a:pt x="38" y="410"/>
                  <a:pt x="29" y="394"/>
                  <a:pt x="22" y="377"/>
                </a:cubicBezTo>
                <a:cubicBezTo>
                  <a:pt x="15" y="361"/>
                  <a:pt x="9" y="344"/>
                  <a:pt x="6" y="326"/>
                </a:cubicBezTo>
                <a:cubicBezTo>
                  <a:pt x="2" y="309"/>
                  <a:pt x="0" y="291"/>
                  <a:pt x="0" y="273"/>
                </a:cubicBezTo>
                <a:cubicBezTo>
                  <a:pt x="0" y="255"/>
                  <a:pt x="2" y="238"/>
                  <a:pt x="6" y="220"/>
                </a:cubicBezTo>
                <a:cubicBezTo>
                  <a:pt x="9" y="203"/>
                  <a:pt x="15" y="186"/>
                  <a:pt x="22" y="169"/>
                </a:cubicBezTo>
                <a:cubicBezTo>
                  <a:pt x="29" y="153"/>
                  <a:pt x="38" y="137"/>
                  <a:pt x="48" y="122"/>
                </a:cubicBezTo>
                <a:cubicBezTo>
                  <a:pt x="59" y="107"/>
                  <a:pt x="70" y="94"/>
                  <a:pt x="83" y="81"/>
                </a:cubicBezTo>
                <a:cubicBezTo>
                  <a:pt x="96" y="68"/>
                  <a:pt x="110" y="56"/>
                  <a:pt x="125" y="46"/>
                </a:cubicBezTo>
                <a:cubicBezTo>
                  <a:pt x="141" y="36"/>
                  <a:pt x="157" y="28"/>
                  <a:pt x="174" y="21"/>
                </a:cubicBezTo>
                <a:cubicBezTo>
                  <a:pt x="191" y="14"/>
                  <a:pt x="208" y="9"/>
                  <a:pt x="226" y="6"/>
                </a:cubicBezTo>
                <a:cubicBezTo>
                  <a:pt x="244" y="2"/>
                  <a:pt x="262" y="0"/>
                  <a:pt x="281" y="0"/>
                </a:cubicBezTo>
                <a:cubicBezTo>
                  <a:pt x="299" y="0"/>
                  <a:pt x="317" y="2"/>
                  <a:pt x="335" y="6"/>
                </a:cubicBezTo>
                <a:cubicBezTo>
                  <a:pt x="353" y="9"/>
                  <a:pt x="371" y="14"/>
                  <a:pt x="387" y="21"/>
                </a:cubicBezTo>
                <a:cubicBezTo>
                  <a:pt x="404" y="28"/>
                  <a:pt x="420" y="36"/>
                  <a:pt x="436" y="46"/>
                </a:cubicBezTo>
                <a:cubicBezTo>
                  <a:pt x="451" y="56"/>
                  <a:pt x="465" y="68"/>
                  <a:pt x="478" y="81"/>
                </a:cubicBezTo>
                <a:cubicBezTo>
                  <a:pt x="491" y="94"/>
                  <a:pt x="503" y="107"/>
                  <a:pt x="513" y="122"/>
                </a:cubicBezTo>
                <a:cubicBezTo>
                  <a:pt x="523" y="137"/>
                  <a:pt x="532" y="153"/>
                  <a:pt x="539" y="169"/>
                </a:cubicBezTo>
                <a:cubicBezTo>
                  <a:pt x="546" y="186"/>
                  <a:pt x="551" y="203"/>
                  <a:pt x="554" y="220"/>
                </a:cubicBezTo>
                <a:cubicBezTo>
                  <a:pt x="558" y="238"/>
                  <a:pt x="560" y="255"/>
                  <a:pt x="560" y="273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5" name=""/>
          <p:cNvSpPr/>
          <p:nvPr/>
        </p:nvSpPr>
        <p:spPr>
          <a:xfrm>
            <a:off x="911520" y="879120"/>
            <a:ext cx="161280" cy="156960"/>
          </a:xfrm>
          <a:custGeom>
            <a:avLst/>
            <a:gdLst/>
            <a:ahLst/>
            <a:rect l="0" t="0" r="r" b="b"/>
            <a:pathLst>
              <a:path w="448" h="436">
                <a:moveTo>
                  <a:pt x="448" y="217"/>
                </a:moveTo>
                <a:cubicBezTo>
                  <a:pt x="448" y="232"/>
                  <a:pt x="447" y="246"/>
                  <a:pt x="444" y="260"/>
                </a:cubicBezTo>
                <a:cubicBezTo>
                  <a:pt x="441" y="274"/>
                  <a:pt x="437" y="287"/>
                  <a:pt x="431" y="301"/>
                </a:cubicBezTo>
                <a:cubicBezTo>
                  <a:pt x="425" y="314"/>
                  <a:pt x="418" y="326"/>
                  <a:pt x="410" y="338"/>
                </a:cubicBezTo>
                <a:cubicBezTo>
                  <a:pt x="402" y="350"/>
                  <a:pt x="393" y="361"/>
                  <a:pt x="383" y="371"/>
                </a:cubicBezTo>
                <a:cubicBezTo>
                  <a:pt x="372" y="381"/>
                  <a:pt x="360" y="391"/>
                  <a:pt x="348" y="399"/>
                </a:cubicBezTo>
                <a:cubicBezTo>
                  <a:pt x="336" y="407"/>
                  <a:pt x="323" y="414"/>
                  <a:pt x="309" y="419"/>
                </a:cubicBezTo>
                <a:cubicBezTo>
                  <a:pt x="296" y="425"/>
                  <a:pt x="282" y="429"/>
                  <a:pt x="267" y="432"/>
                </a:cubicBezTo>
                <a:cubicBezTo>
                  <a:pt x="253" y="434"/>
                  <a:pt x="238" y="436"/>
                  <a:pt x="224" y="436"/>
                </a:cubicBezTo>
                <a:cubicBezTo>
                  <a:pt x="209" y="436"/>
                  <a:pt x="194" y="434"/>
                  <a:pt x="180" y="432"/>
                </a:cubicBezTo>
                <a:cubicBezTo>
                  <a:pt x="166" y="429"/>
                  <a:pt x="152" y="425"/>
                  <a:pt x="138" y="419"/>
                </a:cubicBezTo>
                <a:cubicBezTo>
                  <a:pt x="125" y="414"/>
                  <a:pt x="112" y="407"/>
                  <a:pt x="99" y="399"/>
                </a:cubicBezTo>
                <a:cubicBezTo>
                  <a:pt x="87" y="391"/>
                  <a:pt x="76" y="381"/>
                  <a:pt x="66" y="371"/>
                </a:cubicBezTo>
                <a:cubicBezTo>
                  <a:pt x="55" y="361"/>
                  <a:pt x="46" y="350"/>
                  <a:pt x="38" y="338"/>
                </a:cubicBezTo>
                <a:cubicBezTo>
                  <a:pt x="30" y="326"/>
                  <a:pt x="23" y="314"/>
                  <a:pt x="17" y="301"/>
                </a:cubicBezTo>
                <a:cubicBezTo>
                  <a:pt x="12" y="287"/>
                  <a:pt x="7" y="274"/>
                  <a:pt x="4" y="260"/>
                </a:cubicBezTo>
                <a:cubicBezTo>
                  <a:pt x="2" y="246"/>
                  <a:pt x="0" y="232"/>
                  <a:pt x="0" y="217"/>
                </a:cubicBezTo>
                <a:cubicBezTo>
                  <a:pt x="0" y="203"/>
                  <a:pt x="2" y="189"/>
                  <a:pt x="4" y="175"/>
                </a:cubicBezTo>
                <a:cubicBezTo>
                  <a:pt x="7" y="161"/>
                  <a:pt x="12" y="147"/>
                  <a:pt x="17" y="134"/>
                </a:cubicBezTo>
                <a:cubicBezTo>
                  <a:pt x="23" y="121"/>
                  <a:pt x="30" y="108"/>
                  <a:pt x="38" y="96"/>
                </a:cubicBezTo>
                <a:cubicBezTo>
                  <a:pt x="46" y="85"/>
                  <a:pt x="55" y="74"/>
                  <a:pt x="66" y="63"/>
                </a:cubicBezTo>
                <a:cubicBezTo>
                  <a:pt x="76" y="53"/>
                  <a:pt x="87" y="44"/>
                  <a:pt x="99" y="36"/>
                </a:cubicBezTo>
                <a:cubicBezTo>
                  <a:pt x="112" y="28"/>
                  <a:pt x="125" y="22"/>
                  <a:pt x="138" y="16"/>
                </a:cubicBezTo>
                <a:cubicBezTo>
                  <a:pt x="152" y="11"/>
                  <a:pt x="166" y="7"/>
                  <a:pt x="180" y="4"/>
                </a:cubicBezTo>
                <a:cubicBezTo>
                  <a:pt x="194" y="1"/>
                  <a:pt x="209" y="0"/>
                  <a:pt x="224" y="0"/>
                </a:cubicBezTo>
                <a:cubicBezTo>
                  <a:pt x="238" y="0"/>
                  <a:pt x="253" y="1"/>
                  <a:pt x="267" y="4"/>
                </a:cubicBezTo>
                <a:cubicBezTo>
                  <a:pt x="282" y="7"/>
                  <a:pt x="296" y="11"/>
                  <a:pt x="309" y="16"/>
                </a:cubicBezTo>
                <a:cubicBezTo>
                  <a:pt x="323" y="22"/>
                  <a:pt x="336" y="28"/>
                  <a:pt x="348" y="36"/>
                </a:cubicBezTo>
                <a:cubicBezTo>
                  <a:pt x="360" y="44"/>
                  <a:pt x="372" y="53"/>
                  <a:pt x="383" y="63"/>
                </a:cubicBezTo>
                <a:cubicBezTo>
                  <a:pt x="393" y="74"/>
                  <a:pt x="402" y="85"/>
                  <a:pt x="410" y="96"/>
                </a:cubicBezTo>
                <a:cubicBezTo>
                  <a:pt x="418" y="108"/>
                  <a:pt x="425" y="121"/>
                  <a:pt x="431" y="134"/>
                </a:cubicBezTo>
                <a:cubicBezTo>
                  <a:pt x="437" y="147"/>
                  <a:pt x="441" y="161"/>
                  <a:pt x="444" y="175"/>
                </a:cubicBezTo>
                <a:cubicBezTo>
                  <a:pt x="447" y="189"/>
                  <a:pt x="448" y="203"/>
                  <a:pt x="448" y="217"/>
                </a:cubicBezTo>
                <a:close/>
              </a:path>
            </a:pathLst>
          </a:custGeom>
          <a:solidFill>
            <a:srgbClr val="31373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76" name=""/>
          <p:cNvSpPr/>
          <p:nvPr/>
        </p:nvSpPr>
        <p:spPr>
          <a:xfrm>
            <a:off x="941760" y="908280"/>
            <a:ext cx="100800" cy="98280"/>
          </a:xfrm>
          <a:custGeom>
            <a:avLst/>
            <a:gdLst/>
            <a:ahLst/>
            <a:rect l="0" t="0" r="r" b="b"/>
            <a:pathLst>
              <a:path w="280" h="273">
                <a:moveTo>
                  <a:pt x="280" y="137"/>
                </a:moveTo>
                <a:cubicBezTo>
                  <a:pt x="280" y="155"/>
                  <a:pt x="277" y="173"/>
                  <a:pt x="270" y="189"/>
                </a:cubicBezTo>
                <a:cubicBezTo>
                  <a:pt x="263" y="206"/>
                  <a:pt x="252" y="221"/>
                  <a:pt x="239" y="233"/>
                </a:cubicBezTo>
                <a:cubicBezTo>
                  <a:pt x="226" y="246"/>
                  <a:pt x="211" y="256"/>
                  <a:pt x="194" y="263"/>
                </a:cubicBezTo>
                <a:cubicBezTo>
                  <a:pt x="177" y="270"/>
                  <a:pt x="159" y="273"/>
                  <a:pt x="141" y="273"/>
                </a:cubicBezTo>
                <a:cubicBezTo>
                  <a:pt x="122" y="273"/>
                  <a:pt x="104" y="270"/>
                  <a:pt x="87" y="263"/>
                </a:cubicBezTo>
                <a:cubicBezTo>
                  <a:pt x="70" y="256"/>
                  <a:pt x="55" y="246"/>
                  <a:pt x="42" y="233"/>
                </a:cubicBezTo>
                <a:cubicBezTo>
                  <a:pt x="28" y="221"/>
                  <a:pt x="18" y="206"/>
                  <a:pt x="11" y="189"/>
                </a:cubicBezTo>
                <a:cubicBezTo>
                  <a:pt x="3" y="173"/>
                  <a:pt x="0" y="155"/>
                  <a:pt x="0" y="137"/>
                </a:cubicBezTo>
                <a:cubicBezTo>
                  <a:pt x="0" y="119"/>
                  <a:pt x="3" y="102"/>
                  <a:pt x="11" y="85"/>
                </a:cubicBezTo>
                <a:cubicBezTo>
                  <a:pt x="18" y="69"/>
                  <a:pt x="28" y="54"/>
                  <a:pt x="42" y="40"/>
                </a:cubicBezTo>
                <a:cubicBezTo>
                  <a:pt x="55" y="27"/>
                  <a:pt x="70" y="18"/>
                  <a:pt x="87" y="11"/>
                </a:cubicBezTo>
                <a:cubicBezTo>
                  <a:pt x="104" y="4"/>
                  <a:pt x="122" y="0"/>
                  <a:pt x="141" y="0"/>
                </a:cubicBezTo>
                <a:cubicBezTo>
                  <a:pt x="159" y="0"/>
                  <a:pt x="177" y="4"/>
                  <a:pt x="194" y="11"/>
                </a:cubicBezTo>
                <a:cubicBezTo>
                  <a:pt x="211" y="18"/>
                  <a:pt x="226" y="27"/>
                  <a:pt x="239" y="40"/>
                </a:cubicBezTo>
                <a:cubicBezTo>
                  <a:pt x="252" y="54"/>
                  <a:pt x="263" y="69"/>
                  <a:pt x="270" y="85"/>
                </a:cubicBezTo>
                <a:cubicBezTo>
                  <a:pt x="277" y="102"/>
                  <a:pt x="280" y="119"/>
                  <a:pt x="280" y="137"/>
                </a:cubicBezTo>
                <a:close/>
              </a:path>
            </a:pathLst>
          </a:custGeom>
          <a:solidFill>
            <a:srgbClr val="3b88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77" name=""/>
          <p:cNvSpPr/>
          <p:nvPr/>
        </p:nvSpPr>
        <p:spPr>
          <a:xfrm>
            <a:off x="1092600" y="849600"/>
            <a:ext cx="30600" cy="29880"/>
          </a:xfrm>
          <a:custGeom>
            <a:avLst/>
            <a:gdLst/>
            <a:ahLst/>
            <a:rect l="0" t="0" r="r" b="b"/>
            <a:pathLst>
              <a:path w="85" h="83">
                <a:moveTo>
                  <a:pt x="85" y="42"/>
                </a:moveTo>
                <a:cubicBezTo>
                  <a:pt x="85" y="47"/>
                  <a:pt x="84" y="53"/>
                  <a:pt x="81" y="58"/>
                </a:cubicBezTo>
                <a:cubicBezTo>
                  <a:pt x="79" y="63"/>
                  <a:pt x="75" y="67"/>
                  <a:pt x="71" y="71"/>
                </a:cubicBezTo>
                <a:cubicBezTo>
                  <a:pt x="67" y="75"/>
                  <a:pt x="63" y="78"/>
                  <a:pt x="58" y="80"/>
                </a:cubicBezTo>
                <a:cubicBezTo>
                  <a:pt x="53" y="82"/>
                  <a:pt x="47" y="83"/>
                  <a:pt x="42" y="83"/>
                </a:cubicBezTo>
                <a:cubicBezTo>
                  <a:pt x="36" y="83"/>
                  <a:pt x="31" y="82"/>
                  <a:pt x="26" y="80"/>
                </a:cubicBezTo>
                <a:cubicBezTo>
                  <a:pt x="21" y="78"/>
                  <a:pt x="16" y="75"/>
                  <a:pt x="12" y="71"/>
                </a:cubicBezTo>
                <a:cubicBezTo>
                  <a:pt x="8" y="67"/>
                  <a:pt x="5" y="63"/>
                  <a:pt x="3" y="58"/>
                </a:cubicBezTo>
                <a:cubicBezTo>
                  <a:pt x="1" y="53"/>
                  <a:pt x="0" y="47"/>
                  <a:pt x="0" y="42"/>
                </a:cubicBezTo>
                <a:cubicBezTo>
                  <a:pt x="0" y="37"/>
                  <a:pt x="1" y="31"/>
                  <a:pt x="3" y="25"/>
                </a:cubicBezTo>
                <a:cubicBezTo>
                  <a:pt x="5" y="20"/>
                  <a:pt x="8" y="16"/>
                  <a:pt x="12" y="12"/>
                </a:cubicBezTo>
                <a:cubicBezTo>
                  <a:pt x="16" y="8"/>
                  <a:pt x="21" y="5"/>
                  <a:pt x="26" y="3"/>
                </a:cubicBezTo>
                <a:cubicBezTo>
                  <a:pt x="31" y="1"/>
                  <a:pt x="36" y="0"/>
                  <a:pt x="42" y="0"/>
                </a:cubicBezTo>
                <a:cubicBezTo>
                  <a:pt x="47" y="0"/>
                  <a:pt x="53" y="1"/>
                  <a:pt x="58" y="3"/>
                </a:cubicBezTo>
                <a:cubicBezTo>
                  <a:pt x="63" y="5"/>
                  <a:pt x="67" y="8"/>
                  <a:pt x="71" y="12"/>
                </a:cubicBezTo>
                <a:cubicBezTo>
                  <a:pt x="75" y="16"/>
                  <a:pt x="79" y="20"/>
                  <a:pt x="81" y="25"/>
                </a:cubicBezTo>
                <a:cubicBezTo>
                  <a:pt x="84" y="31"/>
                  <a:pt x="85" y="37"/>
                  <a:pt x="85" y="4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8" name=""/>
          <p:cNvSpPr/>
          <p:nvPr/>
        </p:nvSpPr>
        <p:spPr>
          <a:xfrm>
            <a:off x="780840" y="771480"/>
            <a:ext cx="211680" cy="215640"/>
          </a:xfrm>
          <a:custGeom>
            <a:avLst/>
            <a:gdLst/>
            <a:ahLst/>
            <a:rect l="0" t="0" r="r" b="b"/>
            <a:pathLst>
              <a:path w="588" h="599">
                <a:moveTo>
                  <a:pt x="447" y="244"/>
                </a:moveTo>
                <a:lnTo>
                  <a:pt x="532" y="81"/>
                </a:lnTo>
                <a:lnTo>
                  <a:pt x="363" y="136"/>
                </a:lnTo>
                <a:lnTo>
                  <a:pt x="251" y="0"/>
                </a:lnTo>
                <a:lnTo>
                  <a:pt x="196" y="136"/>
                </a:lnTo>
                <a:lnTo>
                  <a:pt x="28" y="108"/>
                </a:lnTo>
                <a:lnTo>
                  <a:pt x="140" y="272"/>
                </a:lnTo>
                <a:lnTo>
                  <a:pt x="0" y="380"/>
                </a:lnTo>
                <a:lnTo>
                  <a:pt x="168" y="380"/>
                </a:lnTo>
                <a:lnTo>
                  <a:pt x="112" y="543"/>
                </a:lnTo>
                <a:lnTo>
                  <a:pt x="279" y="462"/>
                </a:lnTo>
                <a:lnTo>
                  <a:pt x="447" y="599"/>
                </a:lnTo>
                <a:lnTo>
                  <a:pt x="419" y="380"/>
                </a:lnTo>
                <a:lnTo>
                  <a:pt x="588" y="353"/>
                </a:lnTo>
                <a:lnTo>
                  <a:pt x="447" y="244"/>
                </a:ln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9" name=""/>
          <p:cNvSpPr/>
          <p:nvPr/>
        </p:nvSpPr>
        <p:spPr>
          <a:xfrm>
            <a:off x="831240" y="810360"/>
            <a:ext cx="110880" cy="127800"/>
          </a:xfrm>
          <a:custGeom>
            <a:avLst/>
            <a:gdLst/>
            <a:ahLst/>
            <a:rect l="0" t="0" r="r" b="b"/>
            <a:pathLst>
              <a:path w="308" h="355">
                <a:moveTo>
                  <a:pt x="139" y="273"/>
                </a:moveTo>
                <a:lnTo>
                  <a:pt x="56" y="328"/>
                </a:lnTo>
                <a:lnTo>
                  <a:pt x="84" y="246"/>
                </a:lnTo>
                <a:lnTo>
                  <a:pt x="0" y="219"/>
                </a:lnTo>
                <a:lnTo>
                  <a:pt x="84" y="165"/>
                </a:lnTo>
                <a:lnTo>
                  <a:pt x="0" y="83"/>
                </a:lnTo>
                <a:lnTo>
                  <a:pt x="111" y="83"/>
                </a:lnTo>
                <a:lnTo>
                  <a:pt x="139" y="0"/>
                </a:lnTo>
                <a:lnTo>
                  <a:pt x="195" y="83"/>
                </a:lnTo>
                <a:lnTo>
                  <a:pt x="279" y="56"/>
                </a:lnTo>
                <a:lnTo>
                  <a:pt x="223" y="137"/>
                </a:lnTo>
                <a:lnTo>
                  <a:pt x="308" y="219"/>
                </a:lnTo>
                <a:lnTo>
                  <a:pt x="223" y="246"/>
                </a:lnTo>
                <a:lnTo>
                  <a:pt x="251" y="355"/>
                </a:lnTo>
                <a:lnTo>
                  <a:pt x="139" y="27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280" name="" descr=""/>
          <p:cNvPicPr/>
          <p:nvPr/>
        </p:nvPicPr>
        <p:blipFill>
          <a:blip r:embed="rId1"/>
          <a:stretch/>
        </p:blipFill>
        <p:spPr>
          <a:xfrm>
            <a:off x="752400" y="1457280"/>
            <a:ext cx="10096200" cy="5676480"/>
          </a:xfrm>
          <a:prstGeom prst="rect">
            <a:avLst/>
          </a:prstGeom>
          <a:ln w="0">
            <a:noFill/>
          </a:ln>
        </p:spPr>
      </p:pic>
      <p:sp>
        <p:nvSpPr>
          <p:cNvPr id="1281" name=""/>
          <p:cNvSpPr txBox="1"/>
          <p:nvPr/>
        </p:nvSpPr>
        <p:spPr>
          <a:xfrm>
            <a:off x="1160280" y="770400"/>
            <a:ext cx="915228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  <a:ea typeface="Arial"/>
              </a:rPr>
              <a:t> </a:t>
            </a:r>
            <a:r>
              <a:rPr b="1" lang="en-US" sz="2830" spc="-1" strike="noStrike">
                <a:solidFill>
                  <a:srgbClr val="1f2328"/>
                </a:solidFill>
                <a:latin typeface="Arial"/>
                <a:ea typeface="Arial"/>
              </a:rPr>
              <a:t>Level 2 — Nginx Cache: 9.94K requests, FPM Offload</a:t>
            </a:r>
            <a:endParaRPr b="0" lang="en-US" sz="283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3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5" name=""/>
          <p:cNvSpPr/>
          <p:nvPr/>
        </p:nvSpPr>
        <p:spPr>
          <a:xfrm>
            <a:off x="757080" y="2023920"/>
            <a:ext cx="10687320" cy="1838520"/>
          </a:xfrm>
          <a:custGeom>
            <a:avLst/>
            <a:gdLst/>
            <a:ahLst/>
            <a:rect l="0" t="0" r="r" b="b"/>
            <a:pathLst>
              <a:path w="29687" h="5107">
                <a:moveTo>
                  <a:pt x="0" y="4962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4962"/>
                </a:lnTo>
                <a:cubicBezTo>
                  <a:pt x="29687" y="4971"/>
                  <a:pt x="29686" y="4981"/>
                  <a:pt x="29684" y="4990"/>
                </a:cubicBezTo>
                <a:cubicBezTo>
                  <a:pt x="29683" y="5000"/>
                  <a:pt x="29680" y="5009"/>
                  <a:pt x="29676" y="5018"/>
                </a:cubicBezTo>
                <a:cubicBezTo>
                  <a:pt x="29672" y="5026"/>
                  <a:pt x="29668" y="5035"/>
                  <a:pt x="29663" y="5043"/>
                </a:cubicBezTo>
                <a:cubicBezTo>
                  <a:pt x="29657" y="5051"/>
                  <a:pt x="29651" y="5058"/>
                  <a:pt x="29645" y="5065"/>
                </a:cubicBezTo>
                <a:cubicBezTo>
                  <a:pt x="29638" y="5071"/>
                  <a:pt x="29630" y="5078"/>
                  <a:pt x="29623" y="5083"/>
                </a:cubicBezTo>
                <a:cubicBezTo>
                  <a:pt x="29615" y="5088"/>
                  <a:pt x="29606" y="5093"/>
                  <a:pt x="29597" y="5096"/>
                </a:cubicBezTo>
                <a:cubicBezTo>
                  <a:pt x="29589" y="5100"/>
                  <a:pt x="29579" y="5103"/>
                  <a:pt x="29570" y="5105"/>
                </a:cubicBezTo>
                <a:cubicBezTo>
                  <a:pt x="29561" y="5106"/>
                  <a:pt x="29551" y="5107"/>
                  <a:pt x="29542" y="5107"/>
                </a:cubicBezTo>
                <a:lnTo>
                  <a:pt x="145" y="5107"/>
                </a:lnTo>
                <a:cubicBezTo>
                  <a:pt x="136" y="5107"/>
                  <a:pt x="126" y="5106"/>
                  <a:pt x="117" y="5105"/>
                </a:cubicBezTo>
                <a:cubicBezTo>
                  <a:pt x="108" y="5103"/>
                  <a:pt x="99" y="5100"/>
                  <a:pt x="90" y="5096"/>
                </a:cubicBezTo>
                <a:cubicBezTo>
                  <a:pt x="81" y="5093"/>
                  <a:pt x="73" y="5088"/>
                  <a:pt x="65" y="5083"/>
                </a:cubicBezTo>
                <a:cubicBezTo>
                  <a:pt x="57" y="5078"/>
                  <a:pt x="49" y="5071"/>
                  <a:pt x="43" y="5065"/>
                </a:cubicBezTo>
                <a:cubicBezTo>
                  <a:pt x="36" y="5058"/>
                  <a:pt x="30" y="5051"/>
                  <a:pt x="24" y="5043"/>
                </a:cubicBezTo>
                <a:cubicBezTo>
                  <a:pt x="19" y="5035"/>
                  <a:pt x="15" y="5026"/>
                  <a:pt x="11" y="5018"/>
                </a:cubicBezTo>
                <a:cubicBezTo>
                  <a:pt x="7" y="5009"/>
                  <a:pt x="5" y="5000"/>
                  <a:pt x="3" y="4990"/>
                </a:cubicBezTo>
                <a:cubicBezTo>
                  <a:pt x="1" y="4981"/>
                  <a:pt x="0" y="4971"/>
                  <a:pt x="0" y="4962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6" name=""/>
          <p:cNvSpPr/>
          <p:nvPr/>
        </p:nvSpPr>
        <p:spPr>
          <a:xfrm>
            <a:off x="757080" y="2023920"/>
            <a:ext cx="10687320" cy="1838520"/>
          </a:xfrm>
          <a:custGeom>
            <a:avLst/>
            <a:gdLst/>
            <a:ahLst/>
            <a:rect l="0" t="0" r="r" b="b"/>
            <a:pathLst>
              <a:path w="29687" h="5107">
                <a:moveTo>
                  <a:pt x="0" y="4962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4962"/>
                </a:lnTo>
                <a:cubicBezTo>
                  <a:pt x="29687" y="4971"/>
                  <a:pt x="29686" y="4981"/>
                  <a:pt x="29684" y="4990"/>
                </a:cubicBezTo>
                <a:cubicBezTo>
                  <a:pt x="29683" y="5000"/>
                  <a:pt x="29680" y="5009"/>
                  <a:pt x="29676" y="5018"/>
                </a:cubicBezTo>
                <a:cubicBezTo>
                  <a:pt x="29672" y="5026"/>
                  <a:pt x="29668" y="5035"/>
                  <a:pt x="29663" y="5043"/>
                </a:cubicBezTo>
                <a:cubicBezTo>
                  <a:pt x="29657" y="5051"/>
                  <a:pt x="29651" y="5058"/>
                  <a:pt x="29645" y="5065"/>
                </a:cubicBezTo>
                <a:cubicBezTo>
                  <a:pt x="29638" y="5071"/>
                  <a:pt x="29630" y="5078"/>
                  <a:pt x="29623" y="5083"/>
                </a:cubicBezTo>
                <a:cubicBezTo>
                  <a:pt x="29615" y="5088"/>
                  <a:pt x="29606" y="5093"/>
                  <a:pt x="29597" y="5096"/>
                </a:cubicBezTo>
                <a:cubicBezTo>
                  <a:pt x="29589" y="5100"/>
                  <a:pt x="29579" y="5103"/>
                  <a:pt x="29570" y="5105"/>
                </a:cubicBezTo>
                <a:cubicBezTo>
                  <a:pt x="29561" y="5106"/>
                  <a:pt x="29551" y="5107"/>
                  <a:pt x="29542" y="5107"/>
                </a:cubicBezTo>
                <a:lnTo>
                  <a:pt x="145" y="5107"/>
                </a:lnTo>
                <a:cubicBezTo>
                  <a:pt x="136" y="5107"/>
                  <a:pt x="126" y="5106"/>
                  <a:pt x="117" y="5105"/>
                </a:cubicBezTo>
                <a:cubicBezTo>
                  <a:pt x="108" y="5103"/>
                  <a:pt x="99" y="5100"/>
                  <a:pt x="90" y="5096"/>
                </a:cubicBezTo>
                <a:cubicBezTo>
                  <a:pt x="81" y="5093"/>
                  <a:pt x="73" y="5088"/>
                  <a:pt x="65" y="5083"/>
                </a:cubicBezTo>
                <a:cubicBezTo>
                  <a:pt x="57" y="5078"/>
                  <a:pt x="49" y="5071"/>
                  <a:pt x="43" y="5065"/>
                </a:cubicBezTo>
                <a:cubicBezTo>
                  <a:pt x="36" y="5058"/>
                  <a:pt x="30" y="5051"/>
                  <a:pt x="24" y="5043"/>
                </a:cubicBezTo>
                <a:cubicBezTo>
                  <a:pt x="19" y="5035"/>
                  <a:pt x="15" y="5026"/>
                  <a:pt x="11" y="5018"/>
                </a:cubicBezTo>
                <a:cubicBezTo>
                  <a:pt x="7" y="5009"/>
                  <a:pt x="5" y="5000"/>
                  <a:pt x="3" y="4990"/>
                </a:cubicBezTo>
                <a:cubicBezTo>
                  <a:pt x="1" y="4981"/>
                  <a:pt x="0" y="4971"/>
                  <a:pt x="0" y="496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7" name=""/>
          <p:cNvSpPr/>
          <p:nvPr/>
        </p:nvSpPr>
        <p:spPr>
          <a:xfrm>
            <a:off x="752400" y="6457680"/>
            <a:ext cx="66960" cy="1248120"/>
          </a:xfrm>
          <a:custGeom>
            <a:avLst/>
            <a:gdLst/>
            <a:ahLst/>
            <a:rect l="0" t="0" r="r" b="b"/>
            <a:pathLst>
              <a:path w="186" h="3467">
                <a:moveTo>
                  <a:pt x="0" y="0"/>
                </a:moveTo>
                <a:lnTo>
                  <a:pt x="186" y="0"/>
                </a:lnTo>
                <a:lnTo>
                  <a:pt x="186" y="3467"/>
                </a:lnTo>
                <a:lnTo>
                  <a:pt x="0" y="346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8" name=""/>
          <p:cNvSpPr txBox="1"/>
          <p:nvPr/>
        </p:nvSpPr>
        <p:spPr>
          <a:xfrm>
            <a:off x="747720" y="770400"/>
            <a:ext cx="727488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  <a:ea typeface="Arial"/>
              </a:rPr>
              <a:t>Level 2 — the FPM offload panel explained</a:t>
            </a:r>
            <a:endParaRPr b="0" lang="en-US" sz="28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9" name=""/>
          <p:cNvSpPr txBox="1"/>
          <p:nvPr/>
        </p:nvSpPr>
        <p:spPr>
          <a:xfrm>
            <a:off x="747720" y="1502640"/>
            <a:ext cx="88110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Bottom-right panel: PHP-FPM Offload — Requests NOT hitting PHP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0" name=""/>
          <p:cNvSpPr txBox="1"/>
          <p:nvPr/>
        </p:nvSpPr>
        <p:spPr>
          <a:xfrm>
            <a:off x="914400" y="2185200"/>
            <a:ext cx="92847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720" spc="-1" strike="noStrike">
                <a:solidFill>
                  <a:srgbClr val="1f2328"/>
                </a:solidFill>
                <a:latin typeface="Courier New"/>
                <a:ea typeface="Courier New"/>
              </a:rPr>
              <a:t>Total requests/s (Nginx)    ████████████████████████  ~70  ← everything</a:t>
            </a:r>
            <a:endParaRPr b="0" lang="en-US" sz="17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1" name=""/>
          <p:cNvSpPr txBox="1"/>
          <p:nvPr/>
        </p:nvSpPr>
        <p:spPr>
          <a:xfrm>
            <a:off x="914400" y="2433960"/>
            <a:ext cx="102009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720" spc="-1" strike="noStrike">
                <a:solidFill>
                  <a:srgbClr val="1f2328"/>
                </a:solidFill>
                <a:latin typeface="Courier New"/>
                <a:ea typeface="Courier New"/>
              </a:rPr>
              <a:t>Requests/s hitting PHP-FPM  ████████                  ~20  ← only cache misses</a:t>
            </a:r>
            <a:endParaRPr b="0" lang="en-US" sz="17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2" name=""/>
          <p:cNvSpPr txBox="1"/>
          <p:nvPr/>
        </p:nvSpPr>
        <p:spPr>
          <a:xfrm>
            <a:off x="914400" y="2939400"/>
            <a:ext cx="92847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720" spc="-1" strike="noStrike">
                <a:solidFill>
                  <a:srgbClr val="1f2328"/>
                </a:solidFill>
                <a:latin typeface="Courier New"/>
                <a:ea typeface="Courier New"/>
              </a:rPr>
              <a:t>Gap                  ████████████████          ~50  ← served from cache</a:t>
            </a:r>
            <a:endParaRPr b="0" lang="en-US" sz="17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3" name=""/>
          <p:cNvSpPr txBox="1"/>
          <p:nvPr/>
        </p:nvSpPr>
        <p:spPr>
          <a:xfrm>
            <a:off x="914400" y="3188160"/>
            <a:ext cx="95454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72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                                                    </a:t>
            </a:r>
            <a:r>
              <a:rPr b="0" lang="en-US" sz="1720" spc="-1" strike="noStrike">
                <a:solidFill>
                  <a:srgbClr val="1f2328"/>
                </a:solidFill>
                <a:latin typeface="Courier New"/>
                <a:ea typeface="Courier New"/>
              </a:rPr>
              <a:t>PHP never ran</a:t>
            </a:r>
            <a:endParaRPr b="0" lang="en-US" sz="17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4" name=""/>
          <p:cNvSpPr txBox="1"/>
          <p:nvPr/>
        </p:nvSpPr>
        <p:spPr>
          <a:xfrm>
            <a:off x="914400" y="3445200"/>
            <a:ext cx="103302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72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                                                    </a:t>
            </a:r>
            <a:r>
              <a:rPr b="0" lang="en-US" sz="1720" spc="-1" strike="noStrike">
                <a:solidFill>
                  <a:srgbClr val="1f2328"/>
                </a:solidFill>
                <a:latin typeface="Courier New"/>
                <a:ea typeface="Courier New"/>
              </a:rPr>
              <a:t>MySQL never queried</a:t>
            </a:r>
            <a:endParaRPr b="0" lang="en-US" sz="17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5" name=""/>
          <p:cNvSpPr/>
          <p:nvPr/>
        </p:nvSpPr>
        <p:spPr>
          <a:xfrm>
            <a:off x="3924000" y="4476600"/>
            <a:ext cx="3010320" cy="362160"/>
          </a:xfrm>
          <a:custGeom>
            <a:avLst/>
            <a:gdLst/>
            <a:ahLst/>
            <a:rect l="0" t="0" r="r" b="b"/>
            <a:pathLst>
              <a:path w="8362" h="1006">
                <a:moveTo>
                  <a:pt x="0" y="848"/>
                </a:moveTo>
                <a:lnTo>
                  <a:pt x="0" y="160"/>
                </a:lnTo>
                <a:cubicBezTo>
                  <a:pt x="0" y="149"/>
                  <a:pt x="1" y="139"/>
                  <a:pt x="3" y="129"/>
                </a:cubicBezTo>
                <a:cubicBezTo>
                  <a:pt x="5" y="117"/>
                  <a:pt x="8" y="108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8203" y="0"/>
                </a:lnTo>
                <a:cubicBezTo>
                  <a:pt x="8214" y="0"/>
                  <a:pt x="8224" y="1"/>
                  <a:pt x="8234" y="3"/>
                </a:cubicBezTo>
                <a:cubicBezTo>
                  <a:pt x="8245" y="5"/>
                  <a:pt x="8255" y="8"/>
                  <a:pt x="8264" y="12"/>
                </a:cubicBezTo>
                <a:cubicBezTo>
                  <a:pt x="8274" y="16"/>
                  <a:pt x="8283" y="21"/>
                  <a:pt x="8292" y="27"/>
                </a:cubicBezTo>
                <a:cubicBezTo>
                  <a:pt x="8300" y="32"/>
                  <a:pt x="8308" y="39"/>
                  <a:pt x="8316" y="46"/>
                </a:cubicBezTo>
                <a:cubicBezTo>
                  <a:pt x="8323" y="54"/>
                  <a:pt x="8330" y="62"/>
                  <a:pt x="8335" y="70"/>
                </a:cubicBezTo>
                <a:cubicBezTo>
                  <a:pt x="8341" y="79"/>
                  <a:pt x="8346" y="88"/>
                  <a:pt x="8350" y="98"/>
                </a:cubicBezTo>
                <a:cubicBezTo>
                  <a:pt x="8354" y="108"/>
                  <a:pt x="8357" y="117"/>
                  <a:pt x="8359" y="129"/>
                </a:cubicBezTo>
                <a:cubicBezTo>
                  <a:pt x="8361" y="139"/>
                  <a:pt x="8362" y="149"/>
                  <a:pt x="8362" y="160"/>
                </a:cubicBezTo>
                <a:lnTo>
                  <a:pt x="8362" y="848"/>
                </a:lnTo>
                <a:cubicBezTo>
                  <a:pt x="8362" y="858"/>
                  <a:pt x="8361" y="868"/>
                  <a:pt x="8359" y="879"/>
                </a:cubicBezTo>
                <a:cubicBezTo>
                  <a:pt x="8357" y="889"/>
                  <a:pt x="8354" y="899"/>
                  <a:pt x="8350" y="908"/>
                </a:cubicBezTo>
                <a:cubicBezTo>
                  <a:pt x="8346" y="918"/>
                  <a:pt x="8341" y="927"/>
                  <a:pt x="8335" y="936"/>
                </a:cubicBezTo>
                <a:cubicBezTo>
                  <a:pt x="8330" y="944"/>
                  <a:pt x="8323" y="952"/>
                  <a:pt x="8316" y="960"/>
                </a:cubicBezTo>
                <a:cubicBezTo>
                  <a:pt x="8308" y="967"/>
                  <a:pt x="8300" y="974"/>
                  <a:pt x="8292" y="980"/>
                </a:cubicBezTo>
                <a:cubicBezTo>
                  <a:pt x="8283" y="985"/>
                  <a:pt x="8274" y="990"/>
                  <a:pt x="8264" y="994"/>
                </a:cubicBezTo>
                <a:cubicBezTo>
                  <a:pt x="8255" y="998"/>
                  <a:pt x="8245" y="1001"/>
                  <a:pt x="8234" y="1003"/>
                </a:cubicBezTo>
                <a:cubicBezTo>
                  <a:pt x="8224" y="1005"/>
                  <a:pt x="8214" y="1006"/>
                  <a:pt x="8203" y="1006"/>
                </a:cubicBezTo>
                <a:lnTo>
                  <a:pt x="159" y="1006"/>
                </a:lnTo>
                <a:cubicBezTo>
                  <a:pt x="149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9" y="990"/>
                  <a:pt x="80" y="985"/>
                  <a:pt x="71" y="980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39" y="952"/>
                  <a:pt x="33" y="944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8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96" name=""/>
          <p:cNvSpPr txBox="1"/>
          <p:nvPr/>
        </p:nvSpPr>
        <p:spPr>
          <a:xfrm>
            <a:off x="747720" y="4474440"/>
            <a:ext cx="31723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In 5 minutes of the test: 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7" name=""/>
          <p:cNvSpPr/>
          <p:nvPr/>
        </p:nvSpPr>
        <p:spPr>
          <a:xfrm>
            <a:off x="1076040" y="51717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3" y="181"/>
                  <a:pt x="215" y="193"/>
                  <a:pt x="204" y="205"/>
                </a:cubicBezTo>
                <a:cubicBezTo>
                  <a:pt x="192" y="216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3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89"/>
                  <a:pt x="9" y="75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4"/>
                  <a:pt x="204" y="36"/>
                </a:cubicBezTo>
                <a:cubicBezTo>
                  <a:pt x="215" y="47"/>
                  <a:pt x="223" y="60"/>
                  <a:pt x="230" y="75"/>
                </a:cubicBezTo>
                <a:cubicBezTo>
                  <a:pt x="236" y="89"/>
                  <a:pt x="239" y="105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98" name=""/>
          <p:cNvSpPr txBox="1"/>
          <p:nvPr/>
        </p:nvSpPr>
        <p:spPr>
          <a:xfrm>
            <a:off x="4018680" y="4528080"/>
            <a:ext cx="28170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9,940 total requests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9" name=""/>
          <p:cNvSpPr/>
          <p:nvPr/>
        </p:nvSpPr>
        <p:spPr>
          <a:xfrm>
            <a:off x="1076040" y="56480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1"/>
                  <a:pt x="230" y="166"/>
                </a:cubicBezTo>
                <a:cubicBezTo>
                  <a:pt x="223" y="181"/>
                  <a:pt x="215" y="193"/>
                  <a:pt x="204" y="205"/>
                </a:cubicBezTo>
                <a:cubicBezTo>
                  <a:pt x="192" y="216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3"/>
                  <a:pt x="15" y="181"/>
                  <a:pt x="9" y="166"/>
                </a:cubicBezTo>
                <a:cubicBezTo>
                  <a:pt x="3" y="151"/>
                  <a:pt x="0" y="135"/>
                  <a:pt x="0" y="119"/>
                </a:cubicBez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4"/>
                  <a:pt x="204" y="35"/>
                </a:cubicBezTo>
                <a:cubicBezTo>
                  <a:pt x="215" y="46"/>
                  <a:pt x="223" y="59"/>
                  <a:pt x="230" y="74"/>
                </a:cubicBezTo>
                <a:cubicBezTo>
                  <a:pt x="236" y="88"/>
                  <a:pt x="239" y="104"/>
                  <a:pt x="239" y="11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00" name=""/>
          <p:cNvSpPr txBox="1"/>
          <p:nvPr/>
        </p:nvSpPr>
        <p:spPr>
          <a:xfrm>
            <a:off x="1300320" y="5045760"/>
            <a:ext cx="63010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~7,000 served from nginx cache (disk read, &lt;10ms)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1" name=""/>
          <p:cNvSpPr txBox="1"/>
          <p:nvPr/>
        </p:nvSpPr>
        <p:spPr>
          <a:xfrm>
            <a:off x="1300320" y="5522040"/>
            <a:ext cx="87012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~2,940 required PHP execution (cold cache, logged in, dynamic pages)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2" name=""/>
          <p:cNvSpPr txBox="1"/>
          <p:nvPr/>
        </p:nvSpPr>
        <p:spPr>
          <a:xfrm>
            <a:off x="1090440" y="6503400"/>
            <a:ext cx="31111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59636e"/>
                </a:solidFill>
                <a:latin typeface="Arial"/>
                <a:ea typeface="Arial"/>
              </a:rPr>
              <a:t>This is the money slide.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4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6" name=""/>
          <p:cNvSpPr/>
          <p:nvPr/>
        </p:nvSpPr>
        <p:spPr>
          <a:xfrm>
            <a:off x="780840" y="830160"/>
            <a:ext cx="362160" cy="254880"/>
          </a:xfrm>
          <a:custGeom>
            <a:avLst/>
            <a:gdLst/>
            <a:ahLst/>
            <a:rect l="0" t="0" r="r" b="b"/>
            <a:pathLst>
              <a:path w="1006" h="708">
                <a:moveTo>
                  <a:pt x="0" y="109"/>
                </a:moveTo>
                <a:cubicBezTo>
                  <a:pt x="0" y="109"/>
                  <a:pt x="0" y="0"/>
                  <a:pt x="112" y="0"/>
                </a:cubicBezTo>
                <a:lnTo>
                  <a:pt x="895" y="0"/>
                </a:lnTo>
                <a:cubicBezTo>
                  <a:pt x="895" y="0"/>
                  <a:pt x="1006" y="0"/>
                  <a:pt x="1006" y="109"/>
                </a:cubicBezTo>
                <a:lnTo>
                  <a:pt x="1006" y="599"/>
                </a:lnTo>
                <a:cubicBezTo>
                  <a:pt x="1006" y="599"/>
                  <a:pt x="1006" y="708"/>
                  <a:pt x="895" y="708"/>
                </a:cubicBezTo>
                <a:lnTo>
                  <a:pt x="112" y="708"/>
                </a:lnTo>
                <a:cubicBezTo>
                  <a:pt x="112" y="708"/>
                  <a:pt x="0" y="708"/>
                  <a:pt x="0" y="599"/>
                </a:cubicBezTo>
                <a:lnTo>
                  <a:pt x="0" y="109"/>
                </a:lnTo>
                <a:close/>
              </a:path>
            </a:pathLst>
          </a:custGeom>
          <a:solidFill>
            <a:srgbClr val="31373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07" name=""/>
          <p:cNvSpPr/>
          <p:nvPr/>
        </p:nvSpPr>
        <p:spPr>
          <a:xfrm>
            <a:off x="891360" y="859320"/>
            <a:ext cx="201600" cy="196200"/>
          </a:xfrm>
          <a:custGeom>
            <a:avLst/>
            <a:gdLst/>
            <a:ahLst/>
            <a:rect l="0" t="0" r="r" b="b"/>
            <a:pathLst>
              <a:path w="560" h="545">
                <a:moveTo>
                  <a:pt x="560" y="273"/>
                </a:moveTo>
                <a:cubicBezTo>
                  <a:pt x="560" y="291"/>
                  <a:pt x="558" y="309"/>
                  <a:pt x="554" y="326"/>
                </a:cubicBezTo>
                <a:cubicBezTo>
                  <a:pt x="551" y="344"/>
                  <a:pt x="546" y="361"/>
                  <a:pt x="539" y="377"/>
                </a:cubicBezTo>
                <a:cubicBezTo>
                  <a:pt x="532" y="394"/>
                  <a:pt x="523" y="410"/>
                  <a:pt x="513" y="424"/>
                </a:cubicBezTo>
                <a:cubicBezTo>
                  <a:pt x="503" y="439"/>
                  <a:pt x="491" y="453"/>
                  <a:pt x="478" y="466"/>
                </a:cubicBezTo>
                <a:cubicBezTo>
                  <a:pt x="465" y="478"/>
                  <a:pt x="451" y="489"/>
                  <a:pt x="436" y="499"/>
                </a:cubicBezTo>
                <a:cubicBezTo>
                  <a:pt x="420" y="509"/>
                  <a:pt x="404" y="518"/>
                  <a:pt x="387" y="525"/>
                </a:cubicBezTo>
                <a:cubicBezTo>
                  <a:pt x="371" y="531"/>
                  <a:pt x="353" y="537"/>
                  <a:pt x="335" y="540"/>
                </a:cubicBezTo>
                <a:cubicBezTo>
                  <a:pt x="317" y="543"/>
                  <a:pt x="299" y="545"/>
                  <a:pt x="281" y="545"/>
                </a:cubicBezTo>
                <a:cubicBezTo>
                  <a:pt x="262" y="545"/>
                  <a:pt x="244" y="543"/>
                  <a:pt x="226" y="540"/>
                </a:cubicBezTo>
                <a:cubicBezTo>
                  <a:pt x="208" y="537"/>
                  <a:pt x="191" y="531"/>
                  <a:pt x="174" y="525"/>
                </a:cubicBezTo>
                <a:cubicBezTo>
                  <a:pt x="157" y="518"/>
                  <a:pt x="141" y="509"/>
                  <a:pt x="125" y="499"/>
                </a:cubicBezTo>
                <a:cubicBezTo>
                  <a:pt x="110" y="489"/>
                  <a:pt x="96" y="478"/>
                  <a:pt x="83" y="466"/>
                </a:cubicBezTo>
                <a:cubicBezTo>
                  <a:pt x="70" y="453"/>
                  <a:pt x="59" y="439"/>
                  <a:pt x="48" y="424"/>
                </a:cubicBezTo>
                <a:cubicBezTo>
                  <a:pt x="38" y="410"/>
                  <a:pt x="29" y="394"/>
                  <a:pt x="22" y="377"/>
                </a:cubicBezTo>
                <a:cubicBezTo>
                  <a:pt x="15" y="361"/>
                  <a:pt x="9" y="344"/>
                  <a:pt x="6" y="326"/>
                </a:cubicBezTo>
                <a:cubicBezTo>
                  <a:pt x="2" y="309"/>
                  <a:pt x="0" y="291"/>
                  <a:pt x="0" y="273"/>
                </a:cubicBezTo>
                <a:cubicBezTo>
                  <a:pt x="0" y="255"/>
                  <a:pt x="2" y="238"/>
                  <a:pt x="6" y="220"/>
                </a:cubicBezTo>
                <a:cubicBezTo>
                  <a:pt x="9" y="203"/>
                  <a:pt x="15" y="186"/>
                  <a:pt x="22" y="169"/>
                </a:cubicBezTo>
                <a:cubicBezTo>
                  <a:pt x="29" y="153"/>
                  <a:pt x="38" y="137"/>
                  <a:pt x="48" y="122"/>
                </a:cubicBezTo>
                <a:cubicBezTo>
                  <a:pt x="59" y="107"/>
                  <a:pt x="70" y="94"/>
                  <a:pt x="83" y="81"/>
                </a:cubicBezTo>
                <a:cubicBezTo>
                  <a:pt x="96" y="68"/>
                  <a:pt x="110" y="56"/>
                  <a:pt x="125" y="46"/>
                </a:cubicBezTo>
                <a:cubicBezTo>
                  <a:pt x="141" y="36"/>
                  <a:pt x="157" y="28"/>
                  <a:pt x="174" y="21"/>
                </a:cubicBezTo>
                <a:cubicBezTo>
                  <a:pt x="191" y="14"/>
                  <a:pt x="208" y="9"/>
                  <a:pt x="226" y="6"/>
                </a:cubicBezTo>
                <a:cubicBezTo>
                  <a:pt x="244" y="2"/>
                  <a:pt x="262" y="0"/>
                  <a:pt x="281" y="0"/>
                </a:cubicBezTo>
                <a:cubicBezTo>
                  <a:pt x="299" y="0"/>
                  <a:pt x="317" y="2"/>
                  <a:pt x="335" y="6"/>
                </a:cubicBezTo>
                <a:cubicBezTo>
                  <a:pt x="353" y="9"/>
                  <a:pt x="371" y="14"/>
                  <a:pt x="387" y="21"/>
                </a:cubicBezTo>
                <a:cubicBezTo>
                  <a:pt x="404" y="28"/>
                  <a:pt x="420" y="36"/>
                  <a:pt x="436" y="46"/>
                </a:cubicBezTo>
                <a:cubicBezTo>
                  <a:pt x="451" y="56"/>
                  <a:pt x="465" y="68"/>
                  <a:pt x="478" y="81"/>
                </a:cubicBezTo>
                <a:cubicBezTo>
                  <a:pt x="491" y="94"/>
                  <a:pt x="503" y="107"/>
                  <a:pt x="513" y="122"/>
                </a:cubicBezTo>
                <a:cubicBezTo>
                  <a:pt x="523" y="137"/>
                  <a:pt x="532" y="153"/>
                  <a:pt x="539" y="169"/>
                </a:cubicBezTo>
                <a:cubicBezTo>
                  <a:pt x="546" y="186"/>
                  <a:pt x="551" y="203"/>
                  <a:pt x="554" y="220"/>
                </a:cubicBezTo>
                <a:cubicBezTo>
                  <a:pt x="558" y="238"/>
                  <a:pt x="560" y="255"/>
                  <a:pt x="560" y="273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8" name=""/>
          <p:cNvSpPr/>
          <p:nvPr/>
        </p:nvSpPr>
        <p:spPr>
          <a:xfrm>
            <a:off x="911520" y="879120"/>
            <a:ext cx="161280" cy="156960"/>
          </a:xfrm>
          <a:custGeom>
            <a:avLst/>
            <a:gdLst/>
            <a:ahLst/>
            <a:rect l="0" t="0" r="r" b="b"/>
            <a:pathLst>
              <a:path w="448" h="436">
                <a:moveTo>
                  <a:pt x="448" y="217"/>
                </a:moveTo>
                <a:cubicBezTo>
                  <a:pt x="448" y="232"/>
                  <a:pt x="447" y="246"/>
                  <a:pt x="444" y="260"/>
                </a:cubicBezTo>
                <a:cubicBezTo>
                  <a:pt x="441" y="274"/>
                  <a:pt x="437" y="287"/>
                  <a:pt x="431" y="301"/>
                </a:cubicBezTo>
                <a:cubicBezTo>
                  <a:pt x="425" y="314"/>
                  <a:pt x="418" y="326"/>
                  <a:pt x="410" y="338"/>
                </a:cubicBezTo>
                <a:cubicBezTo>
                  <a:pt x="402" y="350"/>
                  <a:pt x="393" y="361"/>
                  <a:pt x="383" y="371"/>
                </a:cubicBezTo>
                <a:cubicBezTo>
                  <a:pt x="372" y="381"/>
                  <a:pt x="360" y="391"/>
                  <a:pt x="348" y="399"/>
                </a:cubicBezTo>
                <a:cubicBezTo>
                  <a:pt x="336" y="407"/>
                  <a:pt x="323" y="414"/>
                  <a:pt x="309" y="419"/>
                </a:cubicBezTo>
                <a:cubicBezTo>
                  <a:pt x="296" y="425"/>
                  <a:pt x="282" y="429"/>
                  <a:pt x="267" y="432"/>
                </a:cubicBezTo>
                <a:cubicBezTo>
                  <a:pt x="253" y="434"/>
                  <a:pt x="238" y="436"/>
                  <a:pt x="224" y="436"/>
                </a:cubicBezTo>
                <a:cubicBezTo>
                  <a:pt x="209" y="436"/>
                  <a:pt x="194" y="434"/>
                  <a:pt x="180" y="432"/>
                </a:cubicBezTo>
                <a:cubicBezTo>
                  <a:pt x="166" y="429"/>
                  <a:pt x="152" y="425"/>
                  <a:pt x="138" y="419"/>
                </a:cubicBezTo>
                <a:cubicBezTo>
                  <a:pt x="125" y="414"/>
                  <a:pt x="112" y="407"/>
                  <a:pt x="99" y="399"/>
                </a:cubicBezTo>
                <a:cubicBezTo>
                  <a:pt x="87" y="391"/>
                  <a:pt x="76" y="381"/>
                  <a:pt x="66" y="371"/>
                </a:cubicBezTo>
                <a:cubicBezTo>
                  <a:pt x="55" y="361"/>
                  <a:pt x="46" y="350"/>
                  <a:pt x="38" y="338"/>
                </a:cubicBezTo>
                <a:cubicBezTo>
                  <a:pt x="30" y="326"/>
                  <a:pt x="23" y="314"/>
                  <a:pt x="17" y="301"/>
                </a:cubicBezTo>
                <a:cubicBezTo>
                  <a:pt x="12" y="287"/>
                  <a:pt x="7" y="274"/>
                  <a:pt x="4" y="260"/>
                </a:cubicBezTo>
                <a:cubicBezTo>
                  <a:pt x="2" y="246"/>
                  <a:pt x="0" y="232"/>
                  <a:pt x="0" y="217"/>
                </a:cubicBezTo>
                <a:cubicBezTo>
                  <a:pt x="0" y="203"/>
                  <a:pt x="2" y="189"/>
                  <a:pt x="4" y="175"/>
                </a:cubicBezTo>
                <a:cubicBezTo>
                  <a:pt x="7" y="161"/>
                  <a:pt x="12" y="147"/>
                  <a:pt x="17" y="134"/>
                </a:cubicBezTo>
                <a:cubicBezTo>
                  <a:pt x="23" y="121"/>
                  <a:pt x="30" y="108"/>
                  <a:pt x="38" y="96"/>
                </a:cubicBezTo>
                <a:cubicBezTo>
                  <a:pt x="46" y="85"/>
                  <a:pt x="55" y="74"/>
                  <a:pt x="66" y="63"/>
                </a:cubicBezTo>
                <a:cubicBezTo>
                  <a:pt x="76" y="53"/>
                  <a:pt x="87" y="44"/>
                  <a:pt x="99" y="36"/>
                </a:cubicBezTo>
                <a:cubicBezTo>
                  <a:pt x="112" y="28"/>
                  <a:pt x="125" y="22"/>
                  <a:pt x="138" y="16"/>
                </a:cubicBezTo>
                <a:cubicBezTo>
                  <a:pt x="152" y="11"/>
                  <a:pt x="166" y="7"/>
                  <a:pt x="180" y="4"/>
                </a:cubicBezTo>
                <a:cubicBezTo>
                  <a:pt x="194" y="1"/>
                  <a:pt x="209" y="0"/>
                  <a:pt x="224" y="0"/>
                </a:cubicBezTo>
                <a:cubicBezTo>
                  <a:pt x="238" y="0"/>
                  <a:pt x="253" y="1"/>
                  <a:pt x="267" y="4"/>
                </a:cubicBezTo>
                <a:cubicBezTo>
                  <a:pt x="282" y="7"/>
                  <a:pt x="296" y="11"/>
                  <a:pt x="309" y="16"/>
                </a:cubicBezTo>
                <a:cubicBezTo>
                  <a:pt x="323" y="22"/>
                  <a:pt x="336" y="28"/>
                  <a:pt x="348" y="36"/>
                </a:cubicBezTo>
                <a:cubicBezTo>
                  <a:pt x="360" y="44"/>
                  <a:pt x="372" y="53"/>
                  <a:pt x="383" y="63"/>
                </a:cubicBezTo>
                <a:cubicBezTo>
                  <a:pt x="393" y="74"/>
                  <a:pt x="402" y="85"/>
                  <a:pt x="410" y="96"/>
                </a:cubicBezTo>
                <a:cubicBezTo>
                  <a:pt x="418" y="108"/>
                  <a:pt x="425" y="121"/>
                  <a:pt x="431" y="134"/>
                </a:cubicBezTo>
                <a:cubicBezTo>
                  <a:pt x="437" y="147"/>
                  <a:pt x="441" y="161"/>
                  <a:pt x="444" y="175"/>
                </a:cubicBezTo>
                <a:cubicBezTo>
                  <a:pt x="447" y="189"/>
                  <a:pt x="448" y="203"/>
                  <a:pt x="448" y="217"/>
                </a:cubicBezTo>
                <a:close/>
              </a:path>
            </a:pathLst>
          </a:custGeom>
          <a:solidFill>
            <a:srgbClr val="31373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09" name=""/>
          <p:cNvSpPr/>
          <p:nvPr/>
        </p:nvSpPr>
        <p:spPr>
          <a:xfrm>
            <a:off x="941760" y="908280"/>
            <a:ext cx="100800" cy="98280"/>
          </a:xfrm>
          <a:custGeom>
            <a:avLst/>
            <a:gdLst/>
            <a:ahLst/>
            <a:rect l="0" t="0" r="r" b="b"/>
            <a:pathLst>
              <a:path w="280" h="273">
                <a:moveTo>
                  <a:pt x="280" y="137"/>
                </a:moveTo>
                <a:cubicBezTo>
                  <a:pt x="280" y="155"/>
                  <a:pt x="277" y="173"/>
                  <a:pt x="270" y="189"/>
                </a:cubicBezTo>
                <a:cubicBezTo>
                  <a:pt x="263" y="206"/>
                  <a:pt x="252" y="221"/>
                  <a:pt x="239" y="233"/>
                </a:cubicBezTo>
                <a:cubicBezTo>
                  <a:pt x="226" y="246"/>
                  <a:pt x="211" y="256"/>
                  <a:pt x="194" y="263"/>
                </a:cubicBezTo>
                <a:cubicBezTo>
                  <a:pt x="177" y="270"/>
                  <a:pt x="159" y="273"/>
                  <a:pt x="141" y="273"/>
                </a:cubicBezTo>
                <a:cubicBezTo>
                  <a:pt x="122" y="273"/>
                  <a:pt x="104" y="270"/>
                  <a:pt x="87" y="263"/>
                </a:cubicBezTo>
                <a:cubicBezTo>
                  <a:pt x="70" y="256"/>
                  <a:pt x="55" y="246"/>
                  <a:pt x="42" y="233"/>
                </a:cubicBezTo>
                <a:cubicBezTo>
                  <a:pt x="28" y="221"/>
                  <a:pt x="18" y="206"/>
                  <a:pt x="11" y="189"/>
                </a:cubicBezTo>
                <a:cubicBezTo>
                  <a:pt x="3" y="173"/>
                  <a:pt x="0" y="155"/>
                  <a:pt x="0" y="137"/>
                </a:cubicBezTo>
                <a:cubicBezTo>
                  <a:pt x="0" y="119"/>
                  <a:pt x="3" y="102"/>
                  <a:pt x="11" y="85"/>
                </a:cubicBezTo>
                <a:cubicBezTo>
                  <a:pt x="18" y="69"/>
                  <a:pt x="28" y="54"/>
                  <a:pt x="42" y="40"/>
                </a:cubicBezTo>
                <a:cubicBezTo>
                  <a:pt x="55" y="27"/>
                  <a:pt x="70" y="18"/>
                  <a:pt x="87" y="11"/>
                </a:cubicBezTo>
                <a:cubicBezTo>
                  <a:pt x="104" y="4"/>
                  <a:pt x="122" y="0"/>
                  <a:pt x="141" y="0"/>
                </a:cubicBezTo>
                <a:cubicBezTo>
                  <a:pt x="159" y="0"/>
                  <a:pt x="177" y="4"/>
                  <a:pt x="194" y="11"/>
                </a:cubicBezTo>
                <a:cubicBezTo>
                  <a:pt x="211" y="18"/>
                  <a:pt x="226" y="27"/>
                  <a:pt x="239" y="40"/>
                </a:cubicBezTo>
                <a:cubicBezTo>
                  <a:pt x="252" y="54"/>
                  <a:pt x="263" y="69"/>
                  <a:pt x="270" y="85"/>
                </a:cubicBezTo>
                <a:cubicBezTo>
                  <a:pt x="277" y="102"/>
                  <a:pt x="280" y="119"/>
                  <a:pt x="280" y="137"/>
                </a:cubicBezTo>
                <a:close/>
              </a:path>
            </a:pathLst>
          </a:custGeom>
          <a:solidFill>
            <a:srgbClr val="3b88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10" name=""/>
          <p:cNvSpPr/>
          <p:nvPr/>
        </p:nvSpPr>
        <p:spPr>
          <a:xfrm>
            <a:off x="1092600" y="849600"/>
            <a:ext cx="30600" cy="29880"/>
          </a:xfrm>
          <a:custGeom>
            <a:avLst/>
            <a:gdLst/>
            <a:ahLst/>
            <a:rect l="0" t="0" r="r" b="b"/>
            <a:pathLst>
              <a:path w="85" h="83">
                <a:moveTo>
                  <a:pt x="85" y="42"/>
                </a:moveTo>
                <a:cubicBezTo>
                  <a:pt x="85" y="47"/>
                  <a:pt x="84" y="53"/>
                  <a:pt x="81" y="58"/>
                </a:cubicBezTo>
                <a:cubicBezTo>
                  <a:pt x="79" y="63"/>
                  <a:pt x="75" y="67"/>
                  <a:pt x="71" y="71"/>
                </a:cubicBezTo>
                <a:cubicBezTo>
                  <a:pt x="67" y="75"/>
                  <a:pt x="63" y="78"/>
                  <a:pt x="58" y="80"/>
                </a:cubicBezTo>
                <a:cubicBezTo>
                  <a:pt x="53" y="82"/>
                  <a:pt x="47" y="83"/>
                  <a:pt x="42" y="83"/>
                </a:cubicBezTo>
                <a:cubicBezTo>
                  <a:pt x="36" y="83"/>
                  <a:pt x="31" y="82"/>
                  <a:pt x="26" y="80"/>
                </a:cubicBezTo>
                <a:cubicBezTo>
                  <a:pt x="21" y="78"/>
                  <a:pt x="16" y="75"/>
                  <a:pt x="12" y="71"/>
                </a:cubicBezTo>
                <a:cubicBezTo>
                  <a:pt x="8" y="67"/>
                  <a:pt x="5" y="63"/>
                  <a:pt x="3" y="58"/>
                </a:cubicBezTo>
                <a:cubicBezTo>
                  <a:pt x="1" y="53"/>
                  <a:pt x="0" y="47"/>
                  <a:pt x="0" y="42"/>
                </a:cubicBezTo>
                <a:cubicBezTo>
                  <a:pt x="0" y="37"/>
                  <a:pt x="1" y="31"/>
                  <a:pt x="3" y="25"/>
                </a:cubicBezTo>
                <a:cubicBezTo>
                  <a:pt x="5" y="20"/>
                  <a:pt x="8" y="16"/>
                  <a:pt x="12" y="12"/>
                </a:cubicBezTo>
                <a:cubicBezTo>
                  <a:pt x="16" y="8"/>
                  <a:pt x="21" y="5"/>
                  <a:pt x="26" y="3"/>
                </a:cubicBezTo>
                <a:cubicBezTo>
                  <a:pt x="31" y="1"/>
                  <a:pt x="36" y="0"/>
                  <a:pt x="42" y="0"/>
                </a:cubicBezTo>
                <a:cubicBezTo>
                  <a:pt x="47" y="0"/>
                  <a:pt x="53" y="1"/>
                  <a:pt x="58" y="3"/>
                </a:cubicBezTo>
                <a:cubicBezTo>
                  <a:pt x="63" y="5"/>
                  <a:pt x="67" y="8"/>
                  <a:pt x="71" y="12"/>
                </a:cubicBezTo>
                <a:cubicBezTo>
                  <a:pt x="75" y="16"/>
                  <a:pt x="79" y="20"/>
                  <a:pt x="81" y="25"/>
                </a:cubicBezTo>
                <a:cubicBezTo>
                  <a:pt x="84" y="31"/>
                  <a:pt x="85" y="37"/>
                  <a:pt x="85" y="4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1" name=""/>
          <p:cNvSpPr/>
          <p:nvPr/>
        </p:nvSpPr>
        <p:spPr>
          <a:xfrm>
            <a:off x="780840" y="771480"/>
            <a:ext cx="211680" cy="215640"/>
          </a:xfrm>
          <a:custGeom>
            <a:avLst/>
            <a:gdLst/>
            <a:ahLst/>
            <a:rect l="0" t="0" r="r" b="b"/>
            <a:pathLst>
              <a:path w="588" h="599">
                <a:moveTo>
                  <a:pt x="447" y="244"/>
                </a:moveTo>
                <a:lnTo>
                  <a:pt x="532" y="81"/>
                </a:lnTo>
                <a:lnTo>
                  <a:pt x="363" y="136"/>
                </a:lnTo>
                <a:lnTo>
                  <a:pt x="251" y="0"/>
                </a:lnTo>
                <a:lnTo>
                  <a:pt x="196" y="136"/>
                </a:lnTo>
                <a:lnTo>
                  <a:pt x="28" y="108"/>
                </a:lnTo>
                <a:lnTo>
                  <a:pt x="140" y="272"/>
                </a:lnTo>
                <a:lnTo>
                  <a:pt x="0" y="380"/>
                </a:lnTo>
                <a:lnTo>
                  <a:pt x="168" y="380"/>
                </a:lnTo>
                <a:lnTo>
                  <a:pt x="112" y="543"/>
                </a:lnTo>
                <a:lnTo>
                  <a:pt x="279" y="462"/>
                </a:lnTo>
                <a:lnTo>
                  <a:pt x="447" y="599"/>
                </a:lnTo>
                <a:lnTo>
                  <a:pt x="419" y="380"/>
                </a:lnTo>
                <a:lnTo>
                  <a:pt x="588" y="353"/>
                </a:lnTo>
                <a:lnTo>
                  <a:pt x="447" y="244"/>
                </a:ln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2" name=""/>
          <p:cNvSpPr/>
          <p:nvPr/>
        </p:nvSpPr>
        <p:spPr>
          <a:xfrm>
            <a:off x="831240" y="810360"/>
            <a:ext cx="110880" cy="127800"/>
          </a:xfrm>
          <a:custGeom>
            <a:avLst/>
            <a:gdLst/>
            <a:ahLst/>
            <a:rect l="0" t="0" r="r" b="b"/>
            <a:pathLst>
              <a:path w="308" h="355">
                <a:moveTo>
                  <a:pt x="139" y="273"/>
                </a:moveTo>
                <a:lnTo>
                  <a:pt x="56" y="328"/>
                </a:lnTo>
                <a:lnTo>
                  <a:pt x="84" y="246"/>
                </a:lnTo>
                <a:lnTo>
                  <a:pt x="0" y="219"/>
                </a:lnTo>
                <a:lnTo>
                  <a:pt x="84" y="165"/>
                </a:lnTo>
                <a:lnTo>
                  <a:pt x="0" y="83"/>
                </a:lnTo>
                <a:lnTo>
                  <a:pt x="111" y="83"/>
                </a:lnTo>
                <a:lnTo>
                  <a:pt x="139" y="0"/>
                </a:lnTo>
                <a:lnTo>
                  <a:pt x="195" y="83"/>
                </a:lnTo>
                <a:lnTo>
                  <a:pt x="279" y="56"/>
                </a:lnTo>
                <a:lnTo>
                  <a:pt x="223" y="137"/>
                </a:lnTo>
                <a:lnTo>
                  <a:pt x="308" y="219"/>
                </a:lnTo>
                <a:lnTo>
                  <a:pt x="223" y="246"/>
                </a:lnTo>
                <a:lnTo>
                  <a:pt x="251" y="355"/>
                </a:lnTo>
                <a:lnTo>
                  <a:pt x="139" y="27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313" name="" descr=""/>
          <p:cNvPicPr/>
          <p:nvPr/>
        </p:nvPicPr>
        <p:blipFill>
          <a:blip r:embed="rId1"/>
          <a:stretch/>
        </p:blipFill>
        <p:spPr>
          <a:xfrm>
            <a:off x="752400" y="1457280"/>
            <a:ext cx="10096200" cy="5676480"/>
          </a:xfrm>
          <a:prstGeom prst="rect">
            <a:avLst/>
          </a:prstGeom>
          <a:ln w="0">
            <a:noFill/>
          </a:ln>
        </p:spPr>
      </p:pic>
      <p:sp>
        <p:nvSpPr>
          <p:cNvPr id="1314" name=""/>
          <p:cNvSpPr txBox="1"/>
          <p:nvPr/>
        </p:nvSpPr>
        <p:spPr>
          <a:xfrm>
            <a:off x="1160280" y="770400"/>
            <a:ext cx="787500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  <a:ea typeface="Arial"/>
              </a:rPr>
              <a:t> </a:t>
            </a:r>
            <a:r>
              <a:rPr b="1" lang="en-US" sz="2830" spc="-1" strike="noStrike">
                <a:solidFill>
                  <a:srgbClr val="1f2328"/>
                </a:solidFill>
                <a:latin typeface="Arial"/>
                <a:ea typeface="Arial"/>
              </a:rPr>
              <a:t>Level 2 — PHP-FPM: Steady at 10-11 Workers</a:t>
            </a:r>
            <a:endParaRPr b="0" lang="en-US" sz="283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6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8" name=""/>
          <p:cNvSpPr/>
          <p:nvPr/>
        </p:nvSpPr>
        <p:spPr>
          <a:xfrm>
            <a:off x="757080" y="2023920"/>
            <a:ext cx="10687320" cy="1400400"/>
          </a:xfrm>
          <a:custGeom>
            <a:avLst/>
            <a:gdLst/>
            <a:ahLst/>
            <a:rect l="0" t="0" r="r" b="b"/>
            <a:pathLst>
              <a:path w="29687" h="3890">
                <a:moveTo>
                  <a:pt x="0" y="3745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3745"/>
                </a:lnTo>
                <a:cubicBezTo>
                  <a:pt x="29687" y="3754"/>
                  <a:pt x="29686" y="3764"/>
                  <a:pt x="29684" y="3773"/>
                </a:cubicBezTo>
                <a:cubicBezTo>
                  <a:pt x="29683" y="3783"/>
                  <a:pt x="29680" y="3792"/>
                  <a:pt x="29676" y="3800"/>
                </a:cubicBezTo>
                <a:cubicBezTo>
                  <a:pt x="29672" y="3809"/>
                  <a:pt x="29668" y="3818"/>
                  <a:pt x="29663" y="3826"/>
                </a:cubicBezTo>
                <a:cubicBezTo>
                  <a:pt x="29657" y="3834"/>
                  <a:pt x="29651" y="3841"/>
                  <a:pt x="29645" y="3848"/>
                </a:cubicBezTo>
                <a:cubicBezTo>
                  <a:pt x="29638" y="3854"/>
                  <a:pt x="29630" y="3860"/>
                  <a:pt x="29623" y="3866"/>
                </a:cubicBezTo>
                <a:cubicBezTo>
                  <a:pt x="29615" y="3871"/>
                  <a:pt x="29606" y="3876"/>
                  <a:pt x="29597" y="3879"/>
                </a:cubicBezTo>
                <a:cubicBezTo>
                  <a:pt x="29589" y="3883"/>
                  <a:pt x="29579" y="3886"/>
                  <a:pt x="29570" y="3887"/>
                </a:cubicBezTo>
                <a:cubicBezTo>
                  <a:pt x="29561" y="3889"/>
                  <a:pt x="29551" y="3890"/>
                  <a:pt x="29542" y="3890"/>
                </a:cubicBezTo>
                <a:lnTo>
                  <a:pt x="145" y="3890"/>
                </a:lnTo>
                <a:cubicBezTo>
                  <a:pt x="136" y="3890"/>
                  <a:pt x="126" y="3889"/>
                  <a:pt x="117" y="3887"/>
                </a:cubicBezTo>
                <a:cubicBezTo>
                  <a:pt x="108" y="3886"/>
                  <a:pt x="99" y="3883"/>
                  <a:pt x="90" y="3879"/>
                </a:cubicBezTo>
                <a:cubicBezTo>
                  <a:pt x="81" y="3876"/>
                  <a:pt x="73" y="3871"/>
                  <a:pt x="65" y="3866"/>
                </a:cubicBezTo>
                <a:cubicBezTo>
                  <a:pt x="57" y="3860"/>
                  <a:pt x="49" y="3854"/>
                  <a:pt x="43" y="3848"/>
                </a:cubicBezTo>
                <a:cubicBezTo>
                  <a:pt x="36" y="3841"/>
                  <a:pt x="30" y="3834"/>
                  <a:pt x="24" y="3826"/>
                </a:cubicBezTo>
                <a:cubicBezTo>
                  <a:pt x="19" y="3818"/>
                  <a:pt x="15" y="3809"/>
                  <a:pt x="11" y="3800"/>
                </a:cubicBezTo>
                <a:cubicBezTo>
                  <a:pt x="7" y="3792"/>
                  <a:pt x="5" y="3783"/>
                  <a:pt x="3" y="3773"/>
                </a:cubicBezTo>
                <a:cubicBezTo>
                  <a:pt x="1" y="3764"/>
                  <a:pt x="0" y="3754"/>
                  <a:pt x="0" y="3745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9" name=""/>
          <p:cNvSpPr/>
          <p:nvPr/>
        </p:nvSpPr>
        <p:spPr>
          <a:xfrm>
            <a:off x="757080" y="2023920"/>
            <a:ext cx="10687320" cy="1400400"/>
          </a:xfrm>
          <a:custGeom>
            <a:avLst/>
            <a:gdLst/>
            <a:ahLst/>
            <a:rect l="0" t="0" r="r" b="b"/>
            <a:pathLst>
              <a:path w="29687" h="3890">
                <a:moveTo>
                  <a:pt x="0" y="3745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3745"/>
                </a:lnTo>
                <a:cubicBezTo>
                  <a:pt x="29687" y="3754"/>
                  <a:pt x="29686" y="3764"/>
                  <a:pt x="29684" y="3773"/>
                </a:cubicBezTo>
                <a:cubicBezTo>
                  <a:pt x="29683" y="3783"/>
                  <a:pt x="29680" y="3792"/>
                  <a:pt x="29676" y="3800"/>
                </a:cubicBezTo>
                <a:cubicBezTo>
                  <a:pt x="29672" y="3809"/>
                  <a:pt x="29668" y="3818"/>
                  <a:pt x="29663" y="3826"/>
                </a:cubicBezTo>
                <a:cubicBezTo>
                  <a:pt x="29657" y="3834"/>
                  <a:pt x="29651" y="3841"/>
                  <a:pt x="29645" y="3848"/>
                </a:cubicBezTo>
                <a:cubicBezTo>
                  <a:pt x="29638" y="3854"/>
                  <a:pt x="29630" y="3860"/>
                  <a:pt x="29623" y="3866"/>
                </a:cubicBezTo>
                <a:cubicBezTo>
                  <a:pt x="29615" y="3871"/>
                  <a:pt x="29606" y="3876"/>
                  <a:pt x="29597" y="3879"/>
                </a:cubicBezTo>
                <a:cubicBezTo>
                  <a:pt x="29589" y="3883"/>
                  <a:pt x="29579" y="3886"/>
                  <a:pt x="29570" y="3887"/>
                </a:cubicBezTo>
                <a:cubicBezTo>
                  <a:pt x="29561" y="3889"/>
                  <a:pt x="29551" y="3890"/>
                  <a:pt x="29542" y="3890"/>
                </a:cubicBezTo>
                <a:lnTo>
                  <a:pt x="145" y="3890"/>
                </a:lnTo>
                <a:cubicBezTo>
                  <a:pt x="136" y="3890"/>
                  <a:pt x="126" y="3889"/>
                  <a:pt x="117" y="3887"/>
                </a:cubicBezTo>
                <a:cubicBezTo>
                  <a:pt x="108" y="3886"/>
                  <a:pt x="99" y="3883"/>
                  <a:pt x="90" y="3879"/>
                </a:cubicBezTo>
                <a:cubicBezTo>
                  <a:pt x="81" y="3876"/>
                  <a:pt x="73" y="3871"/>
                  <a:pt x="65" y="3866"/>
                </a:cubicBezTo>
                <a:cubicBezTo>
                  <a:pt x="57" y="3860"/>
                  <a:pt x="49" y="3854"/>
                  <a:pt x="43" y="3848"/>
                </a:cubicBezTo>
                <a:cubicBezTo>
                  <a:pt x="36" y="3841"/>
                  <a:pt x="30" y="3834"/>
                  <a:pt x="24" y="3826"/>
                </a:cubicBezTo>
                <a:cubicBezTo>
                  <a:pt x="19" y="3818"/>
                  <a:pt x="15" y="3809"/>
                  <a:pt x="11" y="3800"/>
                </a:cubicBezTo>
                <a:cubicBezTo>
                  <a:pt x="7" y="3792"/>
                  <a:pt x="5" y="3783"/>
                  <a:pt x="3" y="3773"/>
                </a:cubicBezTo>
                <a:cubicBezTo>
                  <a:pt x="1" y="3764"/>
                  <a:pt x="0" y="3754"/>
                  <a:pt x="0" y="3745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0" name=""/>
          <p:cNvSpPr/>
          <p:nvPr/>
        </p:nvSpPr>
        <p:spPr>
          <a:xfrm>
            <a:off x="757080" y="6738840"/>
            <a:ext cx="10687320" cy="1943280"/>
          </a:xfrm>
          <a:custGeom>
            <a:avLst/>
            <a:gdLst/>
            <a:ahLst/>
            <a:rect l="0" t="0" r="r" b="b"/>
            <a:pathLst>
              <a:path w="29687" h="5398">
                <a:moveTo>
                  <a:pt x="0" y="525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8"/>
                  <a:pt x="11" y="90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8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5253"/>
                </a:lnTo>
                <a:cubicBezTo>
                  <a:pt x="29687" y="5262"/>
                  <a:pt x="29686" y="5272"/>
                  <a:pt x="29684" y="5281"/>
                </a:cubicBezTo>
                <a:cubicBezTo>
                  <a:pt x="29683" y="5291"/>
                  <a:pt x="29680" y="5300"/>
                  <a:pt x="29676" y="5308"/>
                </a:cubicBezTo>
                <a:cubicBezTo>
                  <a:pt x="29672" y="5317"/>
                  <a:pt x="29668" y="5326"/>
                  <a:pt x="29663" y="5334"/>
                </a:cubicBezTo>
                <a:cubicBezTo>
                  <a:pt x="29657" y="5342"/>
                  <a:pt x="29651" y="5349"/>
                  <a:pt x="29645" y="5356"/>
                </a:cubicBezTo>
                <a:cubicBezTo>
                  <a:pt x="29638" y="5362"/>
                  <a:pt x="29630" y="5368"/>
                  <a:pt x="29623" y="5374"/>
                </a:cubicBezTo>
                <a:cubicBezTo>
                  <a:pt x="29615" y="5379"/>
                  <a:pt x="29606" y="5384"/>
                  <a:pt x="29597" y="5387"/>
                </a:cubicBezTo>
                <a:cubicBezTo>
                  <a:pt x="29589" y="5391"/>
                  <a:pt x="29579" y="5394"/>
                  <a:pt x="29570" y="5395"/>
                </a:cubicBezTo>
                <a:cubicBezTo>
                  <a:pt x="29561" y="5397"/>
                  <a:pt x="29551" y="5398"/>
                  <a:pt x="29542" y="5398"/>
                </a:cubicBezTo>
                <a:lnTo>
                  <a:pt x="145" y="5398"/>
                </a:lnTo>
                <a:cubicBezTo>
                  <a:pt x="136" y="5398"/>
                  <a:pt x="126" y="5397"/>
                  <a:pt x="117" y="5395"/>
                </a:cubicBezTo>
                <a:cubicBezTo>
                  <a:pt x="108" y="5394"/>
                  <a:pt x="99" y="5391"/>
                  <a:pt x="90" y="5387"/>
                </a:cubicBezTo>
                <a:cubicBezTo>
                  <a:pt x="81" y="5384"/>
                  <a:pt x="73" y="5379"/>
                  <a:pt x="65" y="5374"/>
                </a:cubicBezTo>
                <a:cubicBezTo>
                  <a:pt x="57" y="5368"/>
                  <a:pt x="49" y="5362"/>
                  <a:pt x="43" y="5356"/>
                </a:cubicBezTo>
                <a:cubicBezTo>
                  <a:pt x="36" y="5349"/>
                  <a:pt x="30" y="5342"/>
                  <a:pt x="24" y="5334"/>
                </a:cubicBezTo>
                <a:cubicBezTo>
                  <a:pt x="19" y="5326"/>
                  <a:pt x="15" y="5317"/>
                  <a:pt x="11" y="5308"/>
                </a:cubicBezTo>
                <a:cubicBezTo>
                  <a:pt x="7" y="5300"/>
                  <a:pt x="5" y="5291"/>
                  <a:pt x="3" y="5281"/>
                </a:cubicBezTo>
                <a:cubicBezTo>
                  <a:pt x="1" y="5272"/>
                  <a:pt x="0" y="5262"/>
                  <a:pt x="0" y="5253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1" name=""/>
          <p:cNvSpPr/>
          <p:nvPr/>
        </p:nvSpPr>
        <p:spPr>
          <a:xfrm>
            <a:off x="757080" y="6738840"/>
            <a:ext cx="10687320" cy="1943280"/>
          </a:xfrm>
          <a:custGeom>
            <a:avLst/>
            <a:gdLst/>
            <a:ahLst/>
            <a:rect l="0" t="0" r="r" b="b"/>
            <a:pathLst>
              <a:path w="29687" h="5398">
                <a:moveTo>
                  <a:pt x="0" y="525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8"/>
                  <a:pt x="11" y="90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8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5253"/>
                </a:lnTo>
                <a:cubicBezTo>
                  <a:pt x="29687" y="5262"/>
                  <a:pt x="29686" y="5272"/>
                  <a:pt x="29684" y="5281"/>
                </a:cubicBezTo>
                <a:cubicBezTo>
                  <a:pt x="29683" y="5291"/>
                  <a:pt x="29680" y="5300"/>
                  <a:pt x="29676" y="5308"/>
                </a:cubicBezTo>
                <a:cubicBezTo>
                  <a:pt x="29672" y="5317"/>
                  <a:pt x="29668" y="5326"/>
                  <a:pt x="29663" y="5334"/>
                </a:cubicBezTo>
                <a:cubicBezTo>
                  <a:pt x="29657" y="5342"/>
                  <a:pt x="29651" y="5349"/>
                  <a:pt x="29645" y="5356"/>
                </a:cubicBezTo>
                <a:cubicBezTo>
                  <a:pt x="29638" y="5362"/>
                  <a:pt x="29630" y="5368"/>
                  <a:pt x="29623" y="5374"/>
                </a:cubicBezTo>
                <a:cubicBezTo>
                  <a:pt x="29615" y="5379"/>
                  <a:pt x="29606" y="5384"/>
                  <a:pt x="29597" y="5387"/>
                </a:cubicBezTo>
                <a:cubicBezTo>
                  <a:pt x="29589" y="5391"/>
                  <a:pt x="29579" y="5394"/>
                  <a:pt x="29570" y="5395"/>
                </a:cubicBezTo>
                <a:cubicBezTo>
                  <a:pt x="29561" y="5397"/>
                  <a:pt x="29551" y="5398"/>
                  <a:pt x="29542" y="5398"/>
                </a:cubicBezTo>
                <a:lnTo>
                  <a:pt x="145" y="5398"/>
                </a:lnTo>
                <a:cubicBezTo>
                  <a:pt x="136" y="5398"/>
                  <a:pt x="126" y="5397"/>
                  <a:pt x="117" y="5395"/>
                </a:cubicBezTo>
                <a:cubicBezTo>
                  <a:pt x="108" y="5394"/>
                  <a:pt x="99" y="5391"/>
                  <a:pt x="90" y="5387"/>
                </a:cubicBezTo>
                <a:cubicBezTo>
                  <a:pt x="81" y="5384"/>
                  <a:pt x="73" y="5379"/>
                  <a:pt x="65" y="5374"/>
                </a:cubicBezTo>
                <a:cubicBezTo>
                  <a:pt x="57" y="5368"/>
                  <a:pt x="49" y="5362"/>
                  <a:pt x="43" y="5356"/>
                </a:cubicBezTo>
                <a:cubicBezTo>
                  <a:pt x="36" y="5349"/>
                  <a:pt x="30" y="5342"/>
                  <a:pt x="24" y="5334"/>
                </a:cubicBezTo>
                <a:cubicBezTo>
                  <a:pt x="19" y="5326"/>
                  <a:pt x="15" y="5317"/>
                  <a:pt x="11" y="5308"/>
                </a:cubicBezTo>
                <a:cubicBezTo>
                  <a:pt x="7" y="5300"/>
                  <a:pt x="5" y="5291"/>
                  <a:pt x="3" y="5281"/>
                </a:cubicBezTo>
                <a:cubicBezTo>
                  <a:pt x="1" y="5272"/>
                  <a:pt x="0" y="5262"/>
                  <a:pt x="0" y="5253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2" name=""/>
          <p:cNvSpPr txBox="1"/>
          <p:nvPr/>
        </p:nvSpPr>
        <p:spPr>
          <a:xfrm>
            <a:off x="747720" y="770400"/>
            <a:ext cx="443700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  <a:ea typeface="Arial"/>
              </a:rPr>
              <a:t>MariaDB tuning — Level 2</a:t>
            </a:r>
            <a:endParaRPr b="0" lang="en-US" sz="28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3" name=""/>
          <p:cNvSpPr txBox="1"/>
          <p:nvPr/>
        </p:nvSpPr>
        <p:spPr>
          <a:xfrm>
            <a:off x="747720" y="1502640"/>
            <a:ext cx="31111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Level 0 baseline config: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4" name=""/>
          <p:cNvSpPr txBox="1"/>
          <p:nvPr/>
        </p:nvSpPr>
        <p:spPr>
          <a:xfrm>
            <a:off x="914400" y="2185560"/>
            <a:ext cx="23950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59636e"/>
                </a:solidFill>
                <a:latin typeface="Courier New"/>
                <a:ea typeface="Courier New"/>
              </a:rPr>
              <a:t># 00-baseline.cnf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5" name=""/>
          <p:cNvSpPr txBox="1"/>
          <p:nvPr/>
        </p:nvSpPr>
        <p:spPr>
          <a:xfrm>
            <a:off x="914400" y="2452320"/>
            <a:ext cx="42238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0550ae"/>
                </a:solidFill>
                <a:latin typeface="Courier New"/>
                <a:ea typeface="Courier New"/>
              </a:rPr>
              <a:t>innodb_buffer_pool_size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 = </a:t>
            </a:r>
            <a:r>
              <a:rPr b="0" lang="en-US" sz="1850" spc="-1" strike="noStrike">
                <a:solidFill>
                  <a:srgbClr val="0550ae"/>
                </a:solidFill>
                <a:latin typeface="Courier New"/>
                <a:ea typeface="Courier New"/>
              </a:rPr>
              <a:t>128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M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6" name=""/>
          <p:cNvSpPr txBox="1"/>
          <p:nvPr/>
        </p:nvSpPr>
        <p:spPr>
          <a:xfrm>
            <a:off x="914400" y="2728440"/>
            <a:ext cx="46472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59636e"/>
                </a:solidFill>
                <a:latin typeface="Courier New"/>
                <a:ea typeface="Courier New"/>
              </a:rPr>
              <a:t># (default — fits almost nothing)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7" name=""/>
          <p:cNvSpPr txBox="1"/>
          <p:nvPr/>
        </p:nvSpPr>
        <p:spPr>
          <a:xfrm>
            <a:off x="914400" y="2995200"/>
            <a:ext cx="29574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0550ae"/>
                </a:solidFill>
                <a:latin typeface="Courier New"/>
                <a:ea typeface="Courier New"/>
              </a:rPr>
              <a:t>max_connections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 = </a:t>
            </a:r>
            <a:r>
              <a:rPr b="0" lang="en-US" sz="1850" spc="-1" strike="noStrike">
                <a:solidFill>
                  <a:srgbClr val="0550ae"/>
                </a:solidFill>
                <a:latin typeface="Courier New"/>
                <a:ea typeface="Courier New"/>
              </a:rPr>
              <a:t>151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8" name=""/>
          <p:cNvSpPr/>
          <p:nvPr/>
        </p:nvSpPr>
        <p:spPr>
          <a:xfrm>
            <a:off x="1076040" y="43243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5"/>
                  <a:pt x="236" y="151"/>
                  <a:pt x="230" y="165"/>
                </a:cubicBezTo>
                <a:cubicBezTo>
                  <a:pt x="223" y="180"/>
                  <a:pt x="215" y="193"/>
                  <a:pt x="204" y="204"/>
                </a:cubicBezTo>
                <a:cubicBezTo>
                  <a:pt x="192" y="215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5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59"/>
                  <a:pt x="24" y="47"/>
                  <a:pt x="35" y="35"/>
                </a:cubicBezTo>
                <a:cubicBezTo>
                  <a:pt x="46" y="24"/>
                  <a:pt x="59" y="16"/>
                  <a:pt x="74" y="10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10"/>
                </a:cubicBezTo>
                <a:cubicBezTo>
                  <a:pt x="180" y="16"/>
                  <a:pt x="192" y="24"/>
                  <a:pt x="204" y="35"/>
                </a:cubicBezTo>
                <a:cubicBezTo>
                  <a:pt x="215" y="47"/>
                  <a:pt x="223" y="59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29" name=""/>
          <p:cNvSpPr txBox="1"/>
          <p:nvPr/>
        </p:nvSpPr>
        <p:spPr>
          <a:xfrm>
            <a:off x="747720" y="3626640"/>
            <a:ext cx="27745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With 128M buffer pool: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0" name=""/>
          <p:cNvSpPr/>
          <p:nvPr/>
        </p:nvSpPr>
        <p:spPr>
          <a:xfrm>
            <a:off x="1076040" y="48099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3" y="180"/>
                  <a:pt x="215" y="193"/>
                  <a:pt x="204" y="204"/>
                </a:cubicBezTo>
                <a:cubicBezTo>
                  <a:pt x="192" y="215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4"/>
                  <a:pt x="204" y="35"/>
                </a:cubicBezTo>
                <a:cubicBezTo>
                  <a:pt x="215" y="46"/>
                  <a:pt x="223" y="59"/>
                  <a:pt x="230" y="73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31" name=""/>
          <p:cNvSpPr txBox="1"/>
          <p:nvPr/>
        </p:nvSpPr>
        <p:spPr>
          <a:xfrm>
            <a:off x="1300320" y="4198320"/>
            <a:ext cx="30031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WordPress DB ≈ 500MB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2" name=""/>
          <p:cNvSpPr/>
          <p:nvPr/>
        </p:nvSpPr>
        <p:spPr>
          <a:xfrm>
            <a:off x="1076040" y="52862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4"/>
                </a:cubicBezTo>
                <a:cubicBezTo>
                  <a:pt x="223" y="179"/>
                  <a:pt x="215" y="193"/>
                  <a:pt x="204" y="204"/>
                </a:cubicBezTo>
                <a:cubicBezTo>
                  <a:pt x="192" y="215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79"/>
                  <a:pt x="9" y="164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4"/>
                  <a:pt x="204" y="35"/>
                </a:cubicBezTo>
                <a:cubicBezTo>
                  <a:pt x="215" y="46"/>
                  <a:pt x="223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33" name=""/>
          <p:cNvSpPr txBox="1"/>
          <p:nvPr/>
        </p:nvSpPr>
        <p:spPr>
          <a:xfrm>
            <a:off x="1300320" y="4683960"/>
            <a:ext cx="37101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Every query reads from disk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4" name=""/>
          <p:cNvSpPr/>
          <p:nvPr/>
        </p:nvSpPr>
        <p:spPr>
          <a:xfrm>
            <a:off x="1076040" y="57718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3" y="180"/>
                  <a:pt x="215" y="193"/>
                  <a:pt x="204" y="204"/>
                </a:cubicBezTo>
                <a:cubicBezTo>
                  <a:pt x="192" y="216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89"/>
                  <a:pt x="9" y="75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4"/>
                  <a:pt x="204" y="36"/>
                </a:cubicBezTo>
                <a:cubicBezTo>
                  <a:pt x="215" y="47"/>
                  <a:pt x="223" y="60"/>
                  <a:pt x="230" y="75"/>
                </a:cubicBezTo>
                <a:cubicBezTo>
                  <a:pt x="236" y="89"/>
                  <a:pt x="239" y="105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35" name=""/>
          <p:cNvSpPr txBox="1"/>
          <p:nvPr/>
        </p:nvSpPr>
        <p:spPr>
          <a:xfrm>
            <a:off x="1300320" y="5160240"/>
            <a:ext cx="42465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Buffer pool full → constant disk I/O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6" name=""/>
          <p:cNvSpPr txBox="1"/>
          <p:nvPr/>
        </p:nvSpPr>
        <p:spPr>
          <a:xfrm>
            <a:off x="1300320" y="5645880"/>
            <a:ext cx="30211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Slow queries undetected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7" name=""/>
          <p:cNvSpPr txBox="1"/>
          <p:nvPr/>
        </p:nvSpPr>
        <p:spPr>
          <a:xfrm>
            <a:off x="747720" y="6217560"/>
            <a:ext cx="27590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Level 2 tuned config: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9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1" name=""/>
          <p:cNvSpPr/>
          <p:nvPr/>
        </p:nvSpPr>
        <p:spPr>
          <a:xfrm>
            <a:off x="752400" y="1457280"/>
            <a:ext cx="4629240" cy="543240"/>
          </a:xfrm>
          <a:custGeom>
            <a:avLst/>
            <a:gdLst/>
            <a:ahLst/>
            <a:rect l="0" t="0" r="r" b="b"/>
            <a:pathLst>
              <a:path w="12859" h="1509">
                <a:moveTo>
                  <a:pt x="0" y="0"/>
                </a:moveTo>
                <a:lnTo>
                  <a:pt x="12859" y="0"/>
                </a:lnTo>
                <a:lnTo>
                  <a:pt x="12859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2" name=""/>
          <p:cNvSpPr/>
          <p:nvPr/>
        </p:nvSpPr>
        <p:spPr>
          <a:xfrm>
            <a:off x="5381280" y="1457280"/>
            <a:ext cx="1200600" cy="543240"/>
          </a:xfrm>
          <a:custGeom>
            <a:avLst/>
            <a:gdLst/>
            <a:ahLst/>
            <a:rect l="0" t="0" r="r" b="b"/>
            <a:pathLst>
              <a:path w="3335" h="1509">
                <a:moveTo>
                  <a:pt x="0" y="0"/>
                </a:moveTo>
                <a:lnTo>
                  <a:pt x="3335" y="0"/>
                </a:lnTo>
                <a:lnTo>
                  <a:pt x="333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3" name=""/>
          <p:cNvSpPr/>
          <p:nvPr/>
        </p:nvSpPr>
        <p:spPr>
          <a:xfrm>
            <a:off x="6581520" y="1457280"/>
            <a:ext cx="1190880" cy="543240"/>
          </a:xfrm>
          <a:custGeom>
            <a:avLst/>
            <a:gdLst/>
            <a:ahLst/>
            <a:rect l="0" t="0" r="r" b="b"/>
            <a:pathLst>
              <a:path w="3308" h="1509">
                <a:moveTo>
                  <a:pt x="0" y="0"/>
                </a:moveTo>
                <a:lnTo>
                  <a:pt x="3308" y="0"/>
                </a:lnTo>
                <a:lnTo>
                  <a:pt x="330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4" name=""/>
          <p:cNvSpPr/>
          <p:nvPr/>
        </p:nvSpPr>
        <p:spPr>
          <a:xfrm>
            <a:off x="7772040" y="1457280"/>
            <a:ext cx="3124800" cy="543240"/>
          </a:xfrm>
          <a:custGeom>
            <a:avLst/>
            <a:gdLst/>
            <a:ahLst/>
            <a:rect l="0" t="0" r="r" b="b"/>
            <a:pathLst>
              <a:path w="8680" h="1509">
                <a:moveTo>
                  <a:pt x="0" y="0"/>
                </a:moveTo>
                <a:lnTo>
                  <a:pt x="8680" y="0"/>
                </a:lnTo>
                <a:lnTo>
                  <a:pt x="868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5" name=""/>
          <p:cNvSpPr/>
          <p:nvPr/>
        </p:nvSpPr>
        <p:spPr>
          <a:xfrm>
            <a:off x="752400" y="2000160"/>
            <a:ext cx="4629240" cy="533520"/>
          </a:xfrm>
          <a:custGeom>
            <a:avLst/>
            <a:gdLst/>
            <a:ahLst/>
            <a:rect l="0" t="0" r="r" b="b"/>
            <a:pathLst>
              <a:path w="12859" h="1482">
                <a:moveTo>
                  <a:pt x="0" y="0"/>
                </a:moveTo>
                <a:lnTo>
                  <a:pt x="12859" y="0"/>
                </a:lnTo>
                <a:lnTo>
                  <a:pt x="12859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6" name=""/>
          <p:cNvSpPr/>
          <p:nvPr/>
        </p:nvSpPr>
        <p:spPr>
          <a:xfrm>
            <a:off x="5381280" y="2000160"/>
            <a:ext cx="1200600" cy="533520"/>
          </a:xfrm>
          <a:custGeom>
            <a:avLst/>
            <a:gdLst/>
            <a:ahLst/>
            <a:rect l="0" t="0" r="r" b="b"/>
            <a:pathLst>
              <a:path w="3335" h="1482">
                <a:moveTo>
                  <a:pt x="0" y="0"/>
                </a:moveTo>
                <a:lnTo>
                  <a:pt x="3335" y="0"/>
                </a:lnTo>
                <a:lnTo>
                  <a:pt x="3335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7" name=""/>
          <p:cNvSpPr/>
          <p:nvPr/>
        </p:nvSpPr>
        <p:spPr>
          <a:xfrm>
            <a:off x="6581520" y="2000160"/>
            <a:ext cx="1190880" cy="533520"/>
          </a:xfrm>
          <a:custGeom>
            <a:avLst/>
            <a:gdLst/>
            <a:ahLst/>
            <a:rect l="0" t="0" r="r" b="b"/>
            <a:pathLst>
              <a:path w="3308" h="1482">
                <a:moveTo>
                  <a:pt x="0" y="0"/>
                </a:moveTo>
                <a:lnTo>
                  <a:pt x="3308" y="0"/>
                </a:lnTo>
                <a:lnTo>
                  <a:pt x="330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8" name=""/>
          <p:cNvSpPr/>
          <p:nvPr/>
        </p:nvSpPr>
        <p:spPr>
          <a:xfrm>
            <a:off x="7772040" y="2000160"/>
            <a:ext cx="3124800" cy="533520"/>
          </a:xfrm>
          <a:custGeom>
            <a:avLst/>
            <a:gdLst/>
            <a:ahLst/>
            <a:rect l="0" t="0" r="r" b="b"/>
            <a:pathLst>
              <a:path w="8680" h="1482">
                <a:moveTo>
                  <a:pt x="0" y="0"/>
                </a:moveTo>
                <a:lnTo>
                  <a:pt x="8680" y="0"/>
                </a:lnTo>
                <a:lnTo>
                  <a:pt x="8680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9" name=""/>
          <p:cNvSpPr/>
          <p:nvPr/>
        </p:nvSpPr>
        <p:spPr>
          <a:xfrm>
            <a:off x="752400" y="2533320"/>
            <a:ext cx="4629240" cy="543600"/>
          </a:xfrm>
          <a:custGeom>
            <a:avLst/>
            <a:gdLst/>
            <a:ahLst/>
            <a:rect l="0" t="0" r="r" b="b"/>
            <a:pathLst>
              <a:path w="12859" h="1510">
                <a:moveTo>
                  <a:pt x="0" y="0"/>
                </a:moveTo>
                <a:lnTo>
                  <a:pt x="12859" y="0"/>
                </a:lnTo>
                <a:lnTo>
                  <a:pt x="12859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0" name=""/>
          <p:cNvSpPr/>
          <p:nvPr/>
        </p:nvSpPr>
        <p:spPr>
          <a:xfrm>
            <a:off x="5381280" y="2533320"/>
            <a:ext cx="1200600" cy="543600"/>
          </a:xfrm>
          <a:custGeom>
            <a:avLst/>
            <a:gdLst/>
            <a:ahLst/>
            <a:rect l="0" t="0" r="r" b="b"/>
            <a:pathLst>
              <a:path w="3335" h="1510">
                <a:moveTo>
                  <a:pt x="0" y="0"/>
                </a:moveTo>
                <a:lnTo>
                  <a:pt x="3335" y="0"/>
                </a:lnTo>
                <a:lnTo>
                  <a:pt x="3335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1" name=""/>
          <p:cNvSpPr/>
          <p:nvPr/>
        </p:nvSpPr>
        <p:spPr>
          <a:xfrm>
            <a:off x="6581520" y="2533320"/>
            <a:ext cx="1190880" cy="543600"/>
          </a:xfrm>
          <a:custGeom>
            <a:avLst/>
            <a:gdLst/>
            <a:ahLst/>
            <a:rect l="0" t="0" r="r" b="b"/>
            <a:pathLst>
              <a:path w="3308" h="1510">
                <a:moveTo>
                  <a:pt x="0" y="0"/>
                </a:moveTo>
                <a:lnTo>
                  <a:pt x="3308" y="0"/>
                </a:lnTo>
                <a:lnTo>
                  <a:pt x="3308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2" name=""/>
          <p:cNvSpPr/>
          <p:nvPr/>
        </p:nvSpPr>
        <p:spPr>
          <a:xfrm>
            <a:off x="7772040" y="2533320"/>
            <a:ext cx="3124800" cy="543600"/>
          </a:xfrm>
          <a:custGeom>
            <a:avLst/>
            <a:gdLst/>
            <a:ahLst/>
            <a:rect l="0" t="0" r="r" b="b"/>
            <a:pathLst>
              <a:path w="8680" h="1510">
                <a:moveTo>
                  <a:pt x="0" y="0"/>
                </a:moveTo>
                <a:lnTo>
                  <a:pt x="8680" y="0"/>
                </a:lnTo>
                <a:lnTo>
                  <a:pt x="8680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3" name=""/>
          <p:cNvSpPr/>
          <p:nvPr/>
        </p:nvSpPr>
        <p:spPr>
          <a:xfrm>
            <a:off x="752400" y="3076560"/>
            <a:ext cx="4629240" cy="533520"/>
          </a:xfrm>
          <a:custGeom>
            <a:avLst/>
            <a:gdLst/>
            <a:ahLst/>
            <a:rect l="0" t="0" r="r" b="b"/>
            <a:pathLst>
              <a:path w="12859" h="1482">
                <a:moveTo>
                  <a:pt x="0" y="0"/>
                </a:moveTo>
                <a:lnTo>
                  <a:pt x="12859" y="0"/>
                </a:lnTo>
                <a:lnTo>
                  <a:pt x="12859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4" name=""/>
          <p:cNvSpPr/>
          <p:nvPr/>
        </p:nvSpPr>
        <p:spPr>
          <a:xfrm>
            <a:off x="5381280" y="3076560"/>
            <a:ext cx="1200600" cy="533520"/>
          </a:xfrm>
          <a:custGeom>
            <a:avLst/>
            <a:gdLst/>
            <a:ahLst/>
            <a:rect l="0" t="0" r="r" b="b"/>
            <a:pathLst>
              <a:path w="3335" h="1482">
                <a:moveTo>
                  <a:pt x="0" y="0"/>
                </a:moveTo>
                <a:lnTo>
                  <a:pt x="3335" y="0"/>
                </a:lnTo>
                <a:lnTo>
                  <a:pt x="3335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5" name=""/>
          <p:cNvSpPr/>
          <p:nvPr/>
        </p:nvSpPr>
        <p:spPr>
          <a:xfrm>
            <a:off x="6581520" y="3076560"/>
            <a:ext cx="1190880" cy="533520"/>
          </a:xfrm>
          <a:custGeom>
            <a:avLst/>
            <a:gdLst/>
            <a:ahLst/>
            <a:rect l="0" t="0" r="r" b="b"/>
            <a:pathLst>
              <a:path w="3308" h="1482">
                <a:moveTo>
                  <a:pt x="0" y="0"/>
                </a:moveTo>
                <a:lnTo>
                  <a:pt x="3308" y="0"/>
                </a:lnTo>
                <a:lnTo>
                  <a:pt x="330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6" name=""/>
          <p:cNvSpPr/>
          <p:nvPr/>
        </p:nvSpPr>
        <p:spPr>
          <a:xfrm>
            <a:off x="7772040" y="3076560"/>
            <a:ext cx="3124800" cy="533520"/>
          </a:xfrm>
          <a:custGeom>
            <a:avLst/>
            <a:gdLst/>
            <a:ahLst/>
            <a:rect l="0" t="0" r="r" b="b"/>
            <a:pathLst>
              <a:path w="8680" h="1482">
                <a:moveTo>
                  <a:pt x="0" y="0"/>
                </a:moveTo>
                <a:lnTo>
                  <a:pt x="8680" y="0"/>
                </a:lnTo>
                <a:lnTo>
                  <a:pt x="8680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7" name=""/>
          <p:cNvSpPr/>
          <p:nvPr/>
        </p:nvSpPr>
        <p:spPr>
          <a:xfrm>
            <a:off x="752400" y="3609720"/>
            <a:ext cx="4629240" cy="543240"/>
          </a:xfrm>
          <a:custGeom>
            <a:avLst/>
            <a:gdLst/>
            <a:ahLst/>
            <a:rect l="0" t="0" r="r" b="b"/>
            <a:pathLst>
              <a:path w="12859" h="1509">
                <a:moveTo>
                  <a:pt x="0" y="0"/>
                </a:moveTo>
                <a:lnTo>
                  <a:pt x="12859" y="0"/>
                </a:lnTo>
                <a:lnTo>
                  <a:pt x="12859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8" name=""/>
          <p:cNvSpPr/>
          <p:nvPr/>
        </p:nvSpPr>
        <p:spPr>
          <a:xfrm>
            <a:off x="5381280" y="3609720"/>
            <a:ext cx="1200600" cy="543240"/>
          </a:xfrm>
          <a:custGeom>
            <a:avLst/>
            <a:gdLst/>
            <a:ahLst/>
            <a:rect l="0" t="0" r="r" b="b"/>
            <a:pathLst>
              <a:path w="3335" h="1509">
                <a:moveTo>
                  <a:pt x="0" y="0"/>
                </a:moveTo>
                <a:lnTo>
                  <a:pt x="3335" y="0"/>
                </a:lnTo>
                <a:lnTo>
                  <a:pt x="333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9" name=""/>
          <p:cNvSpPr/>
          <p:nvPr/>
        </p:nvSpPr>
        <p:spPr>
          <a:xfrm>
            <a:off x="6581520" y="3609720"/>
            <a:ext cx="1190880" cy="543240"/>
          </a:xfrm>
          <a:custGeom>
            <a:avLst/>
            <a:gdLst/>
            <a:ahLst/>
            <a:rect l="0" t="0" r="r" b="b"/>
            <a:pathLst>
              <a:path w="3308" h="1509">
                <a:moveTo>
                  <a:pt x="0" y="0"/>
                </a:moveTo>
                <a:lnTo>
                  <a:pt x="3308" y="0"/>
                </a:lnTo>
                <a:lnTo>
                  <a:pt x="330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0" name=""/>
          <p:cNvSpPr/>
          <p:nvPr/>
        </p:nvSpPr>
        <p:spPr>
          <a:xfrm>
            <a:off x="7772040" y="3609720"/>
            <a:ext cx="3124800" cy="543240"/>
          </a:xfrm>
          <a:custGeom>
            <a:avLst/>
            <a:gdLst/>
            <a:ahLst/>
            <a:rect l="0" t="0" r="r" b="b"/>
            <a:pathLst>
              <a:path w="8680" h="1509">
                <a:moveTo>
                  <a:pt x="0" y="0"/>
                </a:moveTo>
                <a:lnTo>
                  <a:pt x="8680" y="0"/>
                </a:lnTo>
                <a:lnTo>
                  <a:pt x="868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1" name=""/>
          <p:cNvSpPr/>
          <p:nvPr/>
        </p:nvSpPr>
        <p:spPr>
          <a:xfrm>
            <a:off x="752400" y="4152600"/>
            <a:ext cx="4629240" cy="533880"/>
          </a:xfrm>
          <a:custGeom>
            <a:avLst/>
            <a:gdLst/>
            <a:ahLst/>
            <a:rect l="0" t="0" r="r" b="b"/>
            <a:pathLst>
              <a:path w="12859" h="1483">
                <a:moveTo>
                  <a:pt x="0" y="0"/>
                </a:moveTo>
                <a:lnTo>
                  <a:pt x="12859" y="0"/>
                </a:lnTo>
                <a:lnTo>
                  <a:pt x="12859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2" name=""/>
          <p:cNvSpPr/>
          <p:nvPr/>
        </p:nvSpPr>
        <p:spPr>
          <a:xfrm>
            <a:off x="5381280" y="4152600"/>
            <a:ext cx="1200600" cy="533880"/>
          </a:xfrm>
          <a:custGeom>
            <a:avLst/>
            <a:gdLst/>
            <a:ahLst/>
            <a:rect l="0" t="0" r="r" b="b"/>
            <a:pathLst>
              <a:path w="3335" h="1483">
                <a:moveTo>
                  <a:pt x="0" y="0"/>
                </a:moveTo>
                <a:lnTo>
                  <a:pt x="3335" y="0"/>
                </a:lnTo>
                <a:lnTo>
                  <a:pt x="3335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3" name=""/>
          <p:cNvSpPr/>
          <p:nvPr/>
        </p:nvSpPr>
        <p:spPr>
          <a:xfrm>
            <a:off x="6581520" y="4152600"/>
            <a:ext cx="1190880" cy="533880"/>
          </a:xfrm>
          <a:custGeom>
            <a:avLst/>
            <a:gdLst/>
            <a:ahLst/>
            <a:rect l="0" t="0" r="r" b="b"/>
            <a:pathLst>
              <a:path w="3308" h="1483">
                <a:moveTo>
                  <a:pt x="0" y="0"/>
                </a:moveTo>
                <a:lnTo>
                  <a:pt x="3308" y="0"/>
                </a:lnTo>
                <a:lnTo>
                  <a:pt x="330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4" name=""/>
          <p:cNvSpPr/>
          <p:nvPr/>
        </p:nvSpPr>
        <p:spPr>
          <a:xfrm>
            <a:off x="7772040" y="4152600"/>
            <a:ext cx="3124800" cy="533880"/>
          </a:xfrm>
          <a:custGeom>
            <a:avLst/>
            <a:gdLst/>
            <a:ahLst/>
            <a:rect l="0" t="0" r="r" b="b"/>
            <a:pathLst>
              <a:path w="8680" h="1483">
                <a:moveTo>
                  <a:pt x="0" y="0"/>
                </a:moveTo>
                <a:lnTo>
                  <a:pt x="8680" y="0"/>
                </a:lnTo>
                <a:lnTo>
                  <a:pt x="8680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5" name=""/>
          <p:cNvSpPr/>
          <p:nvPr/>
        </p:nvSpPr>
        <p:spPr>
          <a:xfrm>
            <a:off x="752400" y="4686120"/>
            <a:ext cx="4629240" cy="543240"/>
          </a:xfrm>
          <a:custGeom>
            <a:avLst/>
            <a:gdLst/>
            <a:ahLst/>
            <a:rect l="0" t="0" r="r" b="b"/>
            <a:pathLst>
              <a:path w="12859" h="1509">
                <a:moveTo>
                  <a:pt x="0" y="0"/>
                </a:moveTo>
                <a:lnTo>
                  <a:pt x="12859" y="0"/>
                </a:lnTo>
                <a:lnTo>
                  <a:pt x="12859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6" name=""/>
          <p:cNvSpPr/>
          <p:nvPr/>
        </p:nvSpPr>
        <p:spPr>
          <a:xfrm>
            <a:off x="5381280" y="4686120"/>
            <a:ext cx="1200600" cy="543240"/>
          </a:xfrm>
          <a:custGeom>
            <a:avLst/>
            <a:gdLst/>
            <a:ahLst/>
            <a:rect l="0" t="0" r="r" b="b"/>
            <a:pathLst>
              <a:path w="3335" h="1509">
                <a:moveTo>
                  <a:pt x="0" y="0"/>
                </a:moveTo>
                <a:lnTo>
                  <a:pt x="3335" y="0"/>
                </a:lnTo>
                <a:lnTo>
                  <a:pt x="333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7" name=""/>
          <p:cNvSpPr/>
          <p:nvPr/>
        </p:nvSpPr>
        <p:spPr>
          <a:xfrm>
            <a:off x="6581520" y="4686120"/>
            <a:ext cx="1190880" cy="543240"/>
          </a:xfrm>
          <a:custGeom>
            <a:avLst/>
            <a:gdLst/>
            <a:ahLst/>
            <a:rect l="0" t="0" r="r" b="b"/>
            <a:pathLst>
              <a:path w="3308" h="1509">
                <a:moveTo>
                  <a:pt x="0" y="0"/>
                </a:moveTo>
                <a:lnTo>
                  <a:pt x="3308" y="0"/>
                </a:lnTo>
                <a:lnTo>
                  <a:pt x="330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8" name=""/>
          <p:cNvSpPr/>
          <p:nvPr/>
        </p:nvSpPr>
        <p:spPr>
          <a:xfrm>
            <a:off x="7772040" y="4686120"/>
            <a:ext cx="3124800" cy="543240"/>
          </a:xfrm>
          <a:custGeom>
            <a:avLst/>
            <a:gdLst/>
            <a:ahLst/>
            <a:rect l="0" t="0" r="r" b="b"/>
            <a:pathLst>
              <a:path w="8680" h="1509">
                <a:moveTo>
                  <a:pt x="0" y="0"/>
                </a:moveTo>
                <a:lnTo>
                  <a:pt x="8680" y="0"/>
                </a:lnTo>
                <a:lnTo>
                  <a:pt x="868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9" name=""/>
          <p:cNvSpPr/>
          <p:nvPr/>
        </p:nvSpPr>
        <p:spPr>
          <a:xfrm>
            <a:off x="752400" y="5229000"/>
            <a:ext cx="4629240" cy="533880"/>
          </a:xfrm>
          <a:custGeom>
            <a:avLst/>
            <a:gdLst/>
            <a:ahLst/>
            <a:rect l="0" t="0" r="r" b="b"/>
            <a:pathLst>
              <a:path w="12859" h="1483">
                <a:moveTo>
                  <a:pt x="0" y="0"/>
                </a:moveTo>
                <a:lnTo>
                  <a:pt x="12859" y="0"/>
                </a:lnTo>
                <a:lnTo>
                  <a:pt x="12859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0" name=""/>
          <p:cNvSpPr/>
          <p:nvPr/>
        </p:nvSpPr>
        <p:spPr>
          <a:xfrm>
            <a:off x="5381280" y="5229000"/>
            <a:ext cx="1200600" cy="533880"/>
          </a:xfrm>
          <a:custGeom>
            <a:avLst/>
            <a:gdLst/>
            <a:ahLst/>
            <a:rect l="0" t="0" r="r" b="b"/>
            <a:pathLst>
              <a:path w="3335" h="1483">
                <a:moveTo>
                  <a:pt x="0" y="0"/>
                </a:moveTo>
                <a:lnTo>
                  <a:pt x="3335" y="0"/>
                </a:lnTo>
                <a:lnTo>
                  <a:pt x="3335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1" name=""/>
          <p:cNvSpPr/>
          <p:nvPr/>
        </p:nvSpPr>
        <p:spPr>
          <a:xfrm>
            <a:off x="6581520" y="5229000"/>
            <a:ext cx="1190880" cy="533880"/>
          </a:xfrm>
          <a:custGeom>
            <a:avLst/>
            <a:gdLst/>
            <a:ahLst/>
            <a:rect l="0" t="0" r="r" b="b"/>
            <a:pathLst>
              <a:path w="3308" h="1483">
                <a:moveTo>
                  <a:pt x="0" y="0"/>
                </a:moveTo>
                <a:lnTo>
                  <a:pt x="3308" y="0"/>
                </a:lnTo>
                <a:lnTo>
                  <a:pt x="330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2" name=""/>
          <p:cNvSpPr/>
          <p:nvPr/>
        </p:nvSpPr>
        <p:spPr>
          <a:xfrm>
            <a:off x="7772040" y="5229000"/>
            <a:ext cx="3124800" cy="533880"/>
          </a:xfrm>
          <a:custGeom>
            <a:avLst/>
            <a:gdLst/>
            <a:ahLst/>
            <a:rect l="0" t="0" r="r" b="b"/>
            <a:pathLst>
              <a:path w="8680" h="1483">
                <a:moveTo>
                  <a:pt x="0" y="0"/>
                </a:moveTo>
                <a:lnTo>
                  <a:pt x="8680" y="0"/>
                </a:lnTo>
                <a:lnTo>
                  <a:pt x="8680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3" name=""/>
          <p:cNvSpPr/>
          <p:nvPr/>
        </p:nvSpPr>
        <p:spPr>
          <a:xfrm>
            <a:off x="752400" y="5762520"/>
            <a:ext cx="4629240" cy="543240"/>
          </a:xfrm>
          <a:custGeom>
            <a:avLst/>
            <a:gdLst/>
            <a:ahLst/>
            <a:rect l="0" t="0" r="r" b="b"/>
            <a:pathLst>
              <a:path w="12859" h="1509">
                <a:moveTo>
                  <a:pt x="0" y="0"/>
                </a:moveTo>
                <a:lnTo>
                  <a:pt x="12859" y="0"/>
                </a:lnTo>
                <a:lnTo>
                  <a:pt x="12859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4" name=""/>
          <p:cNvSpPr/>
          <p:nvPr/>
        </p:nvSpPr>
        <p:spPr>
          <a:xfrm>
            <a:off x="5381280" y="5762520"/>
            <a:ext cx="1200600" cy="543240"/>
          </a:xfrm>
          <a:custGeom>
            <a:avLst/>
            <a:gdLst/>
            <a:ahLst/>
            <a:rect l="0" t="0" r="r" b="b"/>
            <a:pathLst>
              <a:path w="3335" h="1509">
                <a:moveTo>
                  <a:pt x="0" y="0"/>
                </a:moveTo>
                <a:lnTo>
                  <a:pt x="3335" y="0"/>
                </a:lnTo>
                <a:lnTo>
                  <a:pt x="333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5" name=""/>
          <p:cNvSpPr/>
          <p:nvPr/>
        </p:nvSpPr>
        <p:spPr>
          <a:xfrm>
            <a:off x="6581520" y="5762520"/>
            <a:ext cx="1190880" cy="543240"/>
          </a:xfrm>
          <a:custGeom>
            <a:avLst/>
            <a:gdLst/>
            <a:ahLst/>
            <a:rect l="0" t="0" r="r" b="b"/>
            <a:pathLst>
              <a:path w="3308" h="1509">
                <a:moveTo>
                  <a:pt x="0" y="0"/>
                </a:moveTo>
                <a:lnTo>
                  <a:pt x="3308" y="0"/>
                </a:lnTo>
                <a:lnTo>
                  <a:pt x="330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6" name=""/>
          <p:cNvSpPr/>
          <p:nvPr/>
        </p:nvSpPr>
        <p:spPr>
          <a:xfrm>
            <a:off x="7772040" y="5762520"/>
            <a:ext cx="3124800" cy="543240"/>
          </a:xfrm>
          <a:custGeom>
            <a:avLst/>
            <a:gdLst/>
            <a:ahLst/>
            <a:rect l="0" t="0" r="r" b="b"/>
            <a:pathLst>
              <a:path w="8680" h="1509">
                <a:moveTo>
                  <a:pt x="0" y="0"/>
                </a:moveTo>
                <a:lnTo>
                  <a:pt x="8680" y="0"/>
                </a:lnTo>
                <a:lnTo>
                  <a:pt x="868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7" name=""/>
          <p:cNvSpPr/>
          <p:nvPr/>
        </p:nvSpPr>
        <p:spPr>
          <a:xfrm>
            <a:off x="752400" y="6305400"/>
            <a:ext cx="4629240" cy="533880"/>
          </a:xfrm>
          <a:custGeom>
            <a:avLst/>
            <a:gdLst/>
            <a:ahLst/>
            <a:rect l="0" t="0" r="r" b="b"/>
            <a:pathLst>
              <a:path w="12859" h="1483">
                <a:moveTo>
                  <a:pt x="0" y="0"/>
                </a:moveTo>
                <a:lnTo>
                  <a:pt x="12859" y="0"/>
                </a:lnTo>
                <a:lnTo>
                  <a:pt x="12859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8" name=""/>
          <p:cNvSpPr/>
          <p:nvPr/>
        </p:nvSpPr>
        <p:spPr>
          <a:xfrm>
            <a:off x="5381280" y="6305400"/>
            <a:ext cx="1200600" cy="533880"/>
          </a:xfrm>
          <a:custGeom>
            <a:avLst/>
            <a:gdLst/>
            <a:ahLst/>
            <a:rect l="0" t="0" r="r" b="b"/>
            <a:pathLst>
              <a:path w="3335" h="1483">
                <a:moveTo>
                  <a:pt x="0" y="0"/>
                </a:moveTo>
                <a:lnTo>
                  <a:pt x="3335" y="0"/>
                </a:lnTo>
                <a:lnTo>
                  <a:pt x="3335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9" name=""/>
          <p:cNvSpPr/>
          <p:nvPr/>
        </p:nvSpPr>
        <p:spPr>
          <a:xfrm>
            <a:off x="6581520" y="6305400"/>
            <a:ext cx="1190880" cy="533880"/>
          </a:xfrm>
          <a:custGeom>
            <a:avLst/>
            <a:gdLst/>
            <a:ahLst/>
            <a:rect l="0" t="0" r="r" b="b"/>
            <a:pathLst>
              <a:path w="3308" h="1483">
                <a:moveTo>
                  <a:pt x="0" y="0"/>
                </a:moveTo>
                <a:lnTo>
                  <a:pt x="3308" y="0"/>
                </a:lnTo>
                <a:lnTo>
                  <a:pt x="330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0" name=""/>
          <p:cNvSpPr/>
          <p:nvPr/>
        </p:nvSpPr>
        <p:spPr>
          <a:xfrm>
            <a:off x="7772040" y="6305400"/>
            <a:ext cx="3124800" cy="533880"/>
          </a:xfrm>
          <a:custGeom>
            <a:avLst/>
            <a:gdLst/>
            <a:ahLst/>
            <a:rect l="0" t="0" r="r" b="b"/>
            <a:pathLst>
              <a:path w="8680" h="1483">
                <a:moveTo>
                  <a:pt x="0" y="0"/>
                </a:moveTo>
                <a:lnTo>
                  <a:pt x="8680" y="0"/>
                </a:lnTo>
                <a:lnTo>
                  <a:pt x="8680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1" name=""/>
          <p:cNvSpPr/>
          <p:nvPr/>
        </p:nvSpPr>
        <p:spPr>
          <a:xfrm>
            <a:off x="752400" y="14572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2" name=""/>
          <p:cNvSpPr/>
          <p:nvPr/>
        </p:nvSpPr>
        <p:spPr>
          <a:xfrm>
            <a:off x="752400" y="1457280"/>
            <a:ext cx="4638960" cy="9720"/>
          </a:xfrm>
          <a:custGeom>
            <a:avLst/>
            <a:gdLst/>
            <a:ahLst/>
            <a:rect l="0" t="0" r="r" b="b"/>
            <a:pathLst>
              <a:path w="12886" h="27">
                <a:moveTo>
                  <a:pt x="0" y="0"/>
                </a:moveTo>
                <a:lnTo>
                  <a:pt x="12886" y="0"/>
                </a:lnTo>
                <a:lnTo>
                  <a:pt x="128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3" name=""/>
          <p:cNvSpPr/>
          <p:nvPr/>
        </p:nvSpPr>
        <p:spPr>
          <a:xfrm>
            <a:off x="5381280" y="145728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4" name=""/>
          <p:cNvSpPr/>
          <p:nvPr/>
        </p:nvSpPr>
        <p:spPr>
          <a:xfrm>
            <a:off x="5391000" y="1457280"/>
            <a:ext cx="1190880" cy="9720"/>
          </a:xfrm>
          <a:custGeom>
            <a:avLst/>
            <a:gdLst/>
            <a:ahLst/>
            <a:rect l="0" t="0" r="r" b="b"/>
            <a:pathLst>
              <a:path w="3308" h="27">
                <a:moveTo>
                  <a:pt x="0" y="0"/>
                </a:moveTo>
                <a:lnTo>
                  <a:pt x="3308" y="0"/>
                </a:lnTo>
                <a:lnTo>
                  <a:pt x="33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5" name=""/>
          <p:cNvSpPr/>
          <p:nvPr/>
        </p:nvSpPr>
        <p:spPr>
          <a:xfrm>
            <a:off x="6572160" y="14572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6" name=""/>
          <p:cNvSpPr/>
          <p:nvPr/>
        </p:nvSpPr>
        <p:spPr>
          <a:xfrm>
            <a:off x="6581520" y="1457280"/>
            <a:ext cx="1190880" cy="9720"/>
          </a:xfrm>
          <a:custGeom>
            <a:avLst/>
            <a:gdLst/>
            <a:ahLst/>
            <a:rect l="0" t="0" r="r" b="b"/>
            <a:pathLst>
              <a:path w="3308" h="27">
                <a:moveTo>
                  <a:pt x="0" y="0"/>
                </a:moveTo>
                <a:lnTo>
                  <a:pt x="3308" y="0"/>
                </a:lnTo>
                <a:lnTo>
                  <a:pt x="33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7" name=""/>
          <p:cNvSpPr/>
          <p:nvPr/>
        </p:nvSpPr>
        <p:spPr>
          <a:xfrm>
            <a:off x="7762680" y="14572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8" name=""/>
          <p:cNvSpPr/>
          <p:nvPr/>
        </p:nvSpPr>
        <p:spPr>
          <a:xfrm>
            <a:off x="7772040" y="1457280"/>
            <a:ext cx="3124800" cy="9720"/>
          </a:xfrm>
          <a:custGeom>
            <a:avLst/>
            <a:gdLst/>
            <a:ahLst/>
            <a:rect l="0" t="0" r="r" b="b"/>
            <a:pathLst>
              <a:path w="8680" h="27">
                <a:moveTo>
                  <a:pt x="0" y="0"/>
                </a:moveTo>
                <a:lnTo>
                  <a:pt x="8680" y="0"/>
                </a:lnTo>
                <a:lnTo>
                  <a:pt x="86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9" name=""/>
          <p:cNvSpPr/>
          <p:nvPr/>
        </p:nvSpPr>
        <p:spPr>
          <a:xfrm>
            <a:off x="10886760" y="145728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0" name=""/>
          <p:cNvSpPr/>
          <p:nvPr/>
        </p:nvSpPr>
        <p:spPr>
          <a:xfrm>
            <a:off x="752400" y="1990440"/>
            <a:ext cx="4638960" cy="10080"/>
          </a:xfrm>
          <a:custGeom>
            <a:avLst/>
            <a:gdLst/>
            <a:ahLst/>
            <a:rect l="0" t="0" r="r" b="b"/>
            <a:pathLst>
              <a:path w="12886" h="28">
                <a:moveTo>
                  <a:pt x="0" y="0"/>
                </a:moveTo>
                <a:lnTo>
                  <a:pt x="12886" y="0"/>
                </a:lnTo>
                <a:lnTo>
                  <a:pt x="1288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1" name=""/>
          <p:cNvSpPr/>
          <p:nvPr/>
        </p:nvSpPr>
        <p:spPr>
          <a:xfrm>
            <a:off x="5391000" y="1990440"/>
            <a:ext cx="1190880" cy="10080"/>
          </a:xfrm>
          <a:custGeom>
            <a:avLst/>
            <a:gdLst/>
            <a:ahLst/>
            <a:rect l="0" t="0" r="r" b="b"/>
            <a:pathLst>
              <a:path w="3308" h="28">
                <a:moveTo>
                  <a:pt x="0" y="0"/>
                </a:moveTo>
                <a:lnTo>
                  <a:pt x="3308" y="0"/>
                </a:lnTo>
                <a:lnTo>
                  <a:pt x="330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2" name=""/>
          <p:cNvSpPr/>
          <p:nvPr/>
        </p:nvSpPr>
        <p:spPr>
          <a:xfrm>
            <a:off x="6581520" y="1990440"/>
            <a:ext cx="1190880" cy="10080"/>
          </a:xfrm>
          <a:custGeom>
            <a:avLst/>
            <a:gdLst/>
            <a:ahLst/>
            <a:rect l="0" t="0" r="r" b="b"/>
            <a:pathLst>
              <a:path w="3308" h="28">
                <a:moveTo>
                  <a:pt x="0" y="0"/>
                </a:moveTo>
                <a:lnTo>
                  <a:pt x="3308" y="0"/>
                </a:lnTo>
                <a:lnTo>
                  <a:pt x="330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3" name=""/>
          <p:cNvSpPr/>
          <p:nvPr/>
        </p:nvSpPr>
        <p:spPr>
          <a:xfrm>
            <a:off x="7772040" y="1990440"/>
            <a:ext cx="3124800" cy="10080"/>
          </a:xfrm>
          <a:custGeom>
            <a:avLst/>
            <a:gdLst/>
            <a:ahLst/>
            <a:rect l="0" t="0" r="r" b="b"/>
            <a:pathLst>
              <a:path w="8680" h="28">
                <a:moveTo>
                  <a:pt x="0" y="0"/>
                </a:moveTo>
                <a:lnTo>
                  <a:pt x="8680" y="0"/>
                </a:lnTo>
                <a:lnTo>
                  <a:pt x="868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4" name=""/>
          <p:cNvSpPr/>
          <p:nvPr/>
        </p:nvSpPr>
        <p:spPr>
          <a:xfrm>
            <a:off x="752400" y="20001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5" name=""/>
          <p:cNvSpPr/>
          <p:nvPr/>
        </p:nvSpPr>
        <p:spPr>
          <a:xfrm>
            <a:off x="5381280" y="200016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6" name=""/>
          <p:cNvSpPr/>
          <p:nvPr/>
        </p:nvSpPr>
        <p:spPr>
          <a:xfrm>
            <a:off x="6572160" y="20001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7" name=""/>
          <p:cNvSpPr/>
          <p:nvPr/>
        </p:nvSpPr>
        <p:spPr>
          <a:xfrm>
            <a:off x="7762680" y="20001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8" name=""/>
          <p:cNvSpPr/>
          <p:nvPr/>
        </p:nvSpPr>
        <p:spPr>
          <a:xfrm>
            <a:off x="10886760" y="200016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9" name=""/>
          <p:cNvSpPr/>
          <p:nvPr/>
        </p:nvSpPr>
        <p:spPr>
          <a:xfrm>
            <a:off x="752400" y="254304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0" name=""/>
          <p:cNvSpPr/>
          <p:nvPr/>
        </p:nvSpPr>
        <p:spPr>
          <a:xfrm>
            <a:off x="752400" y="2533320"/>
            <a:ext cx="4638960" cy="10080"/>
          </a:xfrm>
          <a:custGeom>
            <a:avLst/>
            <a:gdLst/>
            <a:ahLst/>
            <a:rect l="0" t="0" r="r" b="b"/>
            <a:pathLst>
              <a:path w="12886" h="28">
                <a:moveTo>
                  <a:pt x="0" y="0"/>
                </a:moveTo>
                <a:lnTo>
                  <a:pt x="12886" y="0"/>
                </a:lnTo>
                <a:lnTo>
                  <a:pt x="1288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1" name=""/>
          <p:cNvSpPr/>
          <p:nvPr/>
        </p:nvSpPr>
        <p:spPr>
          <a:xfrm>
            <a:off x="5381280" y="254304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2" name=""/>
          <p:cNvSpPr/>
          <p:nvPr/>
        </p:nvSpPr>
        <p:spPr>
          <a:xfrm>
            <a:off x="5391000" y="2533320"/>
            <a:ext cx="1190880" cy="10080"/>
          </a:xfrm>
          <a:custGeom>
            <a:avLst/>
            <a:gdLst/>
            <a:ahLst/>
            <a:rect l="0" t="0" r="r" b="b"/>
            <a:pathLst>
              <a:path w="3308" h="28">
                <a:moveTo>
                  <a:pt x="0" y="0"/>
                </a:moveTo>
                <a:lnTo>
                  <a:pt x="3308" y="0"/>
                </a:lnTo>
                <a:lnTo>
                  <a:pt x="330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3" name=""/>
          <p:cNvSpPr/>
          <p:nvPr/>
        </p:nvSpPr>
        <p:spPr>
          <a:xfrm>
            <a:off x="6572160" y="254304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4" name=""/>
          <p:cNvSpPr/>
          <p:nvPr/>
        </p:nvSpPr>
        <p:spPr>
          <a:xfrm>
            <a:off x="6581520" y="2533320"/>
            <a:ext cx="1190880" cy="10080"/>
          </a:xfrm>
          <a:custGeom>
            <a:avLst/>
            <a:gdLst/>
            <a:ahLst/>
            <a:rect l="0" t="0" r="r" b="b"/>
            <a:pathLst>
              <a:path w="3308" h="28">
                <a:moveTo>
                  <a:pt x="0" y="0"/>
                </a:moveTo>
                <a:lnTo>
                  <a:pt x="3308" y="0"/>
                </a:lnTo>
                <a:lnTo>
                  <a:pt x="330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5" name=""/>
          <p:cNvSpPr/>
          <p:nvPr/>
        </p:nvSpPr>
        <p:spPr>
          <a:xfrm>
            <a:off x="7762680" y="254304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6" name=""/>
          <p:cNvSpPr/>
          <p:nvPr/>
        </p:nvSpPr>
        <p:spPr>
          <a:xfrm>
            <a:off x="7772040" y="2533320"/>
            <a:ext cx="3124800" cy="10080"/>
          </a:xfrm>
          <a:custGeom>
            <a:avLst/>
            <a:gdLst/>
            <a:ahLst/>
            <a:rect l="0" t="0" r="r" b="b"/>
            <a:pathLst>
              <a:path w="8680" h="28">
                <a:moveTo>
                  <a:pt x="0" y="0"/>
                </a:moveTo>
                <a:lnTo>
                  <a:pt x="8680" y="0"/>
                </a:lnTo>
                <a:lnTo>
                  <a:pt x="868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7" name=""/>
          <p:cNvSpPr/>
          <p:nvPr/>
        </p:nvSpPr>
        <p:spPr>
          <a:xfrm>
            <a:off x="10886760" y="254304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8" name=""/>
          <p:cNvSpPr/>
          <p:nvPr/>
        </p:nvSpPr>
        <p:spPr>
          <a:xfrm>
            <a:off x="752400" y="30765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9" name=""/>
          <p:cNvSpPr/>
          <p:nvPr/>
        </p:nvSpPr>
        <p:spPr>
          <a:xfrm>
            <a:off x="752400" y="3066840"/>
            <a:ext cx="4638960" cy="10080"/>
          </a:xfrm>
          <a:custGeom>
            <a:avLst/>
            <a:gdLst/>
            <a:ahLst/>
            <a:rect l="0" t="0" r="r" b="b"/>
            <a:pathLst>
              <a:path w="12886" h="28">
                <a:moveTo>
                  <a:pt x="0" y="0"/>
                </a:moveTo>
                <a:lnTo>
                  <a:pt x="12886" y="0"/>
                </a:lnTo>
                <a:lnTo>
                  <a:pt x="1288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0" name=""/>
          <p:cNvSpPr/>
          <p:nvPr/>
        </p:nvSpPr>
        <p:spPr>
          <a:xfrm>
            <a:off x="5381280" y="307656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1" name=""/>
          <p:cNvSpPr/>
          <p:nvPr/>
        </p:nvSpPr>
        <p:spPr>
          <a:xfrm>
            <a:off x="5391000" y="3066840"/>
            <a:ext cx="1190880" cy="10080"/>
          </a:xfrm>
          <a:custGeom>
            <a:avLst/>
            <a:gdLst/>
            <a:ahLst/>
            <a:rect l="0" t="0" r="r" b="b"/>
            <a:pathLst>
              <a:path w="3308" h="28">
                <a:moveTo>
                  <a:pt x="0" y="0"/>
                </a:moveTo>
                <a:lnTo>
                  <a:pt x="3308" y="0"/>
                </a:lnTo>
                <a:lnTo>
                  <a:pt x="330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2" name=""/>
          <p:cNvSpPr/>
          <p:nvPr/>
        </p:nvSpPr>
        <p:spPr>
          <a:xfrm>
            <a:off x="6572160" y="30765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3" name=""/>
          <p:cNvSpPr/>
          <p:nvPr/>
        </p:nvSpPr>
        <p:spPr>
          <a:xfrm>
            <a:off x="6581520" y="3066840"/>
            <a:ext cx="1190880" cy="10080"/>
          </a:xfrm>
          <a:custGeom>
            <a:avLst/>
            <a:gdLst/>
            <a:ahLst/>
            <a:rect l="0" t="0" r="r" b="b"/>
            <a:pathLst>
              <a:path w="3308" h="28">
                <a:moveTo>
                  <a:pt x="0" y="0"/>
                </a:moveTo>
                <a:lnTo>
                  <a:pt x="3308" y="0"/>
                </a:lnTo>
                <a:lnTo>
                  <a:pt x="330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4" name=""/>
          <p:cNvSpPr/>
          <p:nvPr/>
        </p:nvSpPr>
        <p:spPr>
          <a:xfrm>
            <a:off x="7762680" y="30765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5" name=""/>
          <p:cNvSpPr/>
          <p:nvPr/>
        </p:nvSpPr>
        <p:spPr>
          <a:xfrm>
            <a:off x="7772040" y="3066840"/>
            <a:ext cx="3124800" cy="10080"/>
          </a:xfrm>
          <a:custGeom>
            <a:avLst/>
            <a:gdLst/>
            <a:ahLst/>
            <a:rect l="0" t="0" r="r" b="b"/>
            <a:pathLst>
              <a:path w="8680" h="28">
                <a:moveTo>
                  <a:pt x="0" y="0"/>
                </a:moveTo>
                <a:lnTo>
                  <a:pt x="8680" y="0"/>
                </a:lnTo>
                <a:lnTo>
                  <a:pt x="868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6" name=""/>
          <p:cNvSpPr/>
          <p:nvPr/>
        </p:nvSpPr>
        <p:spPr>
          <a:xfrm>
            <a:off x="10886760" y="307656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7" name=""/>
          <p:cNvSpPr/>
          <p:nvPr/>
        </p:nvSpPr>
        <p:spPr>
          <a:xfrm>
            <a:off x="752400" y="361944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8" name=""/>
          <p:cNvSpPr/>
          <p:nvPr/>
        </p:nvSpPr>
        <p:spPr>
          <a:xfrm>
            <a:off x="752400" y="3609720"/>
            <a:ext cx="4638960" cy="10080"/>
          </a:xfrm>
          <a:custGeom>
            <a:avLst/>
            <a:gdLst/>
            <a:ahLst/>
            <a:rect l="0" t="0" r="r" b="b"/>
            <a:pathLst>
              <a:path w="12886" h="28">
                <a:moveTo>
                  <a:pt x="0" y="0"/>
                </a:moveTo>
                <a:lnTo>
                  <a:pt x="12886" y="0"/>
                </a:lnTo>
                <a:lnTo>
                  <a:pt x="1288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9" name=""/>
          <p:cNvSpPr/>
          <p:nvPr/>
        </p:nvSpPr>
        <p:spPr>
          <a:xfrm>
            <a:off x="5381280" y="3619440"/>
            <a:ext cx="10080" cy="533520"/>
          </a:xfrm>
          <a:custGeom>
            <a:avLst/>
            <a:gdLst/>
            <a:ahLst/>
            <a:rect l="0" t="0" r="r" b="b"/>
            <a:pathLst>
              <a:path w="28" h="1482">
                <a:moveTo>
                  <a:pt x="0" y="0"/>
                </a:moveTo>
                <a:lnTo>
                  <a:pt x="28" y="0"/>
                </a:lnTo>
                <a:lnTo>
                  <a:pt x="2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0" name=""/>
          <p:cNvSpPr/>
          <p:nvPr/>
        </p:nvSpPr>
        <p:spPr>
          <a:xfrm>
            <a:off x="5391000" y="3609720"/>
            <a:ext cx="1190880" cy="10080"/>
          </a:xfrm>
          <a:custGeom>
            <a:avLst/>
            <a:gdLst/>
            <a:ahLst/>
            <a:rect l="0" t="0" r="r" b="b"/>
            <a:pathLst>
              <a:path w="3308" h="28">
                <a:moveTo>
                  <a:pt x="0" y="0"/>
                </a:moveTo>
                <a:lnTo>
                  <a:pt x="3308" y="0"/>
                </a:lnTo>
                <a:lnTo>
                  <a:pt x="330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1" name=""/>
          <p:cNvSpPr/>
          <p:nvPr/>
        </p:nvSpPr>
        <p:spPr>
          <a:xfrm>
            <a:off x="6572160" y="361944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2" name=""/>
          <p:cNvSpPr/>
          <p:nvPr/>
        </p:nvSpPr>
        <p:spPr>
          <a:xfrm>
            <a:off x="6581520" y="3609720"/>
            <a:ext cx="1190880" cy="10080"/>
          </a:xfrm>
          <a:custGeom>
            <a:avLst/>
            <a:gdLst/>
            <a:ahLst/>
            <a:rect l="0" t="0" r="r" b="b"/>
            <a:pathLst>
              <a:path w="3308" h="28">
                <a:moveTo>
                  <a:pt x="0" y="0"/>
                </a:moveTo>
                <a:lnTo>
                  <a:pt x="3308" y="0"/>
                </a:lnTo>
                <a:lnTo>
                  <a:pt x="330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3" name=""/>
          <p:cNvSpPr/>
          <p:nvPr/>
        </p:nvSpPr>
        <p:spPr>
          <a:xfrm>
            <a:off x="7762680" y="361944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4" name=""/>
          <p:cNvSpPr/>
          <p:nvPr/>
        </p:nvSpPr>
        <p:spPr>
          <a:xfrm>
            <a:off x="7772040" y="3609720"/>
            <a:ext cx="3124800" cy="10080"/>
          </a:xfrm>
          <a:custGeom>
            <a:avLst/>
            <a:gdLst/>
            <a:ahLst/>
            <a:rect l="0" t="0" r="r" b="b"/>
            <a:pathLst>
              <a:path w="8680" h="28">
                <a:moveTo>
                  <a:pt x="0" y="0"/>
                </a:moveTo>
                <a:lnTo>
                  <a:pt x="8680" y="0"/>
                </a:lnTo>
                <a:lnTo>
                  <a:pt x="868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5" name=""/>
          <p:cNvSpPr/>
          <p:nvPr/>
        </p:nvSpPr>
        <p:spPr>
          <a:xfrm>
            <a:off x="10886760" y="3619440"/>
            <a:ext cx="10080" cy="533520"/>
          </a:xfrm>
          <a:custGeom>
            <a:avLst/>
            <a:gdLst/>
            <a:ahLst/>
            <a:rect l="0" t="0" r="r" b="b"/>
            <a:pathLst>
              <a:path w="28" h="1482">
                <a:moveTo>
                  <a:pt x="0" y="0"/>
                </a:moveTo>
                <a:lnTo>
                  <a:pt x="28" y="0"/>
                </a:lnTo>
                <a:lnTo>
                  <a:pt x="2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6" name=""/>
          <p:cNvSpPr/>
          <p:nvPr/>
        </p:nvSpPr>
        <p:spPr>
          <a:xfrm>
            <a:off x="752400" y="41526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7" name=""/>
          <p:cNvSpPr/>
          <p:nvPr/>
        </p:nvSpPr>
        <p:spPr>
          <a:xfrm>
            <a:off x="752400" y="4143240"/>
            <a:ext cx="4638960" cy="9720"/>
          </a:xfrm>
          <a:custGeom>
            <a:avLst/>
            <a:gdLst/>
            <a:ahLst/>
            <a:rect l="0" t="0" r="r" b="b"/>
            <a:pathLst>
              <a:path w="12886" h="27">
                <a:moveTo>
                  <a:pt x="0" y="0"/>
                </a:moveTo>
                <a:lnTo>
                  <a:pt x="12886" y="0"/>
                </a:lnTo>
                <a:lnTo>
                  <a:pt x="128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8" name=""/>
          <p:cNvSpPr/>
          <p:nvPr/>
        </p:nvSpPr>
        <p:spPr>
          <a:xfrm>
            <a:off x="5381280" y="415260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9" name=""/>
          <p:cNvSpPr/>
          <p:nvPr/>
        </p:nvSpPr>
        <p:spPr>
          <a:xfrm>
            <a:off x="5391000" y="4143240"/>
            <a:ext cx="1190880" cy="9720"/>
          </a:xfrm>
          <a:custGeom>
            <a:avLst/>
            <a:gdLst/>
            <a:ahLst/>
            <a:rect l="0" t="0" r="r" b="b"/>
            <a:pathLst>
              <a:path w="3308" h="27">
                <a:moveTo>
                  <a:pt x="0" y="0"/>
                </a:moveTo>
                <a:lnTo>
                  <a:pt x="3308" y="0"/>
                </a:lnTo>
                <a:lnTo>
                  <a:pt x="33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0" name=""/>
          <p:cNvSpPr/>
          <p:nvPr/>
        </p:nvSpPr>
        <p:spPr>
          <a:xfrm>
            <a:off x="6572160" y="41526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1" name=""/>
          <p:cNvSpPr/>
          <p:nvPr/>
        </p:nvSpPr>
        <p:spPr>
          <a:xfrm>
            <a:off x="6581520" y="4143240"/>
            <a:ext cx="1190880" cy="9720"/>
          </a:xfrm>
          <a:custGeom>
            <a:avLst/>
            <a:gdLst/>
            <a:ahLst/>
            <a:rect l="0" t="0" r="r" b="b"/>
            <a:pathLst>
              <a:path w="3308" h="27">
                <a:moveTo>
                  <a:pt x="0" y="0"/>
                </a:moveTo>
                <a:lnTo>
                  <a:pt x="3308" y="0"/>
                </a:lnTo>
                <a:lnTo>
                  <a:pt x="33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2" name=""/>
          <p:cNvSpPr/>
          <p:nvPr/>
        </p:nvSpPr>
        <p:spPr>
          <a:xfrm>
            <a:off x="7762680" y="41526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3" name=""/>
          <p:cNvSpPr/>
          <p:nvPr/>
        </p:nvSpPr>
        <p:spPr>
          <a:xfrm>
            <a:off x="7772040" y="4143240"/>
            <a:ext cx="3124800" cy="9720"/>
          </a:xfrm>
          <a:custGeom>
            <a:avLst/>
            <a:gdLst/>
            <a:ahLst/>
            <a:rect l="0" t="0" r="r" b="b"/>
            <a:pathLst>
              <a:path w="8680" h="27">
                <a:moveTo>
                  <a:pt x="0" y="0"/>
                </a:moveTo>
                <a:lnTo>
                  <a:pt x="8680" y="0"/>
                </a:lnTo>
                <a:lnTo>
                  <a:pt x="86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4" name=""/>
          <p:cNvSpPr/>
          <p:nvPr/>
        </p:nvSpPr>
        <p:spPr>
          <a:xfrm>
            <a:off x="10886760" y="415260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5" name=""/>
          <p:cNvSpPr/>
          <p:nvPr/>
        </p:nvSpPr>
        <p:spPr>
          <a:xfrm>
            <a:off x="752400" y="469548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6" name=""/>
          <p:cNvSpPr/>
          <p:nvPr/>
        </p:nvSpPr>
        <p:spPr>
          <a:xfrm>
            <a:off x="752400" y="4686120"/>
            <a:ext cx="4638960" cy="9720"/>
          </a:xfrm>
          <a:custGeom>
            <a:avLst/>
            <a:gdLst/>
            <a:ahLst/>
            <a:rect l="0" t="0" r="r" b="b"/>
            <a:pathLst>
              <a:path w="12886" h="27">
                <a:moveTo>
                  <a:pt x="0" y="0"/>
                </a:moveTo>
                <a:lnTo>
                  <a:pt x="12886" y="0"/>
                </a:lnTo>
                <a:lnTo>
                  <a:pt x="128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7" name=""/>
          <p:cNvSpPr/>
          <p:nvPr/>
        </p:nvSpPr>
        <p:spPr>
          <a:xfrm>
            <a:off x="5381280" y="469548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8" name=""/>
          <p:cNvSpPr/>
          <p:nvPr/>
        </p:nvSpPr>
        <p:spPr>
          <a:xfrm>
            <a:off x="5391000" y="4686120"/>
            <a:ext cx="1190880" cy="9720"/>
          </a:xfrm>
          <a:custGeom>
            <a:avLst/>
            <a:gdLst/>
            <a:ahLst/>
            <a:rect l="0" t="0" r="r" b="b"/>
            <a:pathLst>
              <a:path w="3308" h="27">
                <a:moveTo>
                  <a:pt x="0" y="0"/>
                </a:moveTo>
                <a:lnTo>
                  <a:pt x="3308" y="0"/>
                </a:lnTo>
                <a:lnTo>
                  <a:pt x="33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9" name=""/>
          <p:cNvSpPr/>
          <p:nvPr/>
        </p:nvSpPr>
        <p:spPr>
          <a:xfrm>
            <a:off x="6572160" y="469548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0" name=""/>
          <p:cNvSpPr/>
          <p:nvPr/>
        </p:nvSpPr>
        <p:spPr>
          <a:xfrm>
            <a:off x="6581520" y="4686120"/>
            <a:ext cx="1190880" cy="9720"/>
          </a:xfrm>
          <a:custGeom>
            <a:avLst/>
            <a:gdLst/>
            <a:ahLst/>
            <a:rect l="0" t="0" r="r" b="b"/>
            <a:pathLst>
              <a:path w="3308" h="27">
                <a:moveTo>
                  <a:pt x="0" y="0"/>
                </a:moveTo>
                <a:lnTo>
                  <a:pt x="3308" y="0"/>
                </a:lnTo>
                <a:lnTo>
                  <a:pt x="33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1" name=""/>
          <p:cNvSpPr/>
          <p:nvPr/>
        </p:nvSpPr>
        <p:spPr>
          <a:xfrm>
            <a:off x="7762680" y="469548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2" name=""/>
          <p:cNvSpPr/>
          <p:nvPr/>
        </p:nvSpPr>
        <p:spPr>
          <a:xfrm>
            <a:off x="7772040" y="4686120"/>
            <a:ext cx="3124800" cy="9720"/>
          </a:xfrm>
          <a:custGeom>
            <a:avLst/>
            <a:gdLst/>
            <a:ahLst/>
            <a:rect l="0" t="0" r="r" b="b"/>
            <a:pathLst>
              <a:path w="8680" h="27">
                <a:moveTo>
                  <a:pt x="0" y="0"/>
                </a:moveTo>
                <a:lnTo>
                  <a:pt x="8680" y="0"/>
                </a:lnTo>
                <a:lnTo>
                  <a:pt x="86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3" name=""/>
          <p:cNvSpPr/>
          <p:nvPr/>
        </p:nvSpPr>
        <p:spPr>
          <a:xfrm>
            <a:off x="10886760" y="469548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4" name=""/>
          <p:cNvSpPr/>
          <p:nvPr/>
        </p:nvSpPr>
        <p:spPr>
          <a:xfrm>
            <a:off x="752400" y="52290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5" name=""/>
          <p:cNvSpPr/>
          <p:nvPr/>
        </p:nvSpPr>
        <p:spPr>
          <a:xfrm>
            <a:off x="752400" y="5219640"/>
            <a:ext cx="4638960" cy="9720"/>
          </a:xfrm>
          <a:custGeom>
            <a:avLst/>
            <a:gdLst/>
            <a:ahLst/>
            <a:rect l="0" t="0" r="r" b="b"/>
            <a:pathLst>
              <a:path w="12886" h="27">
                <a:moveTo>
                  <a:pt x="0" y="0"/>
                </a:moveTo>
                <a:lnTo>
                  <a:pt x="12886" y="0"/>
                </a:lnTo>
                <a:lnTo>
                  <a:pt x="128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6" name=""/>
          <p:cNvSpPr/>
          <p:nvPr/>
        </p:nvSpPr>
        <p:spPr>
          <a:xfrm>
            <a:off x="5381280" y="522900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7" name=""/>
          <p:cNvSpPr/>
          <p:nvPr/>
        </p:nvSpPr>
        <p:spPr>
          <a:xfrm>
            <a:off x="5391000" y="5219640"/>
            <a:ext cx="1190880" cy="9720"/>
          </a:xfrm>
          <a:custGeom>
            <a:avLst/>
            <a:gdLst/>
            <a:ahLst/>
            <a:rect l="0" t="0" r="r" b="b"/>
            <a:pathLst>
              <a:path w="3308" h="27">
                <a:moveTo>
                  <a:pt x="0" y="0"/>
                </a:moveTo>
                <a:lnTo>
                  <a:pt x="3308" y="0"/>
                </a:lnTo>
                <a:lnTo>
                  <a:pt x="33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8" name=""/>
          <p:cNvSpPr/>
          <p:nvPr/>
        </p:nvSpPr>
        <p:spPr>
          <a:xfrm>
            <a:off x="6572160" y="52290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9" name=""/>
          <p:cNvSpPr/>
          <p:nvPr/>
        </p:nvSpPr>
        <p:spPr>
          <a:xfrm>
            <a:off x="6581520" y="5219640"/>
            <a:ext cx="1190880" cy="9720"/>
          </a:xfrm>
          <a:custGeom>
            <a:avLst/>
            <a:gdLst/>
            <a:ahLst/>
            <a:rect l="0" t="0" r="r" b="b"/>
            <a:pathLst>
              <a:path w="3308" h="27">
                <a:moveTo>
                  <a:pt x="0" y="0"/>
                </a:moveTo>
                <a:lnTo>
                  <a:pt x="3308" y="0"/>
                </a:lnTo>
                <a:lnTo>
                  <a:pt x="33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0" name=""/>
          <p:cNvSpPr/>
          <p:nvPr/>
        </p:nvSpPr>
        <p:spPr>
          <a:xfrm>
            <a:off x="7762680" y="52290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1" name=""/>
          <p:cNvSpPr/>
          <p:nvPr/>
        </p:nvSpPr>
        <p:spPr>
          <a:xfrm>
            <a:off x="7772040" y="5219640"/>
            <a:ext cx="3124800" cy="9720"/>
          </a:xfrm>
          <a:custGeom>
            <a:avLst/>
            <a:gdLst/>
            <a:ahLst/>
            <a:rect l="0" t="0" r="r" b="b"/>
            <a:pathLst>
              <a:path w="8680" h="27">
                <a:moveTo>
                  <a:pt x="0" y="0"/>
                </a:moveTo>
                <a:lnTo>
                  <a:pt x="8680" y="0"/>
                </a:lnTo>
                <a:lnTo>
                  <a:pt x="86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2" name=""/>
          <p:cNvSpPr/>
          <p:nvPr/>
        </p:nvSpPr>
        <p:spPr>
          <a:xfrm>
            <a:off x="10886760" y="522900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3" name=""/>
          <p:cNvSpPr/>
          <p:nvPr/>
        </p:nvSpPr>
        <p:spPr>
          <a:xfrm>
            <a:off x="752400" y="577188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4" name=""/>
          <p:cNvSpPr/>
          <p:nvPr/>
        </p:nvSpPr>
        <p:spPr>
          <a:xfrm>
            <a:off x="752400" y="5762520"/>
            <a:ext cx="4638960" cy="9720"/>
          </a:xfrm>
          <a:custGeom>
            <a:avLst/>
            <a:gdLst/>
            <a:ahLst/>
            <a:rect l="0" t="0" r="r" b="b"/>
            <a:pathLst>
              <a:path w="12886" h="27">
                <a:moveTo>
                  <a:pt x="0" y="0"/>
                </a:moveTo>
                <a:lnTo>
                  <a:pt x="12886" y="0"/>
                </a:lnTo>
                <a:lnTo>
                  <a:pt x="128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5" name=""/>
          <p:cNvSpPr/>
          <p:nvPr/>
        </p:nvSpPr>
        <p:spPr>
          <a:xfrm>
            <a:off x="5381280" y="577188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6" name=""/>
          <p:cNvSpPr/>
          <p:nvPr/>
        </p:nvSpPr>
        <p:spPr>
          <a:xfrm>
            <a:off x="5391000" y="5762520"/>
            <a:ext cx="1190880" cy="9720"/>
          </a:xfrm>
          <a:custGeom>
            <a:avLst/>
            <a:gdLst/>
            <a:ahLst/>
            <a:rect l="0" t="0" r="r" b="b"/>
            <a:pathLst>
              <a:path w="3308" h="27">
                <a:moveTo>
                  <a:pt x="0" y="0"/>
                </a:moveTo>
                <a:lnTo>
                  <a:pt x="3308" y="0"/>
                </a:lnTo>
                <a:lnTo>
                  <a:pt x="33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7" name=""/>
          <p:cNvSpPr/>
          <p:nvPr/>
        </p:nvSpPr>
        <p:spPr>
          <a:xfrm>
            <a:off x="6572160" y="577188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8" name=""/>
          <p:cNvSpPr/>
          <p:nvPr/>
        </p:nvSpPr>
        <p:spPr>
          <a:xfrm>
            <a:off x="6581520" y="5762520"/>
            <a:ext cx="1190880" cy="9720"/>
          </a:xfrm>
          <a:custGeom>
            <a:avLst/>
            <a:gdLst/>
            <a:ahLst/>
            <a:rect l="0" t="0" r="r" b="b"/>
            <a:pathLst>
              <a:path w="3308" h="27">
                <a:moveTo>
                  <a:pt x="0" y="0"/>
                </a:moveTo>
                <a:lnTo>
                  <a:pt x="3308" y="0"/>
                </a:lnTo>
                <a:lnTo>
                  <a:pt x="33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9" name=""/>
          <p:cNvSpPr/>
          <p:nvPr/>
        </p:nvSpPr>
        <p:spPr>
          <a:xfrm>
            <a:off x="7762680" y="577188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0" name=""/>
          <p:cNvSpPr/>
          <p:nvPr/>
        </p:nvSpPr>
        <p:spPr>
          <a:xfrm>
            <a:off x="7772040" y="5762520"/>
            <a:ext cx="3124800" cy="9720"/>
          </a:xfrm>
          <a:custGeom>
            <a:avLst/>
            <a:gdLst/>
            <a:ahLst/>
            <a:rect l="0" t="0" r="r" b="b"/>
            <a:pathLst>
              <a:path w="8680" h="27">
                <a:moveTo>
                  <a:pt x="0" y="0"/>
                </a:moveTo>
                <a:lnTo>
                  <a:pt x="8680" y="0"/>
                </a:lnTo>
                <a:lnTo>
                  <a:pt x="86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1" name=""/>
          <p:cNvSpPr/>
          <p:nvPr/>
        </p:nvSpPr>
        <p:spPr>
          <a:xfrm>
            <a:off x="10886760" y="577188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2" name=""/>
          <p:cNvSpPr/>
          <p:nvPr/>
        </p:nvSpPr>
        <p:spPr>
          <a:xfrm>
            <a:off x="752400" y="63054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3" name=""/>
          <p:cNvSpPr/>
          <p:nvPr/>
        </p:nvSpPr>
        <p:spPr>
          <a:xfrm>
            <a:off x="752400" y="6295680"/>
            <a:ext cx="4638960" cy="10080"/>
          </a:xfrm>
          <a:custGeom>
            <a:avLst/>
            <a:gdLst/>
            <a:ahLst/>
            <a:rect l="0" t="0" r="r" b="b"/>
            <a:pathLst>
              <a:path w="12886" h="28">
                <a:moveTo>
                  <a:pt x="0" y="0"/>
                </a:moveTo>
                <a:lnTo>
                  <a:pt x="12886" y="0"/>
                </a:lnTo>
                <a:lnTo>
                  <a:pt x="1288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4" name=""/>
          <p:cNvSpPr/>
          <p:nvPr/>
        </p:nvSpPr>
        <p:spPr>
          <a:xfrm>
            <a:off x="5381280" y="630540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5" name=""/>
          <p:cNvSpPr/>
          <p:nvPr/>
        </p:nvSpPr>
        <p:spPr>
          <a:xfrm>
            <a:off x="5391000" y="6295680"/>
            <a:ext cx="1190880" cy="10080"/>
          </a:xfrm>
          <a:custGeom>
            <a:avLst/>
            <a:gdLst/>
            <a:ahLst/>
            <a:rect l="0" t="0" r="r" b="b"/>
            <a:pathLst>
              <a:path w="3308" h="28">
                <a:moveTo>
                  <a:pt x="0" y="0"/>
                </a:moveTo>
                <a:lnTo>
                  <a:pt x="3308" y="0"/>
                </a:lnTo>
                <a:lnTo>
                  <a:pt x="330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6" name=""/>
          <p:cNvSpPr/>
          <p:nvPr/>
        </p:nvSpPr>
        <p:spPr>
          <a:xfrm>
            <a:off x="6572160" y="63054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7" name=""/>
          <p:cNvSpPr/>
          <p:nvPr/>
        </p:nvSpPr>
        <p:spPr>
          <a:xfrm>
            <a:off x="6581520" y="6295680"/>
            <a:ext cx="1190880" cy="10080"/>
          </a:xfrm>
          <a:custGeom>
            <a:avLst/>
            <a:gdLst/>
            <a:ahLst/>
            <a:rect l="0" t="0" r="r" b="b"/>
            <a:pathLst>
              <a:path w="3308" h="28">
                <a:moveTo>
                  <a:pt x="0" y="0"/>
                </a:moveTo>
                <a:lnTo>
                  <a:pt x="3308" y="0"/>
                </a:lnTo>
                <a:lnTo>
                  <a:pt x="330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8" name=""/>
          <p:cNvSpPr/>
          <p:nvPr/>
        </p:nvSpPr>
        <p:spPr>
          <a:xfrm>
            <a:off x="7762680" y="63054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9" name=""/>
          <p:cNvSpPr/>
          <p:nvPr/>
        </p:nvSpPr>
        <p:spPr>
          <a:xfrm>
            <a:off x="7772040" y="6295680"/>
            <a:ext cx="3124800" cy="10080"/>
          </a:xfrm>
          <a:custGeom>
            <a:avLst/>
            <a:gdLst/>
            <a:ahLst/>
            <a:rect l="0" t="0" r="r" b="b"/>
            <a:pathLst>
              <a:path w="8680" h="28">
                <a:moveTo>
                  <a:pt x="0" y="0"/>
                </a:moveTo>
                <a:lnTo>
                  <a:pt x="8680" y="0"/>
                </a:lnTo>
                <a:lnTo>
                  <a:pt x="868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0" name=""/>
          <p:cNvSpPr/>
          <p:nvPr/>
        </p:nvSpPr>
        <p:spPr>
          <a:xfrm>
            <a:off x="10886760" y="630540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1" name=""/>
          <p:cNvSpPr/>
          <p:nvPr/>
        </p:nvSpPr>
        <p:spPr>
          <a:xfrm>
            <a:off x="752400" y="6838920"/>
            <a:ext cx="4638960" cy="9720"/>
          </a:xfrm>
          <a:custGeom>
            <a:avLst/>
            <a:gdLst/>
            <a:ahLst/>
            <a:rect l="0" t="0" r="r" b="b"/>
            <a:pathLst>
              <a:path w="12886" h="27">
                <a:moveTo>
                  <a:pt x="0" y="0"/>
                </a:moveTo>
                <a:lnTo>
                  <a:pt x="12886" y="0"/>
                </a:lnTo>
                <a:lnTo>
                  <a:pt x="128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2" name=""/>
          <p:cNvSpPr/>
          <p:nvPr/>
        </p:nvSpPr>
        <p:spPr>
          <a:xfrm>
            <a:off x="5391000" y="6838920"/>
            <a:ext cx="1190880" cy="9720"/>
          </a:xfrm>
          <a:custGeom>
            <a:avLst/>
            <a:gdLst/>
            <a:ahLst/>
            <a:rect l="0" t="0" r="r" b="b"/>
            <a:pathLst>
              <a:path w="3308" h="27">
                <a:moveTo>
                  <a:pt x="0" y="0"/>
                </a:moveTo>
                <a:lnTo>
                  <a:pt x="3308" y="0"/>
                </a:lnTo>
                <a:lnTo>
                  <a:pt x="33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3" name=""/>
          <p:cNvSpPr/>
          <p:nvPr/>
        </p:nvSpPr>
        <p:spPr>
          <a:xfrm>
            <a:off x="6581520" y="6838920"/>
            <a:ext cx="1190880" cy="9720"/>
          </a:xfrm>
          <a:custGeom>
            <a:avLst/>
            <a:gdLst/>
            <a:ahLst/>
            <a:rect l="0" t="0" r="r" b="b"/>
            <a:pathLst>
              <a:path w="3308" h="27">
                <a:moveTo>
                  <a:pt x="0" y="0"/>
                </a:moveTo>
                <a:lnTo>
                  <a:pt x="3308" y="0"/>
                </a:lnTo>
                <a:lnTo>
                  <a:pt x="33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4" name=""/>
          <p:cNvSpPr/>
          <p:nvPr/>
        </p:nvSpPr>
        <p:spPr>
          <a:xfrm>
            <a:off x="7772040" y="6838920"/>
            <a:ext cx="3124800" cy="9720"/>
          </a:xfrm>
          <a:custGeom>
            <a:avLst/>
            <a:gdLst/>
            <a:ahLst/>
            <a:rect l="0" t="0" r="r" b="b"/>
            <a:pathLst>
              <a:path w="8680" h="27">
                <a:moveTo>
                  <a:pt x="0" y="0"/>
                </a:moveTo>
                <a:lnTo>
                  <a:pt x="8680" y="0"/>
                </a:lnTo>
                <a:lnTo>
                  <a:pt x="86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5" name=""/>
          <p:cNvSpPr txBox="1"/>
          <p:nvPr/>
        </p:nvSpPr>
        <p:spPr>
          <a:xfrm>
            <a:off x="747720" y="770400"/>
            <a:ext cx="649764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  <a:ea typeface="Arial"/>
              </a:rPr>
              <a:t>Level 1 vs Level 2 — the real numbers</a:t>
            </a:r>
            <a:endParaRPr b="0" lang="en-US" sz="28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6" name=""/>
          <p:cNvSpPr txBox="1"/>
          <p:nvPr/>
        </p:nvSpPr>
        <p:spPr>
          <a:xfrm>
            <a:off x="2661480" y="1569240"/>
            <a:ext cx="8128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Metric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7" name=""/>
          <p:cNvSpPr txBox="1"/>
          <p:nvPr/>
        </p:nvSpPr>
        <p:spPr>
          <a:xfrm>
            <a:off x="5513040" y="1569240"/>
            <a:ext cx="9349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Level 1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8" name=""/>
          <p:cNvSpPr txBox="1"/>
          <p:nvPr/>
        </p:nvSpPr>
        <p:spPr>
          <a:xfrm>
            <a:off x="6706800" y="1569240"/>
            <a:ext cx="9349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Level 2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9" name=""/>
          <p:cNvSpPr txBox="1"/>
          <p:nvPr/>
        </p:nvSpPr>
        <p:spPr>
          <a:xfrm>
            <a:off x="8827560" y="1569240"/>
            <a:ext cx="10112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Change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0" name=""/>
          <p:cNvSpPr txBox="1"/>
          <p:nvPr/>
        </p:nvSpPr>
        <p:spPr>
          <a:xfrm>
            <a:off x="880920" y="2102760"/>
            <a:ext cx="43729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Peak requests/s @ 50 Virtual Users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1" name=""/>
          <p:cNvSpPr txBox="1"/>
          <p:nvPr/>
        </p:nvSpPr>
        <p:spPr>
          <a:xfrm>
            <a:off x="5513040" y="2102760"/>
            <a:ext cx="3070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65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2" name=""/>
          <p:cNvSpPr txBox="1"/>
          <p:nvPr/>
        </p:nvSpPr>
        <p:spPr>
          <a:xfrm>
            <a:off x="6706800" y="2102760"/>
            <a:ext cx="3070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70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3" name=""/>
          <p:cNvSpPr txBox="1"/>
          <p:nvPr/>
        </p:nvSpPr>
        <p:spPr>
          <a:xfrm>
            <a:off x="7900560" y="2102760"/>
            <a:ext cx="5601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+8%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4" name=""/>
          <p:cNvSpPr txBox="1"/>
          <p:nvPr/>
        </p:nvSpPr>
        <p:spPr>
          <a:xfrm>
            <a:off x="880920" y="2645640"/>
            <a:ext cx="15033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p95 Latency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5" name=""/>
          <p:cNvSpPr txBox="1"/>
          <p:nvPr/>
        </p:nvSpPr>
        <p:spPr>
          <a:xfrm>
            <a:off x="5513040" y="2645640"/>
            <a:ext cx="9043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133 ms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6" name=""/>
          <p:cNvSpPr txBox="1"/>
          <p:nvPr/>
        </p:nvSpPr>
        <p:spPr>
          <a:xfrm>
            <a:off x="6706800" y="2645640"/>
            <a:ext cx="7826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79 ms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7" name=""/>
          <p:cNvSpPr txBox="1"/>
          <p:nvPr/>
        </p:nvSpPr>
        <p:spPr>
          <a:xfrm>
            <a:off x="7900560" y="2645640"/>
            <a:ext cx="7124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−</a:t>
            </a:r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41%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8" name=""/>
          <p:cNvSpPr txBox="1"/>
          <p:nvPr/>
        </p:nvSpPr>
        <p:spPr>
          <a:xfrm>
            <a:off x="880920" y="3179160"/>
            <a:ext cx="14104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CPU usage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9" name=""/>
          <p:cNvSpPr txBox="1"/>
          <p:nvPr/>
        </p:nvSpPr>
        <p:spPr>
          <a:xfrm>
            <a:off x="5513040" y="3179160"/>
            <a:ext cx="7826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25.4%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0" name=""/>
          <p:cNvSpPr txBox="1"/>
          <p:nvPr/>
        </p:nvSpPr>
        <p:spPr>
          <a:xfrm>
            <a:off x="6706800" y="3179160"/>
            <a:ext cx="7826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18.1%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1" name=""/>
          <p:cNvSpPr txBox="1"/>
          <p:nvPr/>
        </p:nvSpPr>
        <p:spPr>
          <a:xfrm>
            <a:off x="7900560" y="3179160"/>
            <a:ext cx="7124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−</a:t>
            </a:r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29%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2" name=""/>
          <p:cNvSpPr txBox="1"/>
          <p:nvPr/>
        </p:nvSpPr>
        <p:spPr>
          <a:xfrm>
            <a:off x="880920" y="3722040"/>
            <a:ext cx="24832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FPM workers (peak)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3" name=""/>
          <p:cNvSpPr txBox="1"/>
          <p:nvPr/>
        </p:nvSpPr>
        <p:spPr>
          <a:xfrm>
            <a:off x="5513040" y="3722040"/>
            <a:ext cx="8434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14 / 20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4" name=""/>
          <p:cNvSpPr txBox="1"/>
          <p:nvPr/>
        </p:nvSpPr>
        <p:spPr>
          <a:xfrm>
            <a:off x="6706800" y="3722040"/>
            <a:ext cx="8434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11 / 20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5" name=""/>
          <p:cNvSpPr txBox="1"/>
          <p:nvPr/>
        </p:nvSpPr>
        <p:spPr>
          <a:xfrm>
            <a:off x="7900560" y="3722040"/>
            <a:ext cx="7124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−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21%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6" name=""/>
          <p:cNvSpPr txBox="1"/>
          <p:nvPr/>
        </p:nvSpPr>
        <p:spPr>
          <a:xfrm>
            <a:off x="880920" y="4255200"/>
            <a:ext cx="21924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FPM queue depth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7" name=""/>
          <p:cNvSpPr txBox="1"/>
          <p:nvPr/>
        </p:nvSpPr>
        <p:spPr>
          <a:xfrm>
            <a:off x="5513040" y="425520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0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8" name=""/>
          <p:cNvSpPr txBox="1"/>
          <p:nvPr/>
        </p:nvSpPr>
        <p:spPr>
          <a:xfrm>
            <a:off x="6706800" y="425520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0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9" name=""/>
          <p:cNvSpPr txBox="1"/>
          <p:nvPr/>
        </p:nvSpPr>
        <p:spPr>
          <a:xfrm>
            <a:off x="7900560" y="4255200"/>
            <a:ext cx="2764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—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0" name=""/>
          <p:cNvSpPr txBox="1"/>
          <p:nvPr/>
        </p:nvSpPr>
        <p:spPr>
          <a:xfrm>
            <a:off x="880920" y="4798440"/>
            <a:ext cx="29282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MariaDB threads (peak)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1" name=""/>
          <p:cNvSpPr txBox="1"/>
          <p:nvPr/>
        </p:nvSpPr>
        <p:spPr>
          <a:xfrm>
            <a:off x="5513040" y="4798440"/>
            <a:ext cx="5371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12.5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2" name=""/>
          <p:cNvSpPr txBox="1"/>
          <p:nvPr/>
        </p:nvSpPr>
        <p:spPr>
          <a:xfrm>
            <a:off x="6706800" y="479844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3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3" name=""/>
          <p:cNvSpPr txBox="1"/>
          <p:nvPr/>
        </p:nvSpPr>
        <p:spPr>
          <a:xfrm>
            <a:off x="7900560" y="4798440"/>
            <a:ext cx="7124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−</a:t>
            </a:r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76%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4" name=""/>
          <p:cNvSpPr txBox="1"/>
          <p:nvPr/>
        </p:nvSpPr>
        <p:spPr>
          <a:xfrm>
            <a:off x="880920" y="5331600"/>
            <a:ext cx="17013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Cache offload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5" name=""/>
          <p:cNvSpPr txBox="1"/>
          <p:nvPr/>
        </p:nvSpPr>
        <p:spPr>
          <a:xfrm>
            <a:off x="5513040" y="5331600"/>
            <a:ext cx="3985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0%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6" name=""/>
          <p:cNvSpPr/>
          <p:nvPr/>
        </p:nvSpPr>
        <p:spPr>
          <a:xfrm>
            <a:off x="7924680" y="5333760"/>
            <a:ext cx="276480" cy="276480"/>
          </a:xfrm>
          <a:custGeom>
            <a:avLst/>
            <a:gdLst/>
            <a:ahLst/>
            <a:rect l="0" t="0" r="r" b="b"/>
            <a:pathLst>
              <a:path w="768" h="768">
                <a:moveTo>
                  <a:pt x="768" y="683"/>
                </a:moveTo>
                <a:cubicBezTo>
                  <a:pt x="768" y="730"/>
                  <a:pt x="730" y="768"/>
                  <a:pt x="683" y="768"/>
                </a:cubicBezTo>
                <a:lnTo>
                  <a:pt x="85" y="768"/>
                </a:lnTo>
                <a:cubicBezTo>
                  <a:pt x="38" y="768"/>
                  <a:pt x="0" y="730"/>
                  <a:pt x="0" y="683"/>
                </a:cubicBezTo>
                <a:lnTo>
                  <a:pt x="0" y="85"/>
                </a:lnTo>
                <a:cubicBezTo>
                  <a:pt x="0" y="38"/>
                  <a:pt x="38" y="0"/>
                  <a:pt x="85" y="0"/>
                </a:cubicBezTo>
                <a:lnTo>
                  <a:pt x="683" y="0"/>
                </a:lnTo>
                <a:cubicBezTo>
                  <a:pt x="730" y="0"/>
                  <a:pt x="768" y="38"/>
                  <a:pt x="768" y="85"/>
                </a:cubicBezTo>
                <a:lnTo>
                  <a:pt x="768" y="683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07" name=""/>
          <p:cNvSpPr/>
          <p:nvPr/>
        </p:nvSpPr>
        <p:spPr>
          <a:xfrm>
            <a:off x="7968600" y="5379480"/>
            <a:ext cx="190080" cy="186480"/>
          </a:xfrm>
          <a:custGeom>
            <a:avLst/>
            <a:gdLst/>
            <a:ahLst/>
            <a:rect l="0" t="0" r="r" b="b"/>
            <a:pathLst>
              <a:path w="528" h="518">
                <a:moveTo>
                  <a:pt x="503" y="9"/>
                </a:moveTo>
                <a:cubicBezTo>
                  <a:pt x="478" y="-7"/>
                  <a:pt x="445" y="0"/>
                  <a:pt x="429" y="24"/>
                </a:cubicBezTo>
                <a:lnTo>
                  <a:pt x="196" y="383"/>
                </a:lnTo>
                <a:lnTo>
                  <a:pt x="89" y="283"/>
                </a:lnTo>
                <a:cubicBezTo>
                  <a:pt x="67" y="263"/>
                  <a:pt x="34" y="264"/>
                  <a:pt x="14" y="286"/>
                </a:cubicBezTo>
                <a:cubicBezTo>
                  <a:pt x="-6" y="308"/>
                  <a:pt x="-5" y="342"/>
                  <a:pt x="17" y="362"/>
                </a:cubicBezTo>
                <a:lnTo>
                  <a:pt x="170" y="504"/>
                </a:lnTo>
                <a:cubicBezTo>
                  <a:pt x="181" y="514"/>
                  <a:pt x="194" y="518"/>
                  <a:pt x="206" y="518"/>
                </a:cubicBezTo>
                <a:cubicBezTo>
                  <a:pt x="222" y="518"/>
                  <a:pt x="240" y="512"/>
                  <a:pt x="252" y="494"/>
                </a:cubicBezTo>
                <a:cubicBezTo>
                  <a:pt x="259" y="483"/>
                  <a:pt x="519" y="82"/>
                  <a:pt x="519" y="82"/>
                </a:cubicBezTo>
                <a:cubicBezTo>
                  <a:pt x="535" y="58"/>
                  <a:pt x="528" y="25"/>
                  <a:pt x="503" y="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8" name=""/>
          <p:cNvSpPr txBox="1"/>
          <p:nvPr/>
        </p:nvSpPr>
        <p:spPr>
          <a:xfrm>
            <a:off x="6706800" y="5331600"/>
            <a:ext cx="7124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~70%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9" name=""/>
          <p:cNvSpPr txBox="1"/>
          <p:nvPr/>
        </p:nvSpPr>
        <p:spPr>
          <a:xfrm>
            <a:off x="8218080" y="5331600"/>
            <a:ext cx="25444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50 requests/s saved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0" name=""/>
          <p:cNvSpPr txBox="1"/>
          <p:nvPr/>
        </p:nvSpPr>
        <p:spPr>
          <a:xfrm>
            <a:off x="880920" y="5874480"/>
            <a:ext cx="22075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Requests in 5 min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1" name=""/>
          <p:cNvSpPr txBox="1"/>
          <p:nvPr/>
        </p:nvSpPr>
        <p:spPr>
          <a:xfrm>
            <a:off x="5513040" y="5874480"/>
            <a:ext cx="4989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~8K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2" name=""/>
          <p:cNvSpPr txBox="1"/>
          <p:nvPr/>
        </p:nvSpPr>
        <p:spPr>
          <a:xfrm>
            <a:off x="6706800" y="5874480"/>
            <a:ext cx="7351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9.94K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3" name=""/>
          <p:cNvSpPr txBox="1"/>
          <p:nvPr/>
        </p:nvSpPr>
        <p:spPr>
          <a:xfrm>
            <a:off x="7900560" y="5874480"/>
            <a:ext cx="7124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+24%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4" name=""/>
          <p:cNvSpPr txBox="1"/>
          <p:nvPr/>
        </p:nvSpPr>
        <p:spPr>
          <a:xfrm>
            <a:off x="880920" y="6408000"/>
            <a:ext cx="16862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Redis hit ratio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5" name=""/>
          <p:cNvSpPr txBox="1"/>
          <p:nvPr/>
        </p:nvSpPr>
        <p:spPr>
          <a:xfrm>
            <a:off x="5513040" y="6408000"/>
            <a:ext cx="7826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82.3%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6" name=""/>
          <p:cNvSpPr txBox="1"/>
          <p:nvPr/>
        </p:nvSpPr>
        <p:spPr>
          <a:xfrm>
            <a:off x="6706800" y="6408000"/>
            <a:ext cx="8740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~80%+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7" name=""/>
          <p:cNvSpPr txBox="1"/>
          <p:nvPr/>
        </p:nvSpPr>
        <p:spPr>
          <a:xfrm>
            <a:off x="7900560" y="6408000"/>
            <a:ext cx="7963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similar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9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1" name=""/>
          <p:cNvSpPr txBox="1"/>
          <p:nvPr/>
        </p:nvSpPr>
        <p:spPr>
          <a:xfrm>
            <a:off x="747720" y="2106000"/>
            <a:ext cx="343800" cy="323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NotoColorEmoji"/>
                <a:ea typeface="NotoColorEmoji"/>
              </a:rPr>
              <a:t>⚡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2" name=""/>
          <p:cNvSpPr txBox="1"/>
          <p:nvPr/>
        </p:nvSpPr>
        <p:spPr>
          <a:xfrm>
            <a:off x="747720" y="2743200"/>
            <a:ext cx="2782080" cy="49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480" spc="-1" strike="noStrike">
                <a:solidFill>
                  <a:srgbClr val="224466"/>
                </a:solidFill>
                <a:latin typeface="Arial"/>
                <a:ea typeface="Arial"/>
              </a:rPr>
              <a:t>What's Next?</a:t>
            </a:r>
            <a:endParaRPr b="0" lang="en-US" sz="34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3" name=""/>
          <p:cNvSpPr txBox="1"/>
          <p:nvPr/>
        </p:nvSpPr>
        <p:spPr>
          <a:xfrm>
            <a:off x="747720" y="3646800"/>
            <a:ext cx="265860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  <a:ea typeface="Arial"/>
              </a:rPr>
              <a:t>The Static Leap</a:t>
            </a:r>
            <a:endParaRPr b="0" lang="en-US" sz="28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4" name=""/>
          <p:cNvSpPr txBox="1"/>
          <p:nvPr/>
        </p:nvSpPr>
        <p:spPr>
          <a:xfrm>
            <a:off x="747720" y="4420800"/>
            <a:ext cx="8713440" cy="338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390" spc="-1" strike="noStrike">
                <a:solidFill>
                  <a:srgbClr val="1f2328"/>
                </a:solidFill>
                <a:latin typeface="Arial"/>
                <a:ea typeface="Arial"/>
              </a:rPr>
              <a:t>Level 4 — Simply Static: WordPress as a CMS, not a runtime</a:t>
            </a:r>
            <a:endParaRPr b="0" lang="en-US" sz="23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6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8" name=""/>
          <p:cNvSpPr/>
          <p:nvPr/>
        </p:nvSpPr>
        <p:spPr>
          <a:xfrm>
            <a:off x="757080" y="2023920"/>
            <a:ext cx="10687320" cy="2210040"/>
          </a:xfrm>
          <a:custGeom>
            <a:avLst/>
            <a:gdLst/>
            <a:ahLst/>
            <a:rect l="0" t="0" r="r" b="b"/>
            <a:pathLst>
              <a:path w="29687" h="6139">
                <a:moveTo>
                  <a:pt x="0" y="599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5994"/>
                </a:lnTo>
                <a:cubicBezTo>
                  <a:pt x="29687" y="6003"/>
                  <a:pt x="29686" y="6013"/>
                  <a:pt x="29684" y="6022"/>
                </a:cubicBezTo>
                <a:cubicBezTo>
                  <a:pt x="29683" y="6031"/>
                  <a:pt x="29680" y="6041"/>
                  <a:pt x="29676" y="6049"/>
                </a:cubicBezTo>
                <a:cubicBezTo>
                  <a:pt x="29672" y="6058"/>
                  <a:pt x="29668" y="6067"/>
                  <a:pt x="29663" y="6075"/>
                </a:cubicBezTo>
                <a:cubicBezTo>
                  <a:pt x="29657" y="6082"/>
                  <a:pt x="29651" y="6090"/>
                  <a:pt x="29645" y="6097"/>
                </a:cubicBezTo>
                <a:cubicBezTo>
                  <a:pt x="29638" y="6103"/>
                  <a:pt x="29630" y="6109"/>
                  <a:pt x="29623" y="6115"/>
                </a:cubicBezTo>
                <a:cubicBezTo>
                  <a:pt x="29615" y="6120"/>
                  <a:pt x="29606" y="6124"/>
                  <a:pt x="29597" y="6128"/>
                </a:cubicBezTo>
                <a:cubicBezTo>
                  <a:pt x="29589" y="6132"/>
                  <a:pt x="29579" y="6135"/>
                  <a:pt x="29570" y="6136"/>
                </a:cubicBezTo>
                <a:cubicBezTo>
                  <a:pt x="29561" y="6138"/>
                  <a:pt x="29551" y="6139"/>
                  <a:pt x="29542" y="6139"/>
                </a:cubicBezTo>
                <a:lnTo>
                  <a:pt x="145" y="6139"/>
                </a:lnTo>
                <a:cubicBezTo>
                  <a:pt x="136" y="6139"/>
                  <a:pt x="126" y="6138"/>
                  <a:pt x="117" y="6136"/>
                </a:cubicBezTo>
                <a:cubicBezTo>
                  <a:pt x="108" y="6135"/>
                  <a:pt x="99" y="6132"/>
                  <a:pt x="90" y="6128"/>
                </a:cubicBezTo>
                <a:cubicBezTo>
                  <a:pt x="81" y="6124"/>
                  <a:pt x="73" y="6120"/>
                  <a:pt x="65" y="6115"/>
                </a:cubicBezTo>
                <a:cubicBezTo>
                  <a:pt x="57" y="6109"/>
                  <a:pt x="49" y="6103"/>
                  <a:pt x="43" y="6097"/>
                </a:cubicBezTo>
                <a:cubicBezTo>
                  <a:pt x="36" y="6090"/>
                  <a:pt x="30" y="6082"/>
                  <a:pt x="24" y="6075"/>
                </a:cubicBezTo>
                <a:cubicBezTo>
                  <a:pt x="19" y="6067"/>
                  <a:pt x="15" y="6058"/>
                  <a:pt x="11" y="6049"/>
                </a:cubicBezTo>
                <a:cubicBezTo>
                  <a:pt x="7" y="6041"/>
                  <a:pt x="5" y="6031"/>
                  <a:pt x="3" y="6022"/>
                </a:cubicBezTo>
                <a:cubicBezTo>
                  <a:pt x="1" y="6013"/>
                  <a:pt x="0" y="6003"/>
                  <a:pt x="0" y="5994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9" name=""/>
          <p:cNvSpPr/>
          <p:nvPr/>
        </p:nvSpPr>
        <p:spPr>
          <a:xfrm>
            <a:off x="757080" y="2023920"/>
            <a:ext cx="10687320" cy="2210040"/>
          </a:xfrm>
          <a:custGeom>
            <a:avLst/>
            <a:gdLst/>
            <a:ahLst/>
            <a:rect l="0" t="0" r="r" b="b"/>
            <a:pathLst>
              <a:path w="29687" h="6139">
                <a:moveTo>
                  <a:pt x="0" y="599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5994"/>
                </a:lnTo>
                <a:cubicBezTo>
                  <a:pt x="29687" y="6003"/>
                  <a:pt x="29686" y="6013"/>
                  <a:pt x="29684" y="6022"/>
                </a:cubicBezTo>
                <a:cubicBezTo>
                  <a:pt x="29683" y="6031"/>
                  <a:pt x="29680" y="6041"/>
                  <a:pt x="29676" y="6049"/>
                </a:cubicBezTo>
                <a:cubicBezTo>
                  <a:pt x="29672" y="6058"/>
                  <a:pt x="29668" y="6067"/>
                  <a:pt x="29663" y="6075"/>
                </a:cubicBezTo>
                <a:cubicBezTo>
                  <a:pt x="29657" y="6082"/>
                  <a:pt x="29651" y="6090"/>
                  <a:pt x="29645" y="6097"/>
                </a:cubicBezTo>
                <a:cubicBezTo>
                  <a:pt x="29638" y="6103"/>
                  <a:pt x="29630" y="6109"/>
                  <a:pt x="29623" y="6115"/>
                </a:cubicBezTo>
                <a:cubicBezTo>
                  <a:pt x="29615" y="6120"/>
                  <a:pt x="29606" y="6124"/>
                  <a:pt x="29597" y="6128"/>
                </a:cubicBezTo>
                <a:cubicBezTo>
                  <a:pt x="29589" y="6132"/>
                  <a:pt x="29579" y="6135"/>
                  <a:pt x="29570" y="6136"/>
                </a:cubicBezTo>
                <a:cubicBezTo>
                  <a:pt x="29561" y="6138"/>
                  <a:pt x="29551" y="6139"/>
                  <a:pt x="29542" y="6139"/>
                </a:cubicBezTo>
                <a:lnTo>
                  <a:pt x="145" y="6139"/>
                </a:lnTo>
                <a:cubicBezTo>
                  <a:pt x="136" y="6139"/>
                  <a:pt x="126" y="6138"/>
                  <a:pt x="117" y="6136"/>
                </a:cubicBezTo>
                <a:cubicBezTo>
                  <a:pt x="108" y="6135"/>
                  <a:pt x="99" y="6132"/>
                  <a:pt x="90" y="6128"/>
                </a:cubicBezTo>
                <a:cubicBezTo>
                  <a:pt x="81" y="6124"/>
                  <a:pt x="73" y="6120"/>
                  <a:pt x="65" y="6115"/>
                </a:cubicBezTo>
                <a:cubicBezTo>
                  <a:pt x="57" y="6109"/>
                  <a:pt x="49" y="6103"/>
                  <a:pt x="43" y="6097"/>
                </a:cubicBezTo>
                <a:cubicBezTo>
                  <a:pt x="36" y="6090"/>
                  <a:pt x="30" y="6082"/>
                  <a:pt x="24" y="6075"/>
                </a:cubicBezTo>
                <a:cubicBezTo>
                  <a:pt x="19" y="6067"/>
                  <a:pt x="15" y="6058"/>
                  <a:pt x="11" y="6049"/>
                </a:cubicBezTo>
                <a:cubicBezTo>
                  <a:pt x="7" y="6041"/>
                  <a:pt x="5" y="6031"/>
                  <a:pt x="3" y="6022"/>
                </a:cubicBezTo>
                <a:cubicBezTo>
                  <a:pt x="1" y="6013"/>
                  <a:pt x="0" y="6003"/>
                  <a:pt x="0" y="5994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0" name=""/>
          <p:cNvSpPr/>
          <p:nvPr/>
        </p:nvSpPr>
        <p:spPr>
          <a:xfrm>
            <a:off x="752400" y="4390920"/>
            <a:ext cx="66960" cy="1657800"/>
          </a:xfrm>
          <a:custGeom>
            <a:avLst/>
            <a:gdLst/>
            <a:ahLst/>
            <a:rect l="0" t="0" r="r" b="b"/>
            <a:pathLst>
              <a:path w="186" h="4605">
                <a:moveTo>
                  <a:pt x="0" y="0"/>
                </a:moveTo>
                <a:lnTo>
                  <a:pt x="186" y="0"/>
                </a:lnTo>
                <a:lnTo>
                  <a:pt x="186" y="4605"/>
                </a:lnTo>
                <a:lnTo>
                  <a:pt x="0" y="460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1" name=""/>
          <p:cNvSpPr/>
          <p:nvPr/>
        </p:nvSpPr>
        <p:spPr>
          <a:xfrm>
            <a:off x="757080" y="6777000"/>
            <a:ext cx="10687320" cy="1943280"/>
          </a:xfrm>
          <a:custGeom>
            <a:avLst/>
            <a:gdLst/>
            <a:ahLst/>
            <a:rect l="0" t="0" r="r" b="b"/>
            <a:pathLst>
              <a:path w="29687" h="5398">
                <a:moveTo>
                  <a:pt x="0" y="5253"/>
                </a:moveTo>
                <a:lnTo>
                  <a:pt x="0" y="146"/>
                </a:lnTo>
                <a:cubicBezTo>
                  <a:pt x="0" y="137"/>
                  <a:pt x="1" y="127"/>
                  <a:pt x="3" y="118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2"/>
                  <a:pt x="19" y="73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29"/>
                  <a:pt x="29638" y="35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3"/>
                  <a:pt x="29672" y="82"/>
                  <a:pt x="29676" y="90"/>
                </a:cubicBezTo>
                <a:cubicBezTo>
                  <a:pt x="29680" y="99"/>
                  <a:pt x="29683" y="108"/>
                  <a:pt x="29684" y="118"/>
                </a:cubicBezTo>
                <a:cubicBezTo>
                  <a:pt x="29686" y="127"/>
                  <a:pt x="29687" y="137"/>
                  <a:pt x="29687" y="146"/>
                </a:cubicBezTo>
                <a:lnTo>
                  <a:pt x="29687" y="5253"/>
                </a:lnTo>
                <a:cubicBezTo>
                  <a:pt x="29687" y="5262"/>
                  <a:pt x="29686" y="5272"/>
                  <a:pt x="29684" y="5281"/>
                </a:cubicBezTo>
                <a:cubicBezTo>
                  <a:pt x="29683" y="5290"/>
                  <a:pt x="29680" y="5299"/>
                  <a:pt x="29676" y="5308"/>
                </a:cubicBezTo>
                <a:cubicBezTo>
                  <a:pt x="29672" y="5317"/>
                  <a:pt x="29668" y="5325"/>
                  <a:pt x="29663" y="5333"/>
                </a:cubicBezTo>
                <a:cubicBezTo>
                  <a:pt x="29657" y="5341"/>
                  <a:pt x="29651" y="5349"/>
                  <a:pt x="29645" y="5355"/>
                </a:cubicBezTo>
                <a:cubicBezTo>
                  <a:pt x="29638" y="5362"/>
                  <a:pt x="29630" y="5368"/>
                  <a:pt x="29623" y="5374"/>
                </a:cubicBezTo>
                <a:cubicBezTo>
                  <a:pt x="29615" y="5379"/>
                  <a:pt x="29606" y="5383"/>
                  <a:pt x="29597" y="5387"/>
                </a:cubicBezTo>
                <a:cubicBezTo>
                  <a:pt x="29589" y="5391"/>
                  <a:pt x="29579" y="5393"/>
                  <a:pt x="29570" y="5395"/>
                </a:cubicBezTo>
                <a:cubicBezTo>
                  <a:pt x="29561" y="5397"/>
                  <a:pt x="29551" y="5398"/>
                  <a:pt x="29542" y="5398"/>
                </a:cubicBezTo>
                <a:lnTo>
                  <a:pt x="145" y="5398"/>
                </a:lnTo>
                <a:cubicBezTo>
                  <a:pt x="136" y="5398"/>
                  <a:pt x="126" y="5397"/>
                  <a:pt x="117" y="5395"/>
                </a:cubicBezTo>
                <a:cubicBezTo>
                  <a:pt x="108" y="5393"/>
                  <a:pt x="99" y="5391"/>
                  <a:pt x="90" y="5387"/>
                </a:cubicBezTo>
                <a:cubicBezTo>
                  <a:pt x="81" y="5383"/>
                  <a:pt x="73" y="5379"/>
                  <a:pt x="65" y="5374"/>
                </a:cubicBezTo>
                <a:cubicBezTo>
                  <a:pt x="57" y="5368"/>
                  <a:pt x="49" y="5362"/>
                  <a:pt x="43" y="5355"/>
                </a:cubicBezTo>
                <a:cubicBezTo>
                  <a:pt x="36" y="5349"/>
                  <a:pt x="30" y="5341"/>
                  <a:pt x="24" y="5333"/>
                </a:cubicBezTo>
                <a:cubicBezTo>
                  <a:pt x="19" y="5325"/>
                  <a:pt x="15" y="5317"/>
                  <a:pt x="11" y="5308"/>
                </a:cubicBezTo>
                <a:cubicBezTo>
                  <a:pt x="7" y="5299"/>
                  <a:pt x="5" y="5290"/>
                  <a:pt x="3" y="5281"/>
                </a:cubicBezTo>
                <a:cubicBezTo>
                  <a:pt x="1" y="5272"/>
                  <a:pt x="0" y="5262"/>
                  <a:pt x="0" y="5253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2" name=""/>
          <p:cNvSpPr/>
          <p:nvPr/>
        </p:nvSpPr>
        <p:spPr>
          <a:xfrm>
            <a:off x="757080" y="6777000"/>
            <a:ext cx="10687320" cy="1943280"/>
          </a:xfrm>
          <a:custGeom>
            <a:avLst/>
            <a:gdLst/>
            <a:ahLst/>
            <a:rect l="0" t="0" r="r" b="b"/>
            <a:pathLst>
              <a:path w="29687" h="5398">
                <a:moveTo>
                  <a:pt x="0" y="5253"/>
                </a:moveTo>
                <a:lnTo>
                  <a:pt x="0" y="146"/>
                </a:lnTo>
                <a:cubicBezTo>
                  <a:pt x="0" y="137"/>
                  <a:pt x="1" y="127"/>
                  <a:pt x="3" y="118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2"/>
                  <a:pt x="19" y="73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29"/>
                  <a:pt x="29638" y="35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3"/>
                  <a:pt x="29672" y="82"/>
                  <a:pt x="29676" y="90"/>
                </a:cubicBezTo>
                <a:cubicBezTo>
                  <a:pt x="29680" y="99"/>
                  <a:pt x="29683" y="108"/>
                  <a:pt x="29684" y="118"/>
                </a:cubicBezTo>
                <a:cubicBezTo>
                  <a:pt x="29686" y="127"/>
                  <a:pt x="29687" y="137"/>
                  <a:pt x="29687" y="146"/>
                </a:cubicBezTo>
                <a:lnTo>
                  <a:pt x="29687" y="5253"/>
                </a:lnTo>
                <a:cubicBezTo>
                  <a:pt x="29687" y="5262"/>
                  <a:pt x="29686" y="5272"/>
                  <a:pt x="29684" y="5281"/>
                </a:cubicBezTo>
                <a:cubicBezTo>
                  <a:pt x="29683" y="5290"/>
                  <a:pt x="29680" y="5299"/>
                  <a:pt x="29676" y="5308"/>
                </a:cubicBezTo>
                <a:cubicBezTo>
                  <a:pt x="29672" y="5317"/>
                  <a:pt x="29668" y="5325"/>
                  <a:pt x="29663" y="5333"/>
                </a:cubicBezTo>
                <a:cubicBezTo>
                  <a:pt x="29657" y="5341"/>
                  <a:pt x="29651" y="5349"/>
                  <a:pt x="29645" y="5355"/>
                </a:cubicBezTo>
                <a:cubicBezTo>
                  <a:pt x="29638" y="5362"/>
                  <a:pt x="29630" y="5368"/>
                  <a:pt x="29623" y="5374"/>
                </a:cubicBezTo>
                <a:cubicBezTo>
                  <a:pt x="29615" y="5379"/>
                  <a:pt x="29606" y="5383"/>
                  <a:pt x="29597" y="5387"/>
                </a:cubicBezTo>
                <a:cubicBezTo>
                  <a:pt x="29589" y="5391"/>
                  <a:pt x="29579" y="5393"/>
                  <a:pt x="29570" y="5395"/>
                </a:cubicBezTo>
                <a:cubicBezTo>
                  <a:pt x="29561" y="5397"/>
                  <a:pt x="29551" y="5398"/>
                  <a:pt x="29542" y="5398"/>
                </a:cubicBezTo>
                <a:lnTo>
                  <a:pt x="145" y="5398"/>
                </a:lnTo>
                <a:cubicBezTo>
                  <a:pt x="136" y="5398"/>
                  <a:pt x="126" y="5397"/>
                  <a:pt x="117" y="5395"/>
                </a:cubicBezTo>
                <a:cubicBezTo>
                  <a:pt x="108" y="5393"/>
                  <a:pt x="99" y="5391"/>
                  <a:pt x="90" y="5387"/>
                </a:cubicBezTo>
                <a:cubicBezTo>
                  <a:pt x="81" y="5383"/>
                  <a:pt x="73" y="5379"/>
                  <a:pt x="65" y="5374"/>
                </a:cubicBezTo>
                <a:cubicBezTo>
                  <a:pt x="57" y="5368"/>
                  <a:pt x="49" y="5362"/>
                  <a:pt x="43" y="5355"/>
                </a:cubicBezTo>
                <a:cubicBezTo>
                  <a:pt x="36" y="5349"/>
                  <a:pt x="30" y="5341"/>
                  <a:pt x="24" y="5333"/>
                </a:cubicBezTo>
                <a:cubicBezTo>
                  <a:pt x="19" y="5325"/>
                  <a:pt x="15" y="5317"/>
                  <a:pt x="11" y="5308"/>
                </a:cubicBezTo>
                <a:cubicBezTo>
                  <a:pt x="7" y="5299"/>
                  <a:pt x="5" y="5290"/>
                  <a:pt x="3" y="5281"/>
                </a:cubicBezTo>
                <a:cubicBezTo>
                  <a:pt x="1" y="5272"/>
                  <a:pt x="0" y="5262"/>
                  <a:pt x="0" y="5253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3" name=""/>
          <p:cNvSpPr txBox="1"/>
          <p:nvPr/>
        </p:nvSpPr>
        <p:spPr>
          <a:xfrm>
            <a:off x="747720" y="770400"/>
            <a:ext cx="379692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  <a:ea typeface="Arial"/>
              </a:rPr>
              <a:t>Level 4 — the concept</a:t>
            </a:r>
            <a:endParaRPr b="0" lang="en-US" sz="28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4" name=""/>
          <p:cNvSpPr txBox="1"/>
          <p:nvPr/>
        </p:nvSpPr>
        <p:spPr>
          <a:xfrm>
            <a:off x="747720" y="1502640"/>
            <a:ext cx="73432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Build time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(once per publish cycle, after content is seeded):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5" name=""/>
          <p:cNvSpPr txBox="1"/>
          <p:nvPr/>
        </p:nvSpPr>
        <p:spPr>
          <a:xfrm>
            <a:off x="914400" y="2185560"/>
            <a:ext cx="60555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59636e"/>
                </a:solidFill>
                <a:latin typeface="Courier New"/>
                <a:ea typeface="Courier New"/>
              </a:rPr>
              <a:t># Setup — install the Simply Static plugin: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6" name=""/>
          <p:cNvSpPr txBox="1"/>
          <p:nvPr/>
        </p:nvSpPr>
        <p:spPr>
          <a:xfrm>
            <a:off x="914400" y="2452320"/>
            <a:ext cx="59155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wp plugin install simply-static --activate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7" name=""/>
          <p:cNvSpPr txBox="1"/>
          <p:nvPr/>
        </p:nvSpPr>
        <p:spPr>
          <a:xfrm>
            <a:off x="914400" y="2995200"/>
            <a:ext cx="66193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59636e"/>
                </a:solidFill>
                <a:latin typeface="Courier New"/>
                <a:ea typeface="Courier New"/>
              </a:rPr>
              <a:t># Export — trigger once after content is ready: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8" name=""/>
          <p:cNvSpPr txBox="1"/>
          <p:nvPr/>
        </p:nvSpPr>
        <p:spPr>
          <a:xfrm>
            <a:off x="914400" y="3261960"/>
            <a:ext cx="28170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wp simply-static run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9" name=""/>
          <p:cNvSpPr txBox="1"/>
          <p:nvPr/>
        </p:nvSpPr>
        <p:spPr>
          <a:xfrm>
            <a:off x="914400" y="3538080"/>
            <a:ext cx="69015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59636e"/>
                </a:solidFill>
                <a:latin typeface="Courier New"/>
                <a:ea typeface="Courier New"/>
              </a:rPr>
              <a:t># Crawls every published URL → flat HTML + assets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0" name=""/>
          <p:cNvSpPr txBox="1"/>
          <p:nvPr/>
        </p:nvSpPr>
        <p:spPr>
          <a:xfrm>
            <a:off x="914400" y="3804840"/>
            <a:ext cx="76053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59636e"/>
                </a:solidFill>
                <a:latin typeface="Courier New"/>
                <a:ea typeface="Courier New"/>
              </a:rPr>
              <a:t># Output: static/export/  →  served by Nginx, zero PHP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1" name=""/>
          <p:cNvSpPr txBox="1"/>
          <p:nvPr/>
        </p:nvSpPr>
        <p:spPr>
          <a:xfrm>
            <a:off x="1090440" y="4436280"/>
            <a:ext cx="82472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59636e"/>
                </a:solidFill>
                <a:latin typeface="Arial"/>
                <a:ea typeface="Arial"/>
              </a:rPr>
              <a:t>Simply Static </a:t>
            </a:r>
            <a:r>
              <a:rPr b="0" lang="en-US" sz="2170" spc="-1" strike="noStrike">
                <a:solidFill>
                  <a:srgbClr val="59636e"/>
                </a:solidFill>
                <a:latin typeface="Arial"/>
                <a:ea typeface="Arial"/>
              </a:rPr>
              <a:t>is a WordPress plugin — no external tooling needed.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2" name=""/>
          <p:cNvSpPr txBox="1"/>
          <p:nvPr/>
        </p:nvSpPr>
        <p:spPr>
          <a:xfrm>
            <a:off x="1090440" y="4855320"/>
            <a:ext cx="94388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59636e"/>
                </a:solidFill>
                <a:latin typeface="Arial"/>
                <a:ea typeface="Arial"/>
              </a:rPr>
              <a:t>Run once after seeding 2,500 posts + 500 products. Re-run after any publish.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3" name=""/>
          <p:cNvSpPr/>
          <p:nvPr/>
        </p:nvSpPr>
        <p:spPr>
          <a:xfrm>
            <a:off x="6715080" y="5276520"/>
            <a:ext cx="2162520" cy="352800"/>
          </a:xfrm>
          <a:custGeom>
            <a:avLst/>
            <a:gdLst/>
            <a:ahLst/>
            <a:rect l="0" t="0" r="r" b="b"/>
            <a:pathLst>
              <a:path w="6007" h="980">
                <a:moveTo>
                  <a:pt x="0" y="822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3" y="40"/>
                  <a:pt x="62" y="33"/>
                  <a:pt x="70" y="27"/>
                </a:cubicBezTo>
                <a:cubicBezTo>
                  <a:pt x="79" y="21"/>
                  <a:pt x="88" y="16"/>
                  <a:pt x="98" y="13"/>
                </a:cubicBezTo>
                <a:cubicBezTo>
                  <a:pt x="107" y="9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5848" y="0"/>
                </a:lnTo>
                <a:cubicBezTo>
                  <a:pt x="5858" y="0"/>
                  <a:pt x="5869" y="1"/>
                  <a:pt x="5879" y="3"/>
                </a:cubicBezTo>
                <a:cubicBezTo>
                  <a:pt x="5889" y="5"/>
                  <a:pt x="5899" y="9"/>
                  <a:pt x="5909" y="13"/>
                </a:cubicBezTo>
                <a:cubicBezTo>
                  <a:pt x="5918" y="16"/>
                  <a:pt x="5927" y="21"/>
                  <a:pt x="5936" y="27"/>
                </a:cubicBezTo>
                <a:cubicBezTo>
                  <a:pt x="5945" y="33"/>
                  <a:pt x="5953" y="40"/>
                  <a:pt x="5960" y="47"/>
                </a:cubicBezTo>
                <a:cubicBezTo>
                  <a:pt x="5968" y="54"/>
                  <a:pt x="5974" y="62"/>
                  <a:pt x="5980" y="71"/>
                </a:cubicBezTo>
                <a:cubicBezTo>
                  <a:pt x="5986" y="80"/>
                  <a:pt x="5991" y="89"/>
                  <a:pt x="5995" y="98"/>
                </a:cubicBezTo>
                <a:cubicBezTo>
                  <a:pt x="5999" y="108"/>
                  <a:pt x="6002" y="118"/>
                  <a:pt x="6004" y="128"/>
                </a:cubicBezTo>
                <a:cubicBezTo>
                  <a:pt x="6006" y="138"/>
                  <a:pt x="6007" y="149"/>
                  <a:pt x="6007" y="159"/>
                </a:cubicBezTo>
                <a:lnTo>
                  <a:pt x="6007" y="822"/>
                </a:lnTo>
                <a:cubicBezTo>
                  <a:pt x="6007" y="832"/>
                  <a:pt x="6006" y="842"/>
                  <a:pt x="6004" y="853"/>
                </a:cubicBezTo>
                <a:cubicBezTo>
                  <a:pt x="6002" y="863"/>
                  <a:pt x="5999" y="873"/>
                  <a:pt x="5995" y="882"/>
                </a:cubicBezTo>
                <a:cubicBezTo>
                  <a:pt x="5991" y="892"/>
                  <a:pt x="5986" y="901"/>
                  <a:pt x="5980" y="910"/>
                </a:cubicBezTo>
                <a:cubicBezTo>
                  <a:pt x="5974" y="918"/>
                  <a:pt x="5968" y="927"/>
                  <a:pt x="5960" y="934"/>
                </a:cubicBezTo>
                <a:cubicBezTo>
                  <a:pt x="5953" y="941"/>
                  <a:pt x="5945" y="948"/>
                  <a:pt x="5936" y="954"/>
                </a:cubicBezTo>
                <a:cubicBezTo>
                  <a:pt x="5927" y="959"/>
                  <a:pt x="5918" y="964"/>
                  <a:pt x="5909" y="968"/>
                </a:cubicBezTo>
                <a:cubicBezTo>
                  <a:pt x="5899" y="972"/>
                  <a:pt x="5889" y="975"/>
                  <a:pt x="5879" y="977"/>
                </a:cubicBezTo>
                <a:cubicBezTo>
                  <a:pt x="5869" y="979"/>
                  <a:pt x="5858" y="980"/>
                  <a:pt x="5848" y="980"/>
                </a:cubicBezTo>
                <a:lnTo>
                  <a:pt x="158" y="980"/>
                </a:lnTo>
                <a:cubicBezTo>
                  <a:pt x="148" y="980"/>
                  <a:pt x="138" y="979"/>
                  <a:pt x="127" y="977"/>
                </a:cubicBezTo>
                <a:cubicBezTo>
                  <a:pt x="117" y="975"/>
                  <a:pt x="107" y="972"/>
                  <a:pt x="98" y="968"/>
                </a:cubicBezTo>
                <a:cubicBezTo>
                  <a:pt x="88" y="964"/>
                  <a:pt x="79" y="959"/>
                  <a:pt x="70" y="954"/>
                </a:cubicBezTo>
                <a:cubicBezTo>
                  <a:pt x="62" y="948"/>
                  <a:pt x="53" y="941"/>
                  <a:pt x="46" y="934"/>
                </a:cubicBezTo>
                <a:cubicBezTo>
                  <a:pt x="39" y="927"/>
                  <a:pt x="32" y="918"/>
                  <a:pt x="26" y="910"/>
                </a:cubicBezTo>
                <a:cubicBezTo>
                  <a:pt x="21" y="901"/>
                  <a:pt x="16" y="892"/>
                  <a:pt x="12" y="882"/>
                </a:cubicBezTo>
                <a:cubicBezTo>
                  <a:pt x="8" y="873"/>
                  <a:pt x="5" y="863"/>
                  <a:pt x="3" y="853"/>
                </a:cubicBezTo>
                <a:cubicBezTo>
                  <a:pt x="1" y="842"/>
                  <a:pt x="0" y="832"/>
                  <a:pt x="0" y="822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44" name=""/>
          <p:cNvSpPr txBox="1"/>
          <p:nvPr/>
        </p:nvSpPr>
        <p:spPr>
          <a:xfrm>
            <a:off x="1090440" y="5265000"/>
            <a:ext cx="56502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59636e"/>
                </a:solidFill>
                <a:latin typeface="Arial"/>
                <a:ea typeface="Arial"/>
              </a:rPr>
              <a:t>Takes ~2–5 min. Output directory is the same 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5" name=""/>
          <p:cNvSpPr txBox="1"/>
          <p:nvPr/>
        </p:nvSpPr>
        <p:spPr>
          <a:xfrm>
            <a:off x="6811560" y="5328000"/>
            <a:ext cx="19713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59636e"/>
                </a:solidFill>
                <a:latin typeface="Courier New"/>
                <a:ea typeface="Courier New"/>
              </a:rPr>
              <a:t>static/export/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6" name=""/>
          <p:cNvSpPr txBox="1"/>
          <p:nvPr/>
        </p:nvSpPr>
        <p:spPr>
          <a:xfrm>
            <a:off x="8877240" y="5265000"/>
            <a:ext cx="17625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59636e"/>
                </a:solidFill>
                <a:latin typeface="Arial"/>
                <a:ea typeface="Arial"/>
              </a:rPr>
              <a:t> </a:t>
            </a:r>
            <a:r>
              <a:rPr b="0" lang="en-US" sz="2170" spc="-1" strike="noStrike">
                <a:solidFill>
                  <a:srgbClr val="59636e"/>
                </a:solidFill>
                <a:latin typeface="Arial"/>
                <a:ea typeface="Arial"/>
              </a:rPr>
              <a:t>Nginx already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7" name=""/>
          <p:cNvSpPr txBox="1"/>
          <p:nvPr/>
        </p:nvSpPr>
        <p:spPr>
          <a:xfrm>
            <a:off x="1090440" y="5684040"/>
            <a:ext cx="8892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59636e"/>
                </a:solidFill>
                <a:latin typeface="Arial"/>
                <a:ea typeface="Arial"/>
              </a:rPr>
              <a:t>serves.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8" name=""/>
          <p:cNvSpPr txBox="1"/>
          <p:nvPr/>
        </p:nvSpPr>
        <p:spPr>
          <a:xfrm>
            <a:off x="747720" y="6246000"/>
            <a:ext cx="46141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Runtime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(every anonymous request):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0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2" name=""/>
          <p:cNvSpPr/>
          <p:nvPr/>
        </p:nvSpPr>
        <p:spPr>
          <a:xfrm>
            <a:off x="752400" y="1457280"/>
            <a:ext cx="3924720" cy="543240"/>
          </a:xfrm>
          <a:custGeom>
            <a:avLst/>
            <a:gdLst/>
            <a:ahLst/>
            <a:rect l="0" t="0" r="r" b="b"/>
            <a:pathLst>
              <a:path w="10902" h="1509">
                <a:moveTo>
                  <a:pt x="0" y="0"/>
                </a:moveTo>
                <a:lnTo>
                  <a:pt x="10902" y="0"/>
                </a:lnTo>
                <a:lnTo>
                  <a:pt x="10902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3" name=""/>
          <p:cNvSpPr/>
          <p:nvPr/>
        </p:nvSpPr>
        <p:spPr>
          <a:xfrm>
            <a:off x="4676760" y="1457280"/>
            <a:ext cx="1190880" cy="543240"/>
          </a:xfrm>
          <a:custGeom>
            <a:avLst/>
            <a:gdLst/>
            <a:ahLst/>
            <a:rect l="0" t="0" r="r" b="b"/>
            <a:pathLst>
              <a:path w="3308" h="1509">
                <a:moveTo>
                  <a:pt x="0" y="0"/>
                </a:moveTo>
                <a:lnTo>
                  <a:pt x="3308" y="0"/>
                </a:lnTo>
                <a:lnTo>
                  <a:pt x="330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4" name=""/>
          <p:cNvSpPr/>
          <p:nvPr/>
        </p:nvSpPr>
        <p:spPr>
          <a:xfrm>
            <a:off x="5867280" y="1457280"/>
            <a:ext cx="2752920" cy="543240"/>
          </a:xfrm>
          <a:custGeom>
            <a:avLst/>
            <a:gdLst/>
            <a:ahLst/>
            <a:rect l="0" t="0" r="r" b="b"/>
            <a:pathLst>
              <a:path w="7647" h="1509">
                <a:moveTo>
                  <a:pt x="0" y="0"/>
                </a:moveTo>
                <a:lnTo>
                  <a:pt x="7647" y="0"/>
                </a:lnTo>
                <a:lnTo>
                  <a:pt x="764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5" name=""/>
          <p:cNvSpPr/>
          <p:nvPr/>
        </p:nvSpPr>
        <p:spPr>
          <a:xfrm>
            <a:off x="752400" y="2000160"/>
            <a:ext cx="3924720" cy="533520"/>
          </a:xfrm>
          <a:custGeom>
            <a:avLst/>
            <a:gdLst/>
            <a:ahLst/>
            <a:rect l="0" t="0" r="r" b="b"/>
            <a:pathLst>
              <a:path w="10902" h="1482">
                <a:moveTo>
                  <a:pt x="0" y="0"/>
                </a:moveTo>
                <a:lnTo>
                  <a:pt x="10902" y="0"/>
                </a:lnTo>
                <a:lnTo>
                  <a:pt x="10902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6" name=""/>
          <p:cNvSpPr/>
          <p:nvPr/>
        </p:nvSpPr>
        <p:spPr>
          <a:xfrm>
            <a:off x="4676760" y="2000160"/>
            <a:ext cx="1190880" cy="533520"/>
          </a:xfrm>
          <a:custGeom>
            <a:avLst/>
            <a:gdLst/>
            <a:ahLst/>
            <a:rect l="0" t="0" r="r" b="b"/>
            <a:pathLst>
              <a:path w="3308" h="1482">
                <a:moveTo>
                  <a:pt x="0" y="0"/>
                </a:moveTo>
                <a:lnTo>
                  <a:pt x="3308" y="0"/>
                </a:lnTo>
                <a:lnTo>
                  <a:pt x="330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7" name=""/>
          <p:cNvSpPr/>
          <p:nvPr/>
        </p:nvSpPr>
        <p:spPr>
          <a:xfrm>
            <a:off x="5867280" y="2000160"/>
            <a:ext cx="2752920" cy="533520"/>
          </a:xfrm>
          <a:custGeom>
            <a:avLst/>
            <a:gdLst/>
            <a:ahLst/>
            <a:rect l="0" t="0" r="r" b="b"/>
            <a:pathLst>
              <a:path w="7647" h="1482">
                <a:moveTo>
                  <a:pt x="0" y="0"/>
                </a:moveTo>
                <a:lnTo>
                  <a:pt x="7647" y="0"/>
                </a:lnTo>
                <a:lnTo>
                  <a:pt x="764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8" name=""/>
          <p:cNvSpPr/>
          <p:nvPr/>
        </p:nvSpPr>
        <p:spPr>
          <a:xfrm>
            <a:off x="752400" y="2533320"/>
            <a:ext cx="3924720" cy="543600"/>
          </a:xfrm>
          <a:custGeom>
            <a:avLst/>
            <a:gdLst/>
            <a:ahLst/>
            <a:rect l="0" t="0" r="r" b="b"/>
            <a:pathLst>
              <a:path w="10902" h="1510">
                <a:moveTo>
                  <a:pt x="0" y="0"/>
                </a:moveTo>
                <a:lnTo>
                  <a:pt x="10902" y="0"/>
                </a:lnTo>
                <a:lnTo>
                  <a:pt x="10902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9" name=""/>
          <p:cNvSpPr/>
          <p:nvPr/>
        </p:nvSpPr>
        <p:spPr>
          <a:xfrm>
            <a:off x="4676760" y="2533320"/>
            <a:ext cx="1190880" cy="543600"/>
          </a:xfrm>
          <a:custGeom>
            <a:avLst/>
            <a:gdLst/>
            <a:ahLst/>
            <a:rect l="0" t="0" r="r" b="b"/>
            <a:pathLst>
              <a:path w="3308" h="1510">
                <a:moveTo>
                  <a:pt x="0" y="0"/>
                </a:moveTo>
                <a:lnTo>
                  <a:pt x="3308" y="0"/>
                </a:lnTo>
                <a:lnTo>
                  <a:pt x="3308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0" name=""/>
          <p:cNvSpPr/>
          <p:nvPr/>
        </p:nvSpPr>
        <p:spPr>
          <a:xfrm>
            <a:off x="5867280" y="2533320"/>
            <a:ext cx="2752920" cy="543600"/>
          </a:xfrm>
          <a:custGeom>
            <a:avLst/>
            <a:gdLst/>
            <a:ahLst/>
            <a:rect l="0" t="0" r="r" b="b"/>
            <a:pathLst>
              <a:path w="7647" h="1510">
                <a:moveTo>
                  <a:pt x="0" y="0"/>
                </a:moveTo>
                <a:lnTo>
                  <a:pt x="7647" y="0"/>
                </a:lnTo>
                <a:lnTo>
                  <a:pt x="7647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1" name=""/>
          <p:cNvSpPr/>
          <p:nvPr/>
        </p:nvSpPr>
        <p:spPr>
          <a:xfrm>
            <a:off x="752400" y="3076560"/>
            <a:ext cx="3924720" cy="533520"/>
          </a:xfrm>
          <a:custGeom>
            <a:avLst/>
            <a:gdLst/>
            <a:ahLst/>
            <a:rect l="0" t="0" r="r" b="b"/>
            <a:pathLst>
              <a:path w="10902" h="1482">
                <a:moveTo>
                  <a:pt x="0" y="0"/>
                </a:moveTo>
                <a:lnTo>
                  <a:pt x="10902" y="0"/>
                </a:lnTo>
                <a:lnTo>
                  <a:pt x="10902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2" name=""/>
          <p:cNvSpPr/>
          <p:nvPr/>
        </p:nvSpPr>
        <p:spPr>
          <a:xfrm>
            <a:off x="4676760" y="3076560"/>
            <a:ext cx="1190880" cy="533520"/>
          </a:xfrm>
          <a:custGeom>
            <a:avLst/>
            <a:gdLst/>
            <a:ahLst/>
            <a:rect l="0" t="0" r="r" b="b"/>
            <a:pathLst>
              <a:path w="3308" h="1482">
                <a:moveTo>
                  <a:pt x="0" y="0"/>
                </a:moveTo>
                <a:lnTo>
                  <a:pt x="3308" y="0"/>
                </a:lnTo>
                <a:lnTo>
                  <a:pt x="330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3" name=""/>
          <p:cNvSpPr/>
          <p:nvPr/>
        </p:nvSpPr>
        <p:spPr>
          <a:xfrm>
            <a:off x="5867280" y="3076560"/>
            <a:ext cx="2752920" cy="533520"/>
          </a:xfrm>
          <a:custGeom>
            <a:avLst/>
            <a:gdLst/>
            <a:ahLst/>
            <a:rect l="0" t="0" r="r" b="b"/>
            <a:pathLst>
              <a:path w="7647" h="1482">
                <a:moveTo>
                  <a:pt x="0" y="0"/>
                </a:moveTo>
                <a:lnTo>
                  <a:pt x="7647" y="0"/>
                </a:lnTo>
                <a:lnTo>
                  <a:pt x="764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4" name=""/>
          <p:cNvSpPr/>
          <p:nvPr/>
        </p:nvSpPr>
        <p:spPr>
          <a:xfrm>
            <a:off x="752400" y="3609720"/>
            <a:ext cx="3924720" cy="543240"/>
          </a:xfrm>
          <a:custGeom>
            <a:avLst/>
            <a:gdLst/>
            <a:ahLst/>
            <a:rect l="0" t="0" r="r" b="b"/>
            <a:pathLst>
              <a:path w="10902" h="1509">
                <a:moveTo>
                  <a:pt x="0" y="0"/>
                </a:moveTo>
                <a:lnTo>
                  <a:pt x="10902" y="0"/>
                </a:lnTo>
                <a:lnTo>
                  <a:pt x="10902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5" name=""/>
          <p:cNvSpPr/>
          <p:nvPr/>
        </p:nvSpPr>
        <p:spPr>
          <a:xfrm>
            <a:off x="4676760" y="3609720"/>
            <a:ext cx="1190880" cy="543240"/>
          </a:xfrm>
          <a:custGeom>
            <a:avLst/>
            <a:gdLst/>
            <a:ahLst/>
            <a:rect l="0" t="0" r="r" b="b"/>
            <a:pathLst>
              <a:path w="3308" h="1509">
                <a:moveTo>
                  <a:pt x="0" y="0"/>
                </a:moveTo>
                <a:lnTo>
                  <a:pt x="3308" y="0"/>
                </a:lnTo>
                <a:lnTo>
                  <a:pt x="330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6" name=""/>
          <p:cNvSpPr/>
          <p:nvPr/>
        </p:nvSpPr>
        <p:spPr>
          <a:xfrm>
            <a:off x="5867280" y="3609720"/>
            <a:ext cx="2752920" cy="543240"/>
          </a:xfrm>
          <a:custGeom>
            <a:avLst/>
            <a:gdLst/>
            <a:ahLst/>
            <a:rect l="0" t="0" r="r" b="b"/>
            <a:pathLst>
              <a:path w="7647" h="1509">
                <a:moveTo>
                  <a:pt x="0" y="0"/>
                </a:moveTo>
                <a:lnTo>
                  <a:pt x="7647" y="0"/>
                </a:lnTo>
                <a:lnTo>
                  <a:pt x="764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7" name=""/>
          <p:cNvSpPr/>
          <p:nvPr/>
        </p:nvSpPr>
        <p:spPr>
          <a:xfrm>
            <a:off x="752400" y="4152600"/>
            <a:ext cx="3924720" cy="533880"/>
          </a:xfrm>
          <a:custGeom>
            <a:avLst/>
            <a:gdLst/>
            <a:ahLst/>
            <a:rect l="0" t="0" r="r" b="b"/>
            <a:pathLst>
              <a:path w="10902" h="1483">
                <a:moveTo>
                  <a:pt x="0" y="0"/>
                </a:moveTo>
                <a:lnTo>
                  <a:pt x="10902" y="0"/>
                </a:lnTo>
                <a:lnTo>
                  <a:pt x="10902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8" name=""/>
          <p:cNvSpPr/>
          <p:nvPr/>
        </p:nvSpPr>
        <p:spPr>
          <a:xfrm>
            <a:off x="4676760" y="4152600"/>
            <a:ext cx="1190880" cy="533880"/>
          </a:xfrm>
          <a:custGeom>
            <a:avLst/>
            <a:gdLst/>
            <a:ahLst/>
            <a:rect l="0" t="0" r="r" b="b"/>
            <a:pathLst>
              <a:path w="3308" h="1483">
                <a:moveTo>
                  <a:pt x="0" y="0"/>
                </a:moveTo>
                <a:lnTo>
                  <a:pt x="3308" y="0"/>
                </a:lnTo>
                <a:lnTo>
                  <a:pt x="330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9" name=""/>
          <p:cNvSpPr/>
          <p:nvPr/>
        </p:nvSpPr>
        <p:spPr>
          <a:xfrm>
            <a:off x="5867280" y="4152600"/>
            <a:ext cx="2752920" cy="533880"/>
          </a:xfrm>
          <a:custGeom>
            <a:avLst/>
            <a:gdLst/>
            <a:ahLst/>
            <a:rect l="0" t="0" r="r" b="b"/>
            <a:pathLst>
              <a:path w="7647" h="1483">
                <a:moveTo>
                  <a:pt x="0" y="0"/>
                </a:moveTo>
                <a:lnTo>
                  <a:pt x="7647" y="0"/>
                </a:lnTo>
                <a:lnTo>
                  <a:pt x="764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0" name=""/>
          <p:cNvSpPr/>
          <p:nvPr/>
        </p:nvSpPr>
        <p:spPr>
          <a:xfrm>
            <a:off x="752400" y="14572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1" name=""/>
          <p:cNvSpPr/>
          <p:nvPr/>
        </p:nvSpPr>
        <p:spPr>
          <a:xfrm>
            <a:off x="752400" y="1457280"/>
            <a:ext cx="3934080" cy="9720"/>
          </a:xfrm>
          <a:custGeom>
            <a:avLst/>
            <a:gdLst/>
            <a:ahLst/>
            <a:rect l="0" t="0" r="r" b="b"/>
            <a:pathLst>
              <a:path w="10928" h="27">
                <a:moveTo>
                  <a:pt x="0" y="0"/>
                </a:moveTo>
                <a:lnTo>
                  <a:pt x="10928" y="0"/>
                </a:lnTo>
                <a:lnTo>
                  <a:pt x="109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2" name=""/>
          <p:cNvSpPr/>
          <p:nvPr/>
        </p:nvSpPr>
        <p:spPr>
          <a:xfrm>
            <a:off x="4676760" y="14572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3" name=""/>
          <p:cNvSpPr/>
          <p:nvPr/>
        </p:nvSpPr>
        <p:spPr>
          <a:xfrm>
            <a:off x="4686120" y="1457280"/>
            <a:ext cx="1190880" cy="9720"/>
          </a:xfrm>
          <a:custGeom>
            <a:avLst/>
            <a:gdLst/>
            <a:ahLst/>
            <a:rect l="0" t="0" r="r" b="b"/>
            <a:pathLst>
              <a:path w="3308" h="27">
                <a:moveTo>
                  <a:pt x="0" y="0"/>
                </a:moveTo>
                <a:lnTo>
                  <a:pt x="3308" y="0"/>
                </a:lnTo>
                <a:lnTo>
                  <a:pt x="33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4" name=""/>
          <p:cNvSpPr/>
          <p:nvPr/>
        </p:nvSpPr>
        <p:spPr>
          <a:xfrm>
            <a:off x="5867280" y="14572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5" name=""/>
          <p:cNvSpPr/>
          <p:nvPr/>
        </p:nvSpPr>
        <p:spPr>
          <a:xfrm>
            <a:off x="5876640" y="1457280"/>
            <a:ext cx="2743560" cy="9720"/>
          </a:xfrm>
          <a:custGeom>
            <a:avLst/>
            <a:gdLst/>
            <a:ahLst/>
            <a:rect l="0" t="0" r="r" b="b"/>
            <a:pathLst>
              <a:path w="7621" h="27">
                <a:moveTo>
                  <a:pt x="0" y="0"/>
                </a:moveTo>
                <a:lnTo>
                  <a:pt x="7621" y="0"/>
                </a:lnTo>
                <a:lnTo>
                  <a:pt x="76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6" name=""/>
          <p:cNvSpPr/>
          <p:nvPr/>
        </p:nvSpPr>
        <p:spPr>
          <a:xfrm>
            <a:off x="8610480" y="14572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7" name=""/>
          <p:cNvSpPr/>
          <p:nvPr/>
        </p:nvSpPr>
        <p:spPr>
          <a:xfrm>
            <a:off x="752400" y="1990440"/>
            <a:ext cx="3934080" cy="10080"/>
          </a:xfrm>
          <a:custGeom>
            <a:avLst/>
            <a:gdLst/>
            <a:ahLst/>
            <a:rect l="0" t="0" r="r" b="b"/>
            <a:pathLst>
              <a:path w="10928" h="28">
                <a:moveTo>
                  <a:pt x="0" y="0"/>
                </a:moveTo>
                <a:lnTo>
                  <a:pt x="10928" y="0"/>
                </a:lnTo>
                <a:lnTo>
                  <a:pt x="1092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8" name=""/>
          <p:cNvSpPr/>
          <p:nvPr/>
        </p:nvSpPr>
        <p:spPr>
          <a:xfrm>
            <a:off x="4686120" y="1990440"/>
            <a:ext cx="1190880" cy="10080"/>
          </a:xfrm>
          <a:custGeom>
            <a:avLst/>
            <a:gdLst/>
            <a:ahLst/>
            <a:rect l="0" t="0" r="r" b="b"/>
            <a:pathLst>
              <a:path w="3308" h="28">
                <a:moveTo>
                  <a:pt x="0" y="0"/>
                </a:moveTo>
                <a:lnTo>
                  <a:pt x="3308" y="0"/>
                </a:lnTo>
                <a:lnTo>
                  <a:pt x="330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9" name=""/>
          <p:cNvSpPr/>
          <p:nvPr/>
        </p:nvSpPr>
        <p:spPr>
          <a:xfrm>
            <a:off x="5876640" y="1990440"/>
            <a:ext cx="2743560" cy="10080"/>
          </a:xfrm>
          <a:custGeom>
            <a:avLst/>
            <a:gdLst/>
            <a:ahLst/>
            <a:rect l="0" t="0" r="r" b="b"/>
            <a:pathLst>
              <a:path w="7621" h="28">
                <a:moveTo>
                  <a:pt x="0" y="0"/>
                </a:moveTo>
                <a:lnTo>
                  <a:pt x="7621" y="0"/>
                </a:lnTo>
                <a:lnTo>
                  <a:pt x="762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0" name=""/>
          <p:cNvSpPr/>
          <p:nvPr/>
        </p:nvSpPr>
        <p:spPr>
          <a:xfrm>
            <a:off x="752400" y="20001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1" name=""/>
          <p:cNvSpPr/>
          <p:nvPr/>
        </p:nvSpPr>
        <p:spPr>
          <a:xfrm>
            <a:off x="4676760" y="20001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2" name=""/>
          <p:cNvSpPr/>
          <p:nvPr/>
        </p:nvSpPr>
        <p:spPr>
          <a:xfrm>
            <a:off x="5867280" y="20001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3" name=""/>
          <p:cNvSpPr/>
          <p:nvPr/>
        </p:nvSpPr>
        <p:spPr>
          <a:xfrm>
            <a:off x="8610480" y="20001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4" name=""/>
          <p:cNvSpPr/>
          <p:nvPr/>
        </p:nvSpPr>
        <p:spPr>
          <a:xfrm>
            <a:off x="752400" y="254304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5" name=""/>
          <p:cNvSpPr/>
          <p:nvPr/>
        </p:nvSpPr>
        <p:spPr>
          <a:xfrm>
            <a:off x="752400" y="2533320"/>
            <a:ext cx="3934080" cy="10080"/>
          </a:xfrm>
          <a:custGeom>
            <a:avLst/>
            <a:gdLst/>
            <a:ahLst/>
            <a:rect l="0" t="0" r="r" b="b"/>
            <a:pathLst>
              <a:path w="10928" h="28">
                <a:moveTo>
                  <a:pt x="0" y="0"/>
                </a:moveTo>
                <a:lnTo>
                  <a:pt x="10928" y="0"/>
                </a:lnTo>
                <a:lnTo>
                  <a:pt x="1092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6" name=""/>
          <p:cNvSpPr/>
          <p:nvPr/>
        </p:nvSpPr>
        <p:spPr>
          <a:xfrm>
            <a:off x="4676760" y="254304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7" name=""/>
          <p:cNvSpPr/>
          <p:nvPr/>
        </p:nvSpPr>
        <p:spPr>
          <a:xfrm>
            <a:off x="4686120" y="2533320"/>
            <a:ext cx="1190880" cy="10080"/>
          </a:xfrm>
          <a:custGeom>
            <a:avLst/>
            <a:gdLst/>
            <a:ahLst/>
            <a:rect l="0" t="0" r="r" b="b"/>
            <a:pathLst>
              <a:path w="3308" h="28">
                <a:moveTo>
                  <a:pt x="0" y="0"/>
                </a:moveTo>
                <a:lnTo>
                  <a:pt x="3308" y="0"/>
                </a:lnTo>
                <a:lnTo>
                  <a:pt x="330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8" name=""/>
          <p:cNvSpPr/>
          <p:nvPr/>
        </p:nvSpPr>
        <p:spPr>
          <a:xfrm>
            <a:off x="5867280" y="254304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9" name=""/>
          <p:cNvSpPr/>
          <p:nvPr/>
        </p:nvSpPr>
        <p:spPr>
          <a:xfrm>
            <a:off x="5876640" y="2533320"/>
            <a:ext cx="2743560" cy="10080"/>
          </a:xfrm>
          <a:custGeom>
            <a:avLst/>
            <a:gdLst/>
            <a:ahLst/>
            <a:rect l="0" t="0" r="r" b="b"/>
            <a:pathLst>
              <a:path w="7621" h="28">
                <a:moveTo>
                  <a:pt x="0" y="0"/>
                </a:moveTo>
                <a:lnTo>
                  <a:pt x="7621" y="0"/>
                </a:lnTo>
                <a:lnTo>
                  <a:pt x="762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0" name=""/>
          <p:cNvSpPr/>
          <p:nvPr/>
        </p:nvSpPr>
        <p:spPr>
          <a:xfrm>
            <a:off x="8610480" y="254304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1" name=""/>
          <p:cNvSpPr/>
          <p:nvPr/>
        </p:nvSpPr>
        <p:spPr>
          <a:xfrm>
            <a:off x="752400" y="30765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2" name=""/>
          <p:cNvSpPr/>
          <p:nvPr/>
        </p:nvSpPr>
        <p:spPr>
          <a:xfrm>
            <a:off x="752400" y="3066840"/>
            <a:ext cx="3934080" cy="10080"/>
          </a:xfrm>
          <a:custGeom>
            <a:avLst/>
            <a:gdLst/>
            <a:ahLst/>
            <a:rect l="0" t="0" r="r" b="b"/>
            <a:pathLst>
              <a:path w="10928" h="28">
                <a:moveTo>
                  <a:pt x="0" y="0"/>
                </a:moveTo>
                <a:lnTo>
                  <a:pt x="10928" y="0"/>
                </a:lnTo>
                <a:lnTo>
                  <a:pt x="1092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3" name=""/>
          <p:cNvSpPr/>
          <p:nvPr/>
        </p:nvSpPr>
        <p:spPr>
          <a:xfrm>
            <a:off x="4676760" y="30765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4" name=""/>
          <p:cNvSpPr/>
          <p:nvPr/>
        </p:nvSpPr>
        <p:spPr>
          <a:xfrm>
            <a:off x="4686120" y="3066840"/>
            <a:ext cx="1190880" cy="10080"/>
          </a:xfrm>
          <a:custGeom>
            <a:avLst/>
            <a:gdLst/>
            <a:ahLst/>
            <a:rect l="0" t="0" r="r" b="b"/>
            <a:pathLst>
              <a:path w="3308" h="28">
                <a:moveTo>
                  <a:pt x="0" y="0"/>
                </a:moveTo>
                <a:lnTo>
                  <a:pt x="3308" y="0"/>
                </a:lnTo>
                <a:lnTo>
                  <a:pt x="330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5" name=""/>
          <p:cNvSpPr/>
          <p:nvPr/>
        </p:nvSpPr>
        <p:spPr>
          <a:xfrm>
            <a:off x="5867280" y="30765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6" name=""/>
          <p:cNvSpPr/>
          <p:nvPr/>
        </p:nvSpPr>
        <p:spPr>
          <a:xfrm>
            <a:off x="5876640" y="3066840"/>
            <a:ext cx="2743560" cy="10080"/>
          </a:xfrm>
          <a:custGeom>
            <a:avLst/>
            <a:gdLst/>
            <a:ahLst/>
            <a:rect l="0" t="0" r="r" b="b"/>
            <a:pathLst>
              <a:path w="7621" h="28">
                <a:moveTo>
                  <a:pt x="0" y="0"/>
                </a:moveTo>
                <a:lnTo>
                  <a:pt x="7621" y="0"/>
                </a:lnTo>
                <a:lnTo>
                  <a:pt x="762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7" name=""/>
          <p:cNvSpPr/>
          <p:nvPr/>
        </p:nvSpPr>
        <p:spPr>
          <a:xfrm>
            <a:off x="8610480" y="30765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8" name=""/>
          <p:cNvSpPr/>
          <p:nvPr/>
        </p:nvSpPr>
        <p:spPr>
          <a:xfrm>
            <a:off x="752400" y="361944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9" name=""/>
          <p:cNvSpPr/>
          <p:nvPr/>
        </p:nvSpPr>
        <p:spPr>
          <a:xfrm>
            <a:off x="752400" y="3609720"/>
            <a:ext cx="3934080" cy="10080"/>
          </a:xfrm>
          <a:custGeom>
            <a:avLst/>
            <a:gdLst/>
            <a:ahLst/>
            <a:rect l="0" t="0" r="r" b="b"/>
            <a:pathLst>
              <a:path w="10928" h="28">
                <a:moveTo>
                  <a:pt x="0" y="0"/>
                </a:moveTo>
                <a:lnTo>
                  <a:pt x="10928" y="0"/>
                </a:lnTo>
                <a:lnTo>
                  <a:pt x="1092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0" name=""/>
          <p:cNvSpPr/>
          <p:nvPr/>
        </p:nvSpPr>
        <p:spPr>
          <a:xfrm>
            <a:off x="4676760" y="361944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1" name=""/>
          <p:cNvSpPr/>
          <p:nvPr/>
        </p:nvSpPr>
        <p:spPr>
          <a:xfrm>
            <a:off x="4686120" y="3609720"/>
            <a:ext cx="1190880" cy="10080"/>
          </a:xfrm>
          <a:custGeom>
            <a:avLst/>
            <a:gdLst/>
            <a:ahLst/>
            <a:rect l="0" t="0" r="r" b="b"/>
            <a:pathLst>
              <a:path w="3308" h="28">
                <a:moveTo>
                  <a:pt x="0" y="0"/>
                </a:moveTo>
                <a:lnTo>
                  <a:pt x="3308" y="0"/>
                </a:lnTo>
                <a:lnTo>
                  <a:pt x="330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2" name=""/>
          <p:cNvSpPr/>
          <p:nvPr/>
        </p:nvSpPr>
        <p:spPr>
          <a:xfrm>
            <a:off x="5867280" y="361944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3" name=""/>
          <p:cNvSpPr/>
          <p:nvPr/>
        </p:nvSpPr>
        <p:spPr>
          <a:xfrm>
            <a:off x="5876640" y="3609720"/>
            <a:ext cx="2743560" cy="10080"/>
          </a:xfrm>
          <a:custGeom>
            <a:avLst/>
            <a:gdLst/>
            <a:ahLst/>
            <a:rect l="0" t="0" r="r" b="b"/>
            <a:pathLst>
              <a:path w="7621" h="28">
                <a:moveTo>
                  <a:pt x="0" y="0"/>
                </a:moveTo>
                <a:lnTo>
                  <a:pt x="7621" y="0"/>
                </a:lnTo>
                <a:lnTo>
                  <a:pt x="762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4" name=""/>
          <p:cNvSpPr/>
          <p:nvPr/>
        </p:nvSpPr>
        <p:spPr>
          <a:xfrm>
            <a:off x="8610480" y="361944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5" name=""/>
          <p:cNvSpPr/>
          <p:nvPr/>
        </p:nvSpPr>
        <p:spPr>
          <a:xfrm>
            <a:off x="752400" y="41526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6" name=""/>
          <p:cNvSpPr/>
          <p:nvPr/>
        </p:nvSpPr>
        <p:spPr>
          <a:xfrm>
            <a:off x="752400" y="4143240"/>
            <a:ext cx="3934080" cy="9720"/>
          </a:xfrm>
          <a:custGeom>
            <a:avLst/>
            <a:gdLst/>
            <a:ahLst/>
            <a:rect l="0" t="0" r="r" b="b"/>
            <a:pathLst>
              <a:path w="10928" h="27">
                <a:moveTo>
                  <a:pt x="0" y="0"/>
                </a:moveTo>
                <a:lnTo>
                  <a:pt x="10928" y="0"/>
                </a:lnTo>
                <a:lnTo>
                  <a:pt x="109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7" name=""/>
          <p:cNvSpPr/>
          <p:nvPr/>
        </p:nvSpPr>
        <p:spPr>
          <a:xfrm>
            <a:off x="4676760" y="41526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8" name=""/>
          <p:cNvSpPr/>
          <p:nvPr/>
        </p:nvSpPr>
        <p:spPr>
          <a:xfrm>
            <a:off x="4686120" y="4143240"/>
            <a:ext cx="1190880" cy="9720"/>
          </a:xfrm>
          <a:custGeom>
            <a:avLst/>
            <a:gdLst/>
            <a:ahLst/>
            <a:rect l="0" t="0" r="r" b="b"/>
            <a:pathLst>
              <a:path w="3308" h="27">
                <a:moveTo>
                  <a:pt x="0" y="0"/>
                </a:moveTo>
                <a:lnTo>
                  <a:pt x="3308" y="0"/>
                </a:lnTo>
                <a:lnTo>
                  <a:pt x="33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9" name=""/>
          <p:cNvSpPr/>
          <p:nvPr/>
        </p:nvSpPr>
        <p:spPr>
          <a:xfrm>
            <a:off x="5867280" y="41526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0" name=""/>
          <p:cNvSpPr/>
          <p:nvPr/>
        </p:nvSpPr>
        <p:spPr>
          <a:xfrm>
            <a:off x="5876640" y="4143240"/>
            <a:ext cx="2743560" cy="9720"/>
          </a:xfrm>
          <a:custGeom>
            <a:avLst/>
            <a:gdLst/>
            <a:ahLst/>
            <a:rect l="0" t="0" r="r" b="b"/>
            <a:pathLst>
              <a:path w="7621" h="27">
                <a:moveTo>
                  <a:pt x="0" y="0"/>
                </a:moveTo>
                <a:lnTo>
                  <a:pt x="7621" y="0"/>
                </a:lnTo>
                <a:lnTo>
                  <a:pt x="76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1" name=""/>
          <p:cNvSpPr/>
          <p:nvPr/>
        </p:nvSpPr>
        <p:spPr>
          <a:xfrm>
            <a:off x="8610480" y="41526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2" name=""/>
          <p:cNvSpPr/>
          <p:nvPr/>
        </p:nvSpPr>
        <p:spPr>
          <a:xfrm>
            <a:off x="752400" y="4686120"/>
            <a:ext cx="3934080" cy="9720"/>
          </a:xfrm>
          <a:custGeom>
            <a:avLst/>
            <a:gdLst/>
            <a:ahLst/>
            <a:rect l="0" t="0" r="r" b="b"/>
            <a:pathLst>
              <a:path w="10928" h="27">
                <a:moveTo>
                  <a:pt x="0" y="0"/>
                </a:moveTo>
                <a:lnTo>
                  <a:pt x="10928" y="0"/>
                </a:lnTo>
                <a:lnTo>
                  <a:pt x="109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3" name=""/>
          <p:cNvSpPr/>
          <p:nvPr/>
        </p:nvSpPr>
        <p:spPr>
          <a:xfrm>
            <a:off x="4686120" y="4686120"/>
            <a:ext cx="1190880" cy="9720"/>
          </a:xfrm>
          <a:custGeom>
            <a:avLst/>
            <a:gdLst/>
            <a:ahLst/>
            <a:rect l="0" t="0" r="r" b="b"/>
            <a:pathLst>
              <a:path w="3308" h="27">
                <a:moveTo>
                  <a:pt x="0" y="0"/>
                </a:moveTo>
                <a:lnTo>
                  <a:pt x="3308" y="0"/>
                </a:lnTo>
                <a:lnTo>
                  <a:pt x="33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4" name=""/>
          <p:cNvSpPr/>
          <p:nvPr/>
        </p:nvSpPr>
        <p:spPr>
          <a:xfrm>
            <a:off x="5876640" y="4686120"/>
            <a:ext cx="2743560" cy="9720"/>
          </a:xfrm>
          <a:custGeom>
            <a:avLst/>
            <a:gdLst/>
            <a:ahLst/>
            <a:rect l="0" t="0" r="r" b="b"/>
            <a:pathLst>
              <a:path w="7621" h="27">
                <a:moveTo>
                  <a:pt x="0" y="0"/>
                </a:moveTo>
                <a:lnTo>
                  <a:pt x="7621" y="0"/>
                </a:lnTo>
                <a:lnTo>
                  <a:pt x="76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5" name=""/>
          <p:cNvSpPr/>
          <p:nvPr/>
        </p:nvSpPr>
        <p:spPr>
          <a:xfrm>
            <a:off x="757080" y="5833800"/>
            <a:ext cx="10687320" cy="2476800"/>
          </a:xfrm>
          <a:custGeom>
            <a:avLst/>
            <a:gdLst/>
            <a:ahLst/>
            <a:rect l="0" t="0" r="r" b="b"/>
            <a:pathLst>
              <a:path w="29687" h="6880">
                <a:moveTo>
                  <a:pt x="0" y="673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6735"/>
                </a:lnTo>
                <a:cubicBezTo>
                  <a:pt x="29687" y="6744"/>
                  <a:pt x="29686" y="6754"/>
                  <a:pt x="29684" y="6763"/>
                </a:cubicBezTo>
                <a:cubicBezTo>
                  <a:pt x="29683" y="6773"/>
                  <a:pt x="29680" y="6782"/>
                  <a:pt x="29676" y="6791"/>
                </a:cubicBezTo>
                <a:cubicBezTo>
                  <a:pt x="29672" y="6799"/>
                  <a:pt x="29668" y="6808"/>
                  <a:pt x="29663" y="6816"/>
                </a:cubicBezTo>
                <a:cubicBezTo>
                  <a:pt x="29657" y="6824"/>
                  <a:pt x="29651" y="6831"/>
                  <a:pt x="29645" y="6838"/>
                </a:cubicBezTo>
                <a:cubicBezTo>
                  <a:pt x="29638" y="6845"/>
                  <a:pt x="29630" y="6851"/>
                  <a:pt x="29623" y="6856"/>
                </a:cubicBezTo>
                <a:cubicBezTo>
                  <a:pt x="29615" y="6861"/>
                  <a:pt x="29606" y="6866"/>
                  <a:pt x="29597" y="6869"/>
                </a:cubicBezTo>
                <a:cubicBezTo>
                  <a:pt x="29589" y="6873"/>
                  <a:pt x="29579" y="6876"/>
                  <a:pt x="29570" y="6878"/>
                </a:cubicBezTo>
                <a:cubicBezTo>
                  <a:pt x="29561" y="6879"/>
                  <a:pt x="29551" y="6880"/>
                  <a:pt x="29542" y="6880"/>
                </a:cubicBezTo>
                <a:lnTo>
                  <a:pt x="145" y="6880"/>
                </a:lnTo>
                <a:cubicBezTo>
                  <a:pt x="136" y="6880"/>
                  <a:pt x="126" y="6879"/>
                  <a:pt x="117" y="6878"/>
                </a:cubicBezTo>
                <a:cubicBezTo>
                  <a:pt x="108" y="6876"/>
                  <a:pt x="99" y="6873"/>
                  <a:pt x="90" y="6869"/>
                </a:cubicBezTo>
                <a:cubicBezTo>
                  <a:pt x="81" y="6866"/>
                  <a:pt x="73" y="6861"/>
                  <a:pt x="65" y="6856"/>
                </a:cubicBezTo>
                <a:cubicBezTo>
                  <a:pt x="57" y="6851"/>
                  <a:pt x="49" y="6845"/>
                  <a:pt x="43" y="6838"/>
                </a:cubicBezTo>
                <a:cubicBezTo>
                  <a:pt x="36" y="6831"/>
                  <a:pt x="30" y="6824"/>
                  <a:pt x="24" y="6816"/>
                </a:cubicBezTo>
                <a:cubicBezTo>
                  <a:pt x="19" y="6808"/>
                  <a:pt x="15" y="6799"/>
                  <a:pt x="11" y="6791"/>
                </a:cubicBezTo>
                <a:cubicBezTo>
                  <a:pt x="7" y="6782"/>
                  <a:pt x="5" y="6773"/>
                  <a:pt x="3" y="6763"/>
                </a:cubicBezTo>
                <a:cubicBezTo>
                  <a:pt x="1" y="6754"/>
                  <a:pt x="0" y="6744"/>
                  <a:pt x="0" y="6735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6" name=""/>
          <p:cNvSpPr/>
          <p:nvPr/>
        </p:nvSpPr>
        <p:spPr>
          <a:xfrm>
            <a:off x="757080" y="5833800"/>
            <a:ext cx="10687320" cy="2476800"/>
          </a:xfrm>
          <a:custGeom>
            <a:avLst/>
            <a:gdLst/>
            <a:ahLst/>
            <a:rect l="0" t="0" r="r" b="b"/>
            <a:pathLst>
              <a:path w="29687" h="6880">
                <a:moveTo>
                  <a:pt x="0" y="673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6735"/>
                </a:lnTo>
                <a:cubicBezTo>
                  <a:pt x="29687" y="6744"/>
                  <a:pt x="29686" y="6754"/>
                  <a:pt x="29684" y="6763"/>
                </a:cubicBezTo>
                <a:cubicBezTo>
                  <a:pt x="29683" y="6773"/>
                  <a:pt x="29680" y="6782"/>
                  <a:pt x="29676" y="6791"/>
                </a:cubicBezTo>
                <a:cubicBezTo>
                  <a:pt x="29672" y="6799"/>
                  <a:pt x="29668" y="6808"/>
                  <a:pt x="29663" y="6816"/>
                </a:cubicBezTo>
                <a:cubicBezTo>
                  <a:pt x="29657" y="6824"/>
                  <a:pt x="29651" y="6831"/>
                  <a:pt x="29645" y="6838"/>
                </a:cubicBezTo>
                <a:cubicBezTo>
                  <a:pt x="29638" y="6845"/>
                  <a:pt x="29630" y="6851"/>
                  <a:pt x="29623" y="6856"/>
                </a:cubicBezTo>
                <a:cubicBezTo>
                  <a:pt x="29615" y="6861"/>
                  <a:pt x="29606" y="6866"/>
                  <a:pt x="29597" y="6869"/>
                </a:cubicBezTo>
                <a:cubicBezTo>
                  <a:pt x="29589" y="6873"/>
                  <a:pt x="29579" y="6876"/>
                  <a:pt x="29570" y="6878"/>
                </a:cubicBezTo>
                <a:cubicBezTo>
                  <a:pt x="29561" y="6879"/>
                  <a:pt x="29551" y="6880"/>
                  <a:pt x="29542" y="6880"/>
                </a:cubicBezTo>
                <a:lnTo>
                  <a:pt x="145" y="6880"/>
                </a:lnTo>
                <a:cubicBezTo>
                  <a:pt x="136" y="6880"/>
                  <a:pt x="126" y="6879"/>
                  <a:pt x="117" y="6878"/>
                </a:cubicBezTo>
                <a:cubicBezTo>
                  <a:pt x="108" y="6876"/>
                  <a:pt x="99" y="6873"/>
                  <a:pt x="90" y="6869"/>
                </a:cubicBezTo>
                <a:cubicBezTo>
                  <a:pt x="81" y="6866"/>
                  <a:pt x="73" y="6861"/>
                  <a:pt x="65" y="6856"/>
                </a:cubicBezTo>
                <a:cubicBezTo>
                  <a:pt x="57" y="6851"/>
                  <a:pt x="49" y="6845"/>
                  <a:pt x="43" y="6838"/>
                </a:cubicBezTo>
                <a:cubicBezTo>
                  <a:pt x="36" y="6831"/>
                  <a:pt x="30" y="6824"/>
                  <a:pt x="24" y="6816"/>
                </a:cubicBezTo>
                <a:cubicBezTo>
                  <a:pt x="19" y="6808"/>
                  <a:pt x="15" y="6799"/>
                  <a:pt x="11" y="6791"/>
                </a:cubicBezTo>
                <a:cubicBezTo>
                  <a:pt x="7" y="6782"/>
                  <a:pt x="5" y="6773"/>
                  <a:pt x="3" y="6763"/>
                </a:cubicBezTo>
                <a:cubicBezTo>
                  <a:pt x="1" y="6754"/>
                  <a:pt x="0" y="6744"/>
                  <a:pt x="0" y="6735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7" name=""/>
          <p:cNvSpPr txBox="1"/>
          <p:nvPr/>
        </p:nvSpPr>
        <p:spPr>
          <a:xfrm>
            <a:off x="747720" y="770400"/>
            <a:ext cx="743616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  <a:ea typeface="Arial"/>
              </a:rPr>
              <a:t>Level 4 — Simply Static: expected numbers</a:t>
            </a:r>
            <a:endParaRPr b="0" lang="en-US" sz="28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8" name=""/>
          <p:cNvSpPr txBox="1"/>
          <p:nvPr/>
        </p:nvSpPr>
        <p:spPr>
          <a:xfrm>
            <a:off x="2308320" y="1569240"/>
            <a:ext cx="8128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Metric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9" name=""/>
          <p:cNvSpPr txBox="1"/>
          <p:nvPr/>
        </p:nvSpPr>
        <p:spPr>
          <a:xfrm>
            <a:off x="4806720" y="1569240"/>
            <a:ext cx="9349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Level 2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0" name=""/>
          <p:cNvSpPr txBox="1"/>
          <p:nvPr/>
        </p:nvSpPr>
        <p:spPr>
          <a:xfrm>
            <a:off x="6000480" y="1569240"/>
            <a:ext cx="24832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Level 4 (estimated)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1" name=""/>
          <p:cNvSpPr txBox="1"/>
          <p:nvPr/>
        </p:nvSpPr>
        <p:spPr>
          <a:xfrm>
            <a:off x="880920" y="2102760"/>
            <a:ext cx="36673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requests/s @ 50 Virtual Users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2" name=""/>
          <p:cNvSpPr txBox="1"/>
          <p:nvPr/>
        </p:nvSpPr>
        <p:spPr>
          <a:xfrm>
            <a:off x="4806720" y="2102760"/>
            <a:ext cx="3070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70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3" name=""/>
          <p:cNvSpPr txBox="1"/>
          <p:nvPr/>
        </p:nvSpPr>
        <p:spPr>
          <a:xfrm>
            <a:off x="6000480" y="2102760"/>
            <a:ext cx="14652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500–1,500+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4" name=""/>
          <p:cNvSpPr txBox="1"/>
          <p:nvPr/>
        </p:nvSpPr>
        <p:spPr>
          <a:xfrm>
            <a:off x="880920" y="2645640"/>
            <a:ext cx="15033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p95 Latency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5" name=""/>
          <p:cNvSpPr txBox="1"/>
          <p:nvPr/>
        </p:nvSpPr>
        <p:spPr>
          <a:xfrm>
            <a:off x="4806720" y="2645640"/>
            <a:ext cx="7506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79 ms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6" name=""/>
          <p:cNvSpPr txBox="1"/>
          <p:nvPr/>
        </p:nvSpPr>
        <p:spPr>
          <a:xfrm>
            <a:off x="6000480" y="2645640"/>
            <a:ext cx="10965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~3–5 ms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7" name=""/>
          <p:cNvSpPr txBox="1"/>
          <p:nvPr/>
        </p:nvSpPr>
        <p:spPr>
          <a:xfrm>
            <a:off x="880920" y="3179160"/>
            <a:ext cx="29786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CPU @ 50 Virtual Users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8" name=""/>
          <p:cNvSpPr txBox="1"/>
          <p:nvPr/>
        </p:nvSpPr>
        <p:spPr>
          <a:xfrm>
            <a:off x="4806720" y="3179160"/>
            <a:ext cx="5522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18%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9" name=""/>
          <p:cNvSpPr txBox="1"/>
          <p:nvPr/>
        </p:nvSpPr>
        <p:spPr>
          <a:xfrm>
            <a:off x="6000480" y="3179160"/>
            <a:ext cx="5601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&lt;3%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0" name=""/>
          <p:cNvSpPr txBox="1"/>
          <p:nvPr/>
        </p:nvSpPr>
        <p:spPr>
          <a:xfrm>
            <a:off x="880920" y="3722040"/>
            <a:ext cx="14713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DB Threads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1" name=""/>
          <p:cNvSpPr txBox="1"/>
          <p:nvPr/>
        </p:nvSpPr>
        <p:spPr>
          <a:xfrm>
            <a:off x="4806720" y="372204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3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2" name=""/>
          <p:cNvSpPr txBox="1"/>
          <p:nvPr/>
        </p:nvSpPr>
        <p:spPr>
          <a:xfrm>
            <a:off x="6000480" y="3722040"/>
            <a:ext cx="3146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~0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3" name=""/>
          <p:cNvSpPr txBox="1"/>
          <p:nvPr/>
        </p:nvSpPr>
        <p:spPr>
          <a:xfrm>
            <a:off x="880920" y="4255200"/>
            <a:ext cx="2606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PHP workers needed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4" name=""/>
          <p:cNvSpPr txBox="1"/>
          <p:nvPr/>
        </p:nvSpPr>
        <p:spPr>
          <a:xfrm>
            <a:off x="4806720" y="4255200"/>
            <a:ext cx="3070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11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5" name=""/>
          <p:cNvSpPr txBox="1"/>
          <p:nvPr/>
        </p:nvSpPr>
        <p:spPr>
          <a:xfrm>
            <a:off x="6000480" y="425520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0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6" name=""/>
          <p:cNvSpPr txBox="1"/>
          <p:nvPr/>
        </p:nvSpPr>
        <p:spPr>
          <a:xfrm>
            <a:off x="747720" y="5303160"/>
            <a:ext cx="13176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The math: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7" name=""/>
          <p:cNvSpPr txBox="1"/>
          <p:nvPr/>
        </p:nvSpPr>
        <p:spPr>
          <a:xfrm>
            <a:off x="914400" y="5995800"/>
            <a:ext cx="81694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Level 2 bottleneck: PHP executing 300+ DB queries per page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8" name=""/>
          <p:cNvSpPr txBox="1"/>
          <p:nvPr/>
        </p:nvSpPr>
        <p:spPr>
          <a:xfrm>
            <a:off x="914400" y="6262200"/>
            <a:ext cx="64778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  →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Redis saves 82%, FastCGI saves another 70%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9" name=""/>
          <p:cNvSpPr txBox="1"/>
          <p:nvPr/>
        </p:nvSpPr>
        <p:spPr>
          <a:xfrm>
            <a:off x="914400" y="6538680"/>
            <a:ext cx="49276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  →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PHP still runs for cache misses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1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3" name=""/>
          <p:cNvSpPr/>
          <p:nvPr/>
        </p:nvSpPr>
        <p:spPr>
          <a:xfrm>
            <a:off x="757080" y="2023920"/>
            <a:ext cx="10687320" cy="1648080"/>
          </a:xfrm>
          <a:custGeom>
            <a:avLst/>
            <a:gdLst/>
            <a:ahLst/>
            <a:rect l="0" t="0" r="r" b="b"/>
            <a:pathLst>
              <a:path w="29687" h="4578">
                <a:moveTo>
                  <a:pt x="0" y="443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4433"/>
                </a:lnTo>
                <a:cubicBezTo>
                  <a:pt x="29687" y="4442"/>
                  <a:pt x="29686" y="4452"/>
                  <a:pt x="29684" y="4461"/>
                </a:cubicBezTo>
                <a:cubicBezTo>
                  <a:pt x="29683" y="4470"/>
                  <a:pt x="29680" y="4480"/>
                  <a:pt x="29676" y="4488"/>
                </a:cubicBezTo>
                <a:cubicBezTo>
                  <a:pt x="29672" y="4497"/>
                  <a:pt x="29668" y="4506"/>
                  <a:pt x="29663" y="4514"/>
                </a:cubicBezTo>
                <a:cubicBezTo>
                  <a:pt x="29657" y="4521"/>
                  <a:pt x="29651" y="4529"/>
                  <a:pt x="29645" y="4536"/>
                </a:cubicBezTo>
                <a:cubicBezTo>
                  <a:pt x="29638" y="4542"/>
                  <a:pt x="29630" y="4548"/>
                  <a:pt x="29623" y="4554"/>
                </a:cubicBezTo>
                <a:cubicBezTo>
                  <a:pt x="29615" y="4559"/>
                  <a:pt x="29606" y="4563"/>
                  <a:pt x="29597" y="4567"/>
                </a:cubicBezTo>
                <a:cubicBezTo>
                  <a:pt x="29589" y="4571"/>
                  <a:pt x="29579" y="4574"/>
                  <a:pt x="29570" y="4575"/>
                </a:cubicBezTo>
                <a:cubicBezTo>
                  <a:pt x="29561" y="4577"/>
                  <a:pt x="29551" y="4578"/>
                  <a:pt x="29542" y="4578"/>
                </a:cubicBezTo>
                <a:lnTo>
                  <a:pt x="145" y="4578"/>
                </a:lnTo>
                <a:cubicBezTo>
                  <a:pt x="136" y="4578"/>
                  <a:pt x="126" y="4577"/>
                  <a:pt x="117" y="4575"/>
                </a:cubicBezTo>
                <a:cubicBezTo>
                  <a:pt x="108" y="4574"/>
                  <a:pt x="99" y="4571"/>
                  <a:pt x="90" y="4567"/>
                </a:cubicBezTo>
                <a:cubicBezTo>
                  <a:pt x="81" y="4563"/>
                  <a:pt x="73" y="4559"/>
                  <a:pt x="65" y="4554"/>
                </a:cubicBezTo>
                <a:cubicBezTo>
                  <a:pt x="57" y="4548"/>
                  <a:pt x="49" y="4542"/>
                  <a:pt x="43" y="4536"/>
                </a:cubicBezTo>
                <a:cubicBezTo>
                  <a:pt x="36" y="4529"/>
                  <a:pt x="30" y="4521"/>
                  <a:pt x="24" y="4514"/>
                </a:cubicBezTo>
                <a:cubicBezTo>
                  <a:pt x="19" y="4506"/>
                  <a:pt x="15" y="4497"/>
                  <a:pt x="11" y="4488"/>
                </a:cubicBezTo>
                <a:cubicBezTo>
                  <a:pt x="7" y="4480"/>
                  <a:pt x="5" y="4470"/>
                  <a:pt x="3" y="4461"/>
                </a:cubicBezTo>
                <a:cubicBezTo>
                  <a:pt x="1" y="4452"/>
                  <a:pt x="0" y="4442"/>
                  <a:pt x="0" y="4433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4" name=""/>
          <p:cNvSpPr/>
          <p:nvPr/>
        </p:nvSpPr>
        <p:spPr>
          <a:xfrm>
            <a:off x="757080" y="2023920"/>
            <a:ext cx="10687320" cy="1648080"/>
          </a:xfrm>
          <a:custGeom>
            <a:avLst/>
            <a:gdLst/>
            <a:ahLst/>
            <a:rect l="0" t="0" r="r" b="b"/>
            <a:pathLst>
              <a:path w="29687" h="4578">
                <a:moveTo>
                  <a:pt x="0" y="443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4433"/>
                </a:lnTo>
                <a:cubicBezTo>
                  <a:pt x="29687" y="4442"/>
                  <a:pt x="29686" y="4452"/>
                  <a:pt x="29684" y="4461"/>
                </a:cubicBezTo>
                <a:cubicBezTo>
                  <a:pt x="29683" y="4470"/>
                  <a:pt x="29680" y="4480"/>
                  <a:pt x="29676" y="4488"/>
                </a:cubicBezTo>
                <a:cubicBezTo>
                  <a:pt x="29672" y="4497"/>
                  <a:pt x="29668" y="4506"/>
                  <a:pt x="29663" y="4514"/>
                </a:cubicBezTo>
                <a:cubicBezTo>
                  <a:pt x="29657" y="4521"/>
                  <a:pt x="29651" y="4529"/>
                  <a:pt x="29645" y="4536"/>
                </a:cubicBezTo>
                <a:cubicBezTo>
                  <a:pt x="29638" y="4542"/>
                  <a:pt x="29630" y="4548"/>
                  <a:pt x="29623" y="4554"/>
                </a:cubicBezTo>
                <a:cubicBezTo>
                  <a:pt x="29615" y="4559"/>
                  <a:pt x="29606" y="4563"/>
                  <a:pt x="29597" y="4567"/>
                </a:cubicBezTo>
                <a:cubicBezTo>
                  <a:pt x="29589" y="4571"/>
                  <a:pt x="29579" y="4574"/>
                  <a:pt x="29570" y="4575"/>
                </a:cubicBezTo>
                <a:cubicBezTo>
                  <a:pt x="29561" y="4577"/>
                  <a:pt x="29551" y="4578"/>
                  <a:pt x="29542" y="4578"/>
                </a:cubicBezTo>
                <a:lnTo>
                  <a:pt x="145" y="4578"/>
                </a:lnTo>
                <a:cubicBezTo>
                  <a:pt x="136" y="4578"/>
                  <a:pt x="126" y="4577"/>
                  <a:pt x="117" y="4575"/>
                </a:cubicBezTo>
                <a:cubicBezTo>
                  <a:pt x="108" y="4574"/>
                  <a:pt x="99" y="4571"/>
                  <a:pt x="90" y="4567"/>
                </a:cubicBezTo>
                <a:cubicBezTo>
                  <a:pt x="81" y="4563"/>
                  <a:pt x="73" y="4559"/>
                  <a:pt x="65" y="4554"/>
                </a:cubicBezTo>
                <a:cubicBezTo>
                  <a:pt x="57" y="4548"/>
                  <a:pt x="49" y="4542"/>
                  <a:pt x="43" y="4536"/>
                </a:cubicBezTo>
                <a:cubicBezTo>
                  <a:pt x="36" y="4529"/>
                  <a:pt x="30" y="4521"/>
                  <a:pt x="24" y="4514"/>
                </a:cubicBezTo>
                <a:cubicBezTo>
                  <a:pt x="19" y="4506"/>
                  <a:pt x="15" y="4497"/>
                  <a:pt x="11" y="4488"/>
                </a:cubicBezTo>
                <a:cubicBezTo>
                  <a:pt x="7" y="4480"/>
                  <a:pt x="5" y="4470"/>
                  <a:pt x="3" y="4461"/>
                </a:cubicBezTo>
                <a:cubicBezTo>
                  <a:pt x="1" y="4452"/>
                  <a:pt x="0" y="4442"/>
                  <a:pt x="0" y="4433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5" name=""/>
          <p:cNvSpPr/>
          <p:nvPr/>
        </p:nvSpPr>
        <p:spPr>
          <a:xfrm>
            <a:off x="752400" y="4400280"/>
            <a:ext cx="3143520" cy="533880"/>
          </a:xfrm>
          <a:custGeom>
            <a:avLst/>
            <a:gdLst/>
            <a:ahLst/>
            <a:rect l="0" t="0" r="r" b="b"/>
            <a:pathLst>
              <a:path w="8732" h="1483">
                <a:moveTo>
                  <a:pt x="0" y="0"/>
                </a:moveTo>
                <a:lnTo>
                  <a:pt x="8732" y="0"/>
                </a:lnTo>
                <a:lnTo>
                  <a:pt x="8732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6" name=""/>
          <p:cNvSpPr/>
          <p:nvPr/>
        </p:nvSpPr>
        <p:spPr>
          <a:xfrm>
            <a:off x="3895560" y="4400280"/>
            <a:ext cx="2210040" cy="533880"/>
          </a:xfrm>
          <a:custGeom>
            <a:avLst/>
            <a:gdLst/>
            <a:ahLst/>
            <a:rect l="0" t="0" r="r" b="b"/>
            <a:pathLst>
              <a:path w="6139" h="1483">
                <a:moveTo>
                  <a:pt x="0" y="0"/>
                </a:moveTo>
                <a:lnTo>
                  <a:pt x="6139" y="0"/>
                </a:lnTo>
                <a:lnTo>
                  <a:pt x="6139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7" name=""/>
          <p:cNvSpPr/>
          <p:nvPr/>
        </p:nvSpPr>
        <p:spPr>
          <a:xfrm>
            <a:off x="6105240" y="4400280"/>
            <a:ext cx="3057840" cy="533880"/>
          </a:xfrm>
          <a:custGeom>
            <a:avLst/>
            <a:gdLst/>
            <a:ahLst/>
            <a:rect l="0" t="0" r="r" b="b"/>
            <a:pathLst>
              <a:path w="8494" h="1483">
                <a:moveTo>
                  <a:pt x="0" y="0"/>
                </a:moveTo>
                <a:lnTo>
                  <a:pt x="8494" y="0"/>
                </a:lnTo>
                <a:lnTo>
                  <a:pt x="8494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8" name=""/>
          <p:cNvSpPr/>
          <p:nvPr/>
        </p:nvSpPr>
        <p:spPr>
          <a:xfrm>
            <a:off x="9162720" y="4400280"/>
            <a:ext cx="972000" cy="533880"/>
          </a:xfrm>
          <a:custGeom>
            <a:avLst/>
            <a:gdLst/>
            <a:ahLst/>
            <a:rect l="0" t="0" r="r" b="b"/>
            <a:pathLst>
              <a:path w="2700" h="1483">
                <a:moveTo>
                  <a:pt x="0" y="0"/>
                </a:moveTo>
                <a:lnTo>
                  <a:pt x="2700" y="0"/>
                </a:lnTo>
                <a:lnTo>
                  <a:pt x="2700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9" name=""/>
          <p:cNvSpPr/>
          <p:nvPr/>
        </p:nvSpPr>
        <p:spPr>
          <a:xfrm>
            <a:off x="752400" y="4933800"/>
            <a:ext cx="3143520" cy="543240"/>
          </a:xfrm>
          <a:custGeom>
            <a:avLst/>
            <a:gdLst/>
            <a:ahLst/>
            <a:rect l="0" t="0" r="r" b="b"/>
            <a:pathLst>
              <a:path w="8732" h="1509">
                <a:moveTo>
                  <a:pt x="0" y="0"/>
                </a:moveTo>
                <a:lnTo>
                  <a:pt x="8732" y="0"/>
                </a:lnTo>
                <a:lnTo>
                  <a:pt x="8732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0" name=""/>
          <p:cNvSpPr/>
          <p:nvPr/>
        </p:nvSpPr>
        <p:spPr>
          <a:xfrm>
            <a:off x="3895560" y="4933800"/>
            <a:ext cx="2210040" cy="543240"/>
          </a:xfrm>
          <a:custGeom>
            <a:avLst/>
            <a:gdLst/>
            <a:ahLst/>
            <a:rect l="0" t="0" r="r" b="b"/>
            <a:pathLst>
              <a:path w="6139" h="1509">
                <a:moveTo>
                  <a:pt x="0" y="0"/>
                </a:moveTo>
                <a:lnTo>
                  <a:pt x="6139" y="0"/>
                </a:lnTo>
                <a:lnTo>
                  <a:pt x="6139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1" name=""/>
          <p:cNvSpPr/>
          <p:nvPr/>
        </p:nvSpPr>
        <p:spPr>
          <a:xfrm>
            <a:off x="6105240" y="4933800"/>
            <a:ext cx="3057840" cy="543240"/>
          </a:xfrm>
          <a:custGeom>
            <a:avLst/>
            <a:gdLst/>
            <a:ahLst/>
            <a:rect l="0" t="0" r="r" b="b"/>
            <a:pathLst>
              <a:path w="8494" h="1509">
                <a:moveTo>
                  <a:pt x="0" y="0"/>
                </a:moveTo>
                <a:lnTo>
                  <a:pt x="8494" y="0"/>
                </a:lnTo>
                <a:lnTo>
                  <a:pt x="8494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2" name=""/>
          <p:cNvSpPr/>
          <p:nvPr/>
        </p:nvSpPr>
        <p:spPr>
          <a:xfrm>
            <a:off x="9162720" y="4933800"/>
            <a:ext cx="972000" cy="543240"/>
          </a:xfrm>
          <a:custGeom>
            <a:avLst/>
            <a:gdLst/>
            <a:ahLst/>
            <a:rect l="0" t="0" r="r" b="b"/>
            <a:pathLst>
              <a:path w="2700" h="1509">
                <a:moveTo>
                  <a:pt x="0" y="0"/>
                </a:moveTo>
                <a:lnTo>
                  <a:pt x="2700" y="0"/>
                </a:lnTo>
                <a:lnTo>
                  <a:pt x="270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3" name=""/>
          <p:cNvSpPr/>
          <p:nvPr/>
        </p:nvSpPr>
        <p:spPr>
          <a:xfrm>
            <a:off x="752400" y="5476680"/>
            <a:ext cx="3143520" cy="533880"/>
          </a:xfrm>
          <a:custGeom>
            <a:avLst/>
            <a:gdLst/>
            <a:ahLst/>
            <a:rect l="0" t="0" r="r" b="b"/>
            <a:pathLst>
              <a:path w="8732" h="1483">
                <a:moveTo>
                  <a:pt x="0" y="0"/>
                </a:moveTo>
                <a:lnTo>
                  <a:pt x="8732" y="0"/>
                </a:lnTo>
                <a:lnTo>
                  <a:pt x="8732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4" name=""/>
          <p:cNvSpPr/>
          <p:nvPr/>
        </p:nvSpPr>
        <p:spPr>
          <a:xfrm>
            <a:off x="3895560" y="5476680"/>
            <a:ext cx="2210040" cy="533880"/>
          </a:xfrm>
          <a:custGeom>
            <a:avLst/>
            <a:gdLst/>
            <a:ahLst/>
            <a:rect l="0" t="0" r="r" b="b"/>
            <a:pathLst>
              <a:path w="6139" h="1483">
                <a:moveTo>
                  <a:pt x="0" y="0"/>
                </a:moveTo>
                <a:lnTo>
                  <a:pt x="6139" y="0"/>
                </a:lnTo>
                <a:lnTo>
                  <a:pt x="6139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5" name=""/>
          <p:cNvSpPr/>
          <p:nvPr/>
        </p:nvSpPr>
        <p:spPr>
          <a:xfrm>
            <a:off x="6105240" y="5476680"/>
            <a:ext cx="3057840" cy="533880"/>
          </a:xfrm>
          <a:custGeom>
            <a:avLst/>
            <a:gdLst/>
            <a:ahLst/>
            <a:rect l="0" t="0" r="r" b="b"/>
            <a:pathLst>
              <a:path w="8494" h="1483">
                <a:moveTo>
                  <a:pt x="0" y="0"/>
                </a:moveTo>
                <a:lnTo>
                  <a:pt x="8494" y="0"/>
                </a:lnTo>
                <a:lnTo>
                  <a:pt x="8494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6" name=""/>
          <p:cNvSpPr/>
          <p:nvPr/>
        </p:nvSpPr>
        <p:spPr>
          <a:xfrm>
            <a:off x="9162720" y="5476680"/>
            <a:ext cx="972000" cy="533880"/>
          </a:xfrm>
          <a:custGeom>
            <a:avLst/>
            <a:gdLst/>
            <a:ahLst/>
            <a:rect l="0" t="0" r="r" b="b"/>
            <a:pathLst>
              <a:path w="2700" h="1483">
                <a:moveTo>
                  <a:pt x="0" y="0"/>
                </a:moveTo>
                <a:lnTo>
                  <a:pt x="2700" y="0"/>
                </a:lnTo>
                <a:lnTo>
                  <a:pt x="2700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7" name=""/>
          <p:cNvSpPr/>
          <p:nvPr/>
        </p:nvSpPr>
        <p:spPr>
          <a:xfrm>
            <a:off x="752400" y="6010200"/>
            <a:ext cx="3143520" cy="543240"/>
          </a:xfrm>
          <a:custGeom>
            <a:avLst/>
            <a:gdLst/>
            <a:ahLst/>
            <a:rect l="0" t="0" r="r" b="b"/>
            <a:pathLst>
              <a:path w="8732" h="1509">
                <a:moveTo>
                  <a:pt x="0" y="0"/>
                </a:moveTo>
                <a:lnTo>
                  <a:pt x="8732" y="0"/>
                </a:lnTo>
                <a:lnTo>
                  <a:pt x="8732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8" name=""/>
          <p:cNvSpPr/>
          <p:nvPr/>
        </p:nvSpPr>
        <p:spPr>
          <a:xfrm>
            <a:off x="3895560" y="6010200"/>
            <a:ext cx="2210040" cy="543240"/>
          </a:xfrm>
          <a:custGeom>
            <a:avLst/>
            <a:gdLst/>
            <a:ahLst/>
            <a:rect l="0" t="0" r="r" b="b"/>
            <a:pathLst>
              <a:path w="6139" h="1509">
                <a:moveTo>
                  <a:pt x="0" y="0"/>
                </a:moveTo>
                <a:lnTo>
                  <a:pt x="6139" y="0"/>
                </a:lnTo>
                <a:lnTo>
                  <a:pt x="6139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9" name=""/>
          <p:cNvSpPr/>
          <p:nvPr/>
        </p:nvSpPr>
        <p:spPr>
          <a:xfrm>
            <a:off x="6105240" y="6010200"/>
            <a:ext cx="3057840" cy="543240"/>
          </a:xfrm>
          <a:custGeom>
            <a:avLst/>
            <a:gdLst/>
            <a:ahLst/>
            <a:rect l="0" t="0" r="r" b="b"/>
            <a:pathLst>
              <a:path w="8494" h="1509">
                <a:moveTo>
                  <a:pt x="0" y="0"/>
                </a:moveTo>
                <a:lnTo>
                  <a:pt x="8494" y="0"/>
                </a:lnTo>
                <a:lnTo>
                  <a:pt x="8494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0" name=""/>
          <p:cNvSpPr/>
          <p:nvPr/>
        </p:nvSpPr>
        <p:spPr>
          <a:xfrm>
            <a:off x="9162720" y="6010200"/>
            <a:ext cx="972000" cy="543240"/>
          </a:xfrm>
          <a:custGeom>
            <a:avLst/>
            <a:gdLst/>
            <a:ahLst/>
            <a:rect l="0" t="0" r="r" b="b"/>
            <a:pathLst>
              <a:path w="2700" h="1509">
                <a:moveTo>
                  <a:pt x="0" y="0"/>
                </a:moveTo>
                <a:lnTo>
                  <a:pt x="2700" y="0"/>
                </a:lnTo>
                <a:lnTo>
                  <a:pt x="270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1" name=""/>
          <p:cNvSpPr/>
          <p:nvPr/>
        </p:nvSpPr>
        <p:spPr>
          <a:xfrm>
            <a:off x="752400" y="6553080"/>
            <a:ext cx="3143520" cy="533520"/>
          </a:xfrm>
          <a:custGeom>
            <a:avLst/>
            <a:gdLst/>
            <a:ahLst/>
            <a:rect l="0" t="0" r="r" b="b"/>
            <a:pathLst>
              <a:path w="8732" h="1482">
                <a:moveTo>
                  <a:pt x="0" y="0"/>
                </a:moveTo>
                <a:lnTo>
                  <a:pt x="8732" y="0"/>
                </a:lnTo>
                <a:lnTo>
                  <a:pt x="8732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2" name=""/>
          <p:cNvSpPr/>
          <p:nvPr/>
        </p:nvSpPr>
        <p:spPr>
          <a:xfrm>
            <a:off x="3895560" y="6553080"/>
            <a:ext cx="2210040" cy="533520"/>
          </a:xfrm>
          <a:custGeom>
            <a:avLst/>
            <a:gdLst/>
            <a:ahLst/>
            <a:rect l="0" t="0" r="r" b="b"/>
            <a:pathLst>
              <a:path w="6139" h="1482">
                <a:moveTo>
                  <a:pt x="0" y="0"/>
                </a:moveTo>
                <a:lnTo>
                  <a:pt x="6139" y="0"/>
                </a:lnTo>
                <a:lnTo>
                  <a:pt x="6139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3" name=""/>
          <p:cNvSpPr/>
          <p:nvPr/>
        </p:nvSpPr>
        <p:spPr>
          <a:xfrm>
            <a:off x="6105240" y="6553080"/>
            <a:ext cx="3057840" cy="533520"/>
          </a:xfrm>
          <a:custGeom>
            <a:avLst/>
            <a:gdLst/>
            <a:ahLst/>
            <a:rect l="0" t="0" r="r" b="b"/>
            <a:pathLst>
              <a:path w="8494" h="1482">
                <a:moveTo>
                  <a:pt x="0" y="0"/>
                </a:moveTo>
                <a:lnTo>
                  <a:pt x="8494" y="0"/>
                </a:lnTo>
                <a:lnTo>
                  <a:pt x="8494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4" name=""/>
          <p:cNvSpPr/>
          <p:nvPr/>
        </p:nvSpPr>
        <p:spPr>
          <a:xfrm>
            <a:off x="9162720" y="6553080"/>
            <a:ext cx="972000" cy="533520"/>
          </a:xfrm>
          <a:custGeom>
            <a:avLst/>
            <a:gdLst/>
            <a:ahLst/>
            <a:rect l="0" t="0" r="r" b="b"/>
            <a:pathLst>
              <a:path w="2700" h="1482">
                <a:moveTo>
                  <a:pt x="0" y="0"/>
                </a:moveTo>
                <a:lnTo>
                  <a:pt x="2700" y="0"/>
                </a:lnTo>
                <a:lnTo>
                  <a:pt x="2700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5" name=""/>
          <p:cNvSpPr/>
          <p:nvPr/>
        </p:nvSpPr>
        <p:spPr>
          <a:xfrm>
            <a:off x="752400" y="439092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6" name=""/>
          <p:cNvSpPr/>
          <p:nvPr/>
        </p:nvSpPr>
        <p:spPr>
          <a:xfrm>
            <a:off x="752400" y="4390920"/>
            <a:ext cx="3152880" cy="9720"/>
          </a:xfrm>
          <a:custGeom>
            <a:avLst/>
            <a:gdLst/>
            <a:ahLst/>
            <a:rect l="0" t="0" r="r" b="b"/>
            <a:pathLst>
              <a:path w="8758" h="27">
                <a:moveTo>
                  <a:pt x="0" y="0"/>
                </a:moveTo>
                <a:lnTo>
                  <a:pt x="8758" y="0"/>
                </a:lnTo>
                <a:lnTo>
                  <a:pt x="87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7" name=""/>
          <p:cNvSpPr/>
          <p:nvPr/>
        </p:nvSpPr>
        <p:spPr>
          <a:xfrm>
            <a:off x="3895560" y="439092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8" name=""/>
          <p:cNvSpPr/>
          <p:nvPr/>
        </p:nvSpPr>
        <p:spPr>
          <a:xfrm>
            <a:off x="3904920" y="4390920"/>
            <a:ext cx="2200680" cy="9720"/>
          </a:xfrm>
          <a:custGeom>
            <a:avLst/>
            <a:gdLst/>
            <a:ahLst/>
            <a:rect l="0" t="0" r="r" b="b"/>
            <a:pathLst>
              <a:path w="6113" h="27">
                <a:moveTo>
                  <a:pt x="0" y="0"/>
                </a:moveTo>
                <a:lnTo>
                  <a:pt x="6113" y="0"/>
                </a:lnTo>
                <a:lnTo>
                  <a:pt x="61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9" name=""/>
          <p:cNvSpPr/>
          <p:nvPr/>
        </p:nvSpPr>
        <p:spPr>
          <a:xfrm>
            <a:off x="6095880" y="439092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0" name=""/>
          <p:cNvSpPr/>
          <p:nvPr/>
        </p:nvSpPr>
        <p:spPr>
          <a:xfrm>
            <a:off x="6105240" y="4390920"/>
            <a:ext cx="3057840" cy="9720"/>
          </a:xfrm>
          <a:custGeom>
            <a:avLst/>
            <a:gdLst/>
            <a:ahLst/>
            <a:rect l="0" t="0" r="r" b="b"/>
            <a:pathLst>
              <a:path w="8494" h="27">
                <a:moveTo>
                  <a:pt x="0" y="0"/>
                </a:moveTo>
                <a:lnTo>
                  <a:pt x="8494" y="0"/>
                </a:lnTo>
                <a:lnTo>
                  <a:pt x="84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1" name=""/>
          <p:cNvSpPr/>
          <p:nvPr/>
        </p:nvSpPr>
        <p:spPr>
          <a:xfrm>
            <a:off x="9153360" y="439092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2" name=""/>
          <p:cNvSpPr/>
          <p:nvPr/>
        </p:nvSpPr>
        <p:spPr>
          <a:xfrm>
            <a:off x="9162720" y="4390920"/>
            <a:ext cx="972000" cy="9720"/>
          </a:xfrm>
          <a:custGeom>
            <a:avLst/>
            <a:gdLst/>
            <a:ahLst/>
            <a:rect l="0" t="0" r="r" b="b"/>
            <a:pathLst>
              <a:path w="2700" h="27">
                <a:moveTo>
                  <a:pt x="0" y="0"/>
                </a:moveTo>
                <a:lnTo>
                  <a:pt x="2700" y="0"/>
                </a:lnTo>
                <a:lnTo>
                  <a:pt x="27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3" name=""/>
          <p:cNvSpPr/>
          <p:nvPr/>
        </p:nvSpPr>
        <p:spPr>
          <a:xfrm>
            <a:off x="10125000" y="439092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4" name=""/>
          <p:cNvSpPr/>
          <p:nvPr/>
        </p:nvSpPr>
        <p:spPr>
          <a:xfrm>
            <a:off x="752400" y="4933800"/>
            <a:ext cx="3152880" cy="9720"/>
          </a:xfrm>
          <a:custGeom>
            <a:avLst/>
            <a:gdLst/>
            <a:ahLst/>
            <a:rect l="0" t="0" r="r" b="b"/>
            <a:pathLst>
              <a:path w="8758" h="27">
                <a:moveTo>
                  <a:pt x="0" y="0"/>
                </a:moveTo>
                <a:lnTo>
                  <a:pt x="8758" y="0"/>
                </a:lnTo>
                <a:lnTo>
                  <a:pt x="87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5" name=""/>
          <p:cNvSpPr/>
          <p:nvPr/>
        </p:nvSpPr>
        <p:spPr>
          <a:xfrm>
            <a:off x="3904920" y="4933800"/>
            <a:ext cx="2200680" cy="9720"/>
          </a:xfrm>
          <a:custGeom>
            <a:avLst/>
            <a:gdLst/>
            <a:ahLst/>
            <a:rect l="0" t="0" r="r" b="b"/>
            <a:pathLst>
              <a:path w="6113" h="27">
                <a:moveTo>
                  <a:pt x="0" y="0"/>
                </a:moveTo>
                <a:lnTo>
                  <a:pt x="6113" y="0"/>
                </a:lnTo>
                <a:lnTo>
                  <a:pt x="61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6" name=""/>
          <p:cNvSpPr/>
          <p:nvPr/>
        </p:nvSpPr>
        <p:spPr>
          <a:xfrm>
            <a:off x="6105240" y="4933800"/>
            <a:ext cx="3057840" cy="9720"/>
          </a:xfrm>
          <a:custGeom>
            <a:avLst/>
            <a:gdLst/>
            <a:ahLst/>
            <a:rect l="0" t="0" r="r" b="b"/>
            <a:pathLst>
              <a:path w="8494" h="27">
                <a:moveTo>
                  <a:pt x="0" y="0"/>
                </a:moveTo>
                <a:lnTo>
                  <a:pt x="8494" y="0"/>
                </a:lnTo>
                <a:lnTo>
                  <a:pt x="84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7" name=""/>
          <p:cNvSpPr/>
          <p:nvPr/>
        </p:nvSpPr>
        <p:spPr>
          <a:xfrm>
            <a:off x="9162720" y="4933800"/>
            <a:ext cx="972000" cy="9720"/>
          </a:xfrm>
          <a:custGeom>
            <a:avLst/>
            <a:gdLst/>
            <a:ahLst/>
            <a:rect l="0" t="0" r="r" b="b"/>
            <a:pathLst>
              <a:path w="2700" h="27">
                <a:moveTo>
                  <a:pt x="0" y="0"/>
                </a:moveTo>
                <a:lnTo>
                  <a:pt x="2700" y="0"/>
                </a:lnTo>
                <a:lnTo>
                  <a:pt x="27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8" name=""/>
          <p:cNvSpPr/>
          <p:nvPr/>
        </p:nvSpPr>
        <p:spPr>
          <a:xfrm>
            <a:off x="752400" y="494316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9" name=""/>
          <p:cNvSpPr/>
          <p:nvPr/>
        </p:nvSpPr>
        <p:spPr>
          <a:xfrm>
            <a:off x="3895560" y="494316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0" name=""/>
          <p:cNvSpPr/>
          <p:nvPr/>
        </p:nvSpPr>
        <p:spPr>
          <a:xfrm>
            <a:off x="6095880" y="494316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1" name=""/>
          <p:cNvSpPr/>
          <p:nvPr/>
        </p:nvSpPr>
        <p:spPr>
          <a:xfrm>
            <a:off x="9153360" y="494316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2" name=""/>
          <p:cNvSpPr/>
          <p:nvPr/>
        </p:nvSpPr>
        <p:spPr>
          <a:xfrm>
            <a:off x="10125000" y="494316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3" name=""/>
          <p:cNvSpPr/>
          <p:nvPr/>
        </p:nvSpPr>
        <p:spPr>
          <a:xfrm>
            <a:off x="752400" y="54766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4" name=""/>
          <p:cNvSpPr/>
          <p:nvPr/>
        </p:nvSpPr>
        <p:spPr>
          <a:xfrm>
            <a:off x="752400" y="5467320"/>
            <a:ext cx="3152880" cy="9720"/>
          </a:xfrm>
          <a:custGeom>
            <a:avLst/>
            <a:gdLst/>
            <a:ahLst/>
            <a:rect l="0" t="0" r="r" b="b"/>
            <a:pathLst>
              <a:path w="8758" h="27">
                <a:moveTo>
                  <a:pt x="0" y="0"/>
                </a:moveTo>
                <a:lnTo>
                  <a:pt x="8758" y="0"/>
                </a:lnTo>
                <a:lnTo>
                  <a:pt x="87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5" name=""/>
          <p:cNvSpPr/>
          <p:nvPr/>
        </p:nvSpPr>
        <p:spPr>
          <a:xfrm>
            <a:off x="3895560" y="54766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6" name=""/>
          <p:cNvSpPr/>
          <p:nvPr/>
        </p:nvSpPr>
        <p:spPr>
          <a:xfrm>
            <a:off x="3904920" y="5467320"/>
            <a:ext cx="2200680" cy="9720"/>
          </a:xfrm>
          <a:custGeom>
            <a:avLst/>
            <a:gdLst/>
            <a:ahLst/>
            <a:rect l="0" t="0" r="r" b="b"/>
            <a:pathLst>
              <a:path w="6113" h="27">
                <a:moveTo>
                  <a:pt x="0" y="0"/>
                </a:moveTo>
                <a:lnTo>
                  <a:pt x="6113" y="0"/>
                </a:lnTo>
                <a:lnTo>
                  <a:pt x="61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7" name=""/>
          <p:cNvSpPr/>
          <p:nvPr/>
        </p:nvSpPr>
        <p:spPr>
          <a:xfrm>
            <a:off x="6095880" y="54766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8" name=""/>
          <p:cNvSpPr/>
          <p:nvPr/>
        </p:nvSpPr>
        <p:spPr>
          <a:xfrm>
            <a:off x="6105240" y="5467320"/>
            <a:ext cx="3057840" cy="9720"/>
          </a:xfrm>
          <a:custGeom>
            <a:avLst/>
            <a:gdLst/>
            <a:ahLst/>
            <a:rect l="0" t="0" r="r" b="b"/>
            <a:pathLst>
              <a:path w="8494" h="27">
                <a:moveTo>
                  <a:pt x="0" y="0"/>
                </a:moveTo>
                <a:lnTo>
                  <a:pt x="8494" y="0"/>
                </a:lnTo>
                <a:lnTo>
                  <a:pt x="84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9" name=""/>
          <p:cNvSpPr/>
          <p:nvPr/>
        </p:nvSpPr>
        <p:spPr>
          <a:xfrm>
            <a:off x="9153360" y="54766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0" name=""/>
          <p:cNvSpPr/>
          <p:nvPr/>
        </p:nvSpPr>
        <p:spPr>
          <a:xfrm>
            <a:off x="9162720" y="5467320"/>
            <a:ext cx="972000" cy="9720"/>
          </a:xfrm>
          <a:custGeom>
            <a:avLst/>
            <a:gdLst/>
            <a:ahLst/>
            <a:rect l="0" t="0" r="r" b="b"/>
            <a:pathLst>
              <a:path w="2700" h="27">
                <a:moveTo>
                  <a:pt x="0" y="0"/>
                </a:moveTo>
                <a:lnTo>
                  <a:pt x="2700" y="0"/>
                </a:lnTo>
                <a:lnTo>
                  <a:pt x="27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1" name=""/>
          <p:cNvSpPr/>
          <p:nvPr/>
        </p:nvSpPr>
        <p:spPr>
          <a:xfrm>
            <a:off x="10125000" y="54766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2" name=""/>
          <p:cNvSpPr/>
          <p:nvPr/>
        </p:nvSpPr>
        <p:spPr>
          <a:xfrm>
            <a:off x="752400" y="601956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3" name=""/>
          <p:cNvSpPr/>
          <p:nvPr/>
        </p:nvSpPr>
        <p:spPr>
          <a:xfrm>
            <a:off x="752400" y="6010200"/>
            <a:ext cx="3152880" cy="9720"/>
          </a:xfrm>
          <a:custGeom>
            <a:avLst/>
            <a:gdLst/>
            <a:ahLst/>
            <a:rect l="0" t="0" r="r" b="b"/>
            <a:pathLst>
              <a:path w="8758" h="27">
                <a:moveTo>
                  <a:pt x="0" y="0"/>
                </a:moveTo>
                <a:lnTo>
                  <a:pt x="8758" y="0"/>
                </a:lnTo>
                <a:lnTo>
                  <a:pt x="87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4" name=""/>
          <p:cNvSpPr/>
          <p:nvPr/>
        </p:nvSpPr>
        <p:spPr>
          <a:xfrm>
            <a:off x="3895560" y="601956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5" name=""/>
          <p:cNvSpPr/>
          <p:nvPr/>
        </p:nvSpPr>
        <p:spPr>
          <a:xfrm>
            <a:off x="3904920" y="6010200"/>
            <a:ext cx="2200680" cy="9720"/>
          </a:xfrm>
          <a:custGeom>
            <a:avLst/>
            <a:gdLst/>
            <a:ahLst/>
            <a:rect l="0" t="0" r="r" b="b"/>
            <a:pathLst>
              <a:path w="6113" h="27">
                <a:moveTo>
                  <a:pt x="0" y="0"/>
                </a:moveTo>
                <a:lnTo>
                  <a:pt x="6113" y="0"/>
                </a:lnTo>
                <a:lnTo>
                  <a:pt x="61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6" name=""/>
          <p:cNvSpPr/>
          <p:nvPr/>
        </p:nvSpPr>
        <p:spPr>
          <a:xfrm>
            <a:off x="6095880" y="601956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7" name=""/>
          <p:cNvSpPr/>
          <p:nvPr/>
        </p:nvSpPr>
        <p:spPr>
          <a:xfrm>
            <a:off x="6105240" y="6010200"/>
            <a:ext cx="3057840" cy="9720"/>
          </a:xfrm>
          <a:custGeom>
            <a:avLst/>
            <a:gdLst/>
            <a:ahLst/>
            <a:rect l="0" t="0" r="r" b="b"/>
            <a:pathLst>
              <a:path w="8494" h="27">
                <a:moveTo>
                  <a:pt x="0" y="0"/>
                </a:moveTo>
                <a:lnTo>
                  <a:pt x="8494" y="0"/>
                </a:lnTo>
                <a:lnTo>
                  <a:pt x="84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8" name=""/>
          <p:cNvSpPr/>
          <p:nvPr/>
        </p:nvSpPr>
        <p:spPr>
          <a:xfrm>
            <a:off x="9153360" y="601956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9" name=""/>
          <p:cNvSpPr/>
          <p:nvPr/>
        </p:nvSpPr>
        <p:spPr>
          <a:xfrm>
            <a:off x="9162720" y="6010200"/>
            <a:ext cx="972000" cy="9720"/>
          </a:xfrm>
          <a:custGeom>
            <a:avLst/>
            <a:gdLst/>
            <a:ahLst/>
            <a:rect l="0" t="0" r="r" b="b"/>
            <a:pathLst>
              <a:path w="2700" h="27">
                <a:moveTo>
                  <a:pt x="0" y="0"/>
                </a:moveTo>
                <a:lnTo>
                  <a:pt x="2700" y="0"/>
                </a:lnTo>
                <a:lnTo>
                  <a:pt x="27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0" name=""/>
          <p:cNvSpPr/>
          <p:nvPr/>
        </p:nvSpPr>
        <p:spPr>
          <a:xfrm>
            <a:off x="10125000" y="601956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1" name=""/>
          <p:cNvSpPr/>
          <p:nvPr/>
        </p:nvSpPr>
        <p:spPr>
          <a:xfrm>
            <a:off x="752400" y="65530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2" name=""/>
          <p:cNvSpPr/>
          <p:nvPr/>
        </p:nvSpPr>
        <p:spPr>
          <a:xfrm>
            <a:off x="752400" y="6543360"/>
            <a:ext cx="3152880" cy="10080"/>
          </a:xfrm>
          <a:custGeom>
            <a:avLst/>
            <a:gdLst/>
            <a:ahLst/>
            <a:rect l="0" t="0" r="r" b="b"/>
            <a:pathLst>
              <a:path w="8758" h="28">
                <a:moveTo>
                  <a:pt x="0" y="0"/>
                </a:moveTo>
                <a:lnTo>
                  <a:pt x="8758" y="0"/>
                </a:lnTo>
                <a:lnTo>
                  <a:pt x="87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3" name=""/>
          <p:cNvSpPr/>
          <p:nvPr/>
        </p:nvSpPr>
        <p:spPr>
          <a:xfrm>
            <a:off x="3895560" y="65530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4" name=""/>
          <p:cNvSpPr/>
          <p:nvPr/>
        </p:nvSpPr>
        <p:spPr>
          <a:xfrm>
            <a:off x="3904920" y="6543360"/>
            <a:ext cx="2200680" cy="10080"/>
          </a:xfrm>
          <a:custGeom>
            <a:avLst/>
            <a:gdLst/>
            <a:ahLst/>
            <a:rect l="0" t="0" r="r" b="b"/>
            <a:pathLst>
              <a:path w="6113" h="28">
                <a:moveTo>
                  <a:pt x="0" y="0"/>
                </a:moveTo>
                <a:lnTo>
                  <a:pt x="6113" y="0"/>
                </a:lnTo>
                <a:lnTo>
                  <a:pt x="611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5" name=""/>
          <p:cNvSpPr/>
          <p:nvPr/>
        </p:nvSpPr>
        <p:spPr>
          <a:xfrm>
            <a:off x="6095880" y="65530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6" name=""/>
          <p:cNvSpPr/>
          <p:nvPr/>
        </p:nvSpPr>
        <p:spPr>
          <a:xfrm>
            <a:off x="6105240" y="6543360"/>
            <a:ext cx="3057840" cy="10080"/>
          </a:xfrm>
          <a:custGeom>
            <a:avLst/>
            <a:gdLst/>
            <a:ahLst/>
            <a:rect l="0" t="0" r="r" b="b"/>
            <a:pathLst>
              <a:path w="8494" h="28">
                <a:moveTo>
                  <a:pt x="0" y="0"/>
                </a:moveTo>
                <a:lnTo>
                  <a:pt x="8494" y="0"/>
                </a:lnTo>
                <a:lnTo>
                  <a:pt x="84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7" name=""/>
          <p:cNvSpPr/>
          <p:nvPr/>
        </p:nvSpPr>
        <p:spPr>
          <a:xfrm>
            <a:off x="9153360" y="65530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8" name=""/>
          <p:cNvSpPr/>
          <p:nvPr/>
        </p:nvSpPr>
        <p:spPr>
          <a:xfrm>
            <a:off x="9162720" y="6543360"/>
            <a:ext cx="972000" cy="10080"/>
          </a:xfrm>
          <a:custGeom>
            <a:avLst/>
            <a:gdLst/>
            <a:ahLst/>
            <a:rect l="0" t="0" r="r" b="b"/>
            <a:pathLst>
              <a:path w="2700" h="28">
                <a:moveTo>
                  <a:pt x="0" y="0"/>
                </a:moveTo>
                <a:lnTo>
                  <a:pt x="2700" y="0"/>
                </a:lnTo>
                <a:lnTo>
                  <a:pt x="270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9" name=""/>
          <p:cNvSpPr/>
          <p:nvPr/>
        </p:nvSpPr>
        <p:spPr>
          <a:xfrm>
            <a:off x="10125000" y="65530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0" name=""/>
          <p:cNvSpPr txBox="1"/>
          <p:nvPr/>
        </p:nvSpPr>
        <p:spPr>
          <a:xfrm>
            <a:off x="747720" y="770400"/>
            <a:ext cx="443700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  <a:ea typeface="Arial"/>
              </a:rPr>
              <a:t>Level 3 — Cloudflare CDN</a:t>
            </a:r>
            <a:endParaRPr b="0" lang="en-US" sz="28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1" name=""/>
          <p:cNvSpPr txBox="1"/>
          <p:nvPr/>
        </p:nvSpPr>
        <p:spPr>
          <a:xfrm>
            <a:off x="747720" y="1502640"/>
            <a:ext cx="17168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The concept: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2" name=""/>
          <p:cNvSpPr txBox="1"/>
          <p:nvPr/>
        </p:nvSpPr>
        <p:spPr>
          <a:xfrm>
            <a:off x="914400" y="2185560"/>
            <a:ext cx="42814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10" spc="-1" strike="noStrike">
                <a:solidFill>
                  <a:srgbClr val="1f2328"/>
                </a:solidFill>
                <a:latin typeface="Courier New"/>
                <a:ea typeface="Courier New"/>
              </a:rPr>
              <a:t>Browser (anywhere in the world)</a:t>
            </a:r>
            <a:endParaRPr b="0" lang="en-US" sz="18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3" name=""/>
          <p:cNvSpPr txBox="1"/>
          <p:nvPr/>
        </p:nvSpPr>
        <p:spPr>
          <a:xfrm>
            <a:off x="914400" y="2447280"/>
            <a:ext cx="4136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10" spc="-1" strike="noStrike">
                <a:solidFill>
                  <a:srgbClr val="1f2328"/>
                </a:solidFill>
                <a:latin typeface="Courier New"/>
                <a:ea typeface="Courier New"/>
              </a:rPr>
              <a:t>  ↓</a:t>
            </a:r>
            <a:endParaRPr b="0" lang="en-US" sz="18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4" name=""/>
          <p:cNvSpPr txBox="1"/>
          <p:nvPr/>
        </p:nvSpPr>
        <p:spPr>
          <a:xfrm>
            <a:off x="914400" y="2718360"/>
            <a:ext cx="842400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10" spc="-1" strike="noStrike">
                <a:solidFill>
                  <a:srgbClr val="1f2328"/>
                </a:solidFill>
                <a:latin typeface="Courier New"/>
                <a:ea typeface="Courier New"/>
              </a:rPr>
              <a:t>Cloudflare Edge (300+ PoPs — nearest data center, &lt;30ms away)</a:t>
            </a:r>
            <a:endParaRPr b="0" lang="en-US" sz="18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5" name=""/>
          <p:cNvSpPr txBox="1"/>
          <p:nvPr/>
        </p:nvSpPr>
        <p:spPr>
          <a:xfrm>
            <a:off x="914400" y="2979720"/>
            <a:ext cx="1008072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10" spc="-1" strike="noStrike">
                <a:solidFill>
                  <a:srgbClr val="1f2328"/>
                </a:solidFill>
                <a:latin typeface="Courier New"/>
                <a:ea typeface="Courier New"/>
              </a:rPr>
              <a:t>  ├── </a:t>
            </a:r>
            <a:r>
              <a:rPr b="0" lang="en-US" sz="1810" spc="-1" strike="noStrike">
                <a:solidFill>
                  <a:srgbClr val="1f2328"/>
                </a:solidFill>
                <a:latin typeface="Courier New"/>
                <a:ea typeface="Courier New"/>
              </a:rPr>
              <a:t>CACHE HIT  → response from edge   (0ms origin, ~10–20ms to browser)</a:t>
            </a:r>
            <a:endParaRPr b="0" lang="en-US" sz="18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6" name=""/>
          <p:cNvSpPr txBox="1"/>
          <p:nvPr/>
        </p:nvSpPr>
        <p:spPr>
          <a:xfrm>
            <a:off x="914400" y="3241440"/>
            <a:ext cx="103564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10" spc="-1" strike="noStrike">
                <a:solidFill>
                  <a:srgbClr val="1f2328"/>
                </a:solidFill>
                <a:latin typeface="Courier New"/>
                <a:ea typeface="Courier New"/>
              </a:rPr>
              <a:t>  └── </a:t>
            </a:r>
            <a:r>
              <a:rPr b="0" lang="en-US" sz="1810" spc="-1" strike="noStrike">
                <a:solidFill>
                  <a:srgbClr val="1f2328"/>
                </a:solidFill>
                <a:latin typeface="Courier New"/>
                <a:ea typeface="Courier New"/>
              </a:rPr>
              <a:t>CACHE MISS → fetch from your VPS  (once per TTL, then cached at edge)</a:t>
            </a:r>
            <a:endParaRPr b="0" lang="en-US" sz="18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7" name=""/>
          <p:cNvSpPr txBox="1"/>
          <p:nvPr/>
        </p:nvSpPr>
        <p:spPr>
          <a:xfrm>
            <a:off x="747720" y="3874320"/>
            <a:ext cx="100803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Your $12 VPS </a:t>
            </a:r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only sees cache misses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— ~10–20% of total traffic during a spike.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8" name=""/>
          <p:cNvSpPr txBox="1"/>
          <p:nvPr/>
        </p:nvSpPr>
        <p:spPr>
          <a:xfrm>
            <a:off x="1917360" y="4502880"/>
            <a:ext cx="8128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Metric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9" name=""/>
          <p:cNvSpPr txBox="1"/>
          <p:nvPr/>
        </p:nvSpPr>
        <p:spPr>
          <a:xfrm>
            <a:off x="4024440" y="4502880"/>
            <a:ext cx="19468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Level 2 (direct)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0" name=""/>
          <p:cNvSpPr txBox="1"/>
          <p:nvPr/>
        </p:nvSpPr>
        <p:spPr>
          <a:xfrm>
            <a:off x="6231600" y="4502880"/>
            <a:ext cx="27972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Level 3 (+ Cloudflare)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1" name=""/>
          <p:cNvSpPr txBox="1"/>
          <p:nvPr/>
        </p:nvSpPr>
        <p:spPr>
          <a:xfrm>
            <a:off x="9547920" y="450288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Δ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2" name=""/>
          <p:cNvSpPr txBox="1"/>
          <p:nvPr/>
        </p:nvSpPr>
        <p:spPr>
          <a:xfrm>
            <a:off x="880920" y="5045760"/>
            <a:ext cx="28825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TTFB for cached pages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3" name=""/>
          <p:cNvSpPr txBox="1"/>
          <p:nvPr/>
        </p:nvSpPr>
        <p:spPr>
          <a:xfrm>
            <a:off x="4024440" y="5045760"/>
            <a:ext cx="7506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79 ms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4" name=""/>
          <p:cNvSpPr txBox="1"/>
          <p:nvPr/>
        </p:nvSpPr>
        <p:spPr>
          <a:xfrm>
            <a:off x="6231600" y="5045760"/>
            <a:ext cx="12427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10–20 ms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5" name=""/>
          <p:cNvSpPr txBox="1"/>
          <p:nvPr/>
        </p:nvSpPr>
        <p:spPr>
          <a:xfrm>
            <a:off x="9290160" y="5045760"/>
            <a:ext cx="7124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−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75%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6" name=""/>
          <p:cNvSpPr txBox="1"/>
          <p:nvPr/>
        </p:nvSpPr>
        <p:spPr>
          <a:xfrm>
            <a:off x="880920" y="5579280"/>
            <a:ext cx="28522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Origin requests at peak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7" name=""/>
          <p:cNvSpPr txBox="1"/>
          <p:nvPr/>
        </p:nvSpPr>
        <p:spPr>
          <a:xfrm>
            <a:off x="4024440" y="5579280"/>
            <a:ext cx="7048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100%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8" name=""/>
          <p:cNvSpPr txBox="1"/>
          <p:nvPr/>
        </p:nvSpPr>
        <p:spPr>
          <a:xfrm>
            <a:off x="6231600" y="5579280"/>
            <a:ext cx="11725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~15–20%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9" name=""/>
          <p:cNvSpPr txBox="1"/>
          <p:nvPr/>
        </p:nvSpPr>
        <p:spPr>
          <a:xfrm>
            <a:off x="9290160" y="5579280"/>
            <a:ext cx="7124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−</a:t>
            </a:r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80%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0" name=""/>
          <p:cNvSpPr txBox="1"/>
          <p:nvPr/>
        </p:nvSpPr>
        <p:spPr>
          <a:xfrm>
            <a:off x="880920" y="6122160"/>
            <a:ext cx="25459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Bandwidth from VPS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1" name=""/>
          <p:cNvSpPr txBox="1"/>
          <p:nvPr/>
        </p:nvSpPr>
        <p:spPr>
          <a:xfrm>
            <a:off x="4024440" y="6122160"/>
            <a:ext cx="7048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100%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2" name=""/>
          <p:cNvSpPr txBox="1"/>
          <p:nvPr/>
        </p:nvSpPr>
        <p:spPr>
          <a:xfrm>
            <a:off x="6231600" y="6122160"/>
            <a:ext cx="11725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~20–30%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3" name=""/>
          <p:cNvSpPr txBox="1"/>
          <p:nvPr/>
        </p:nvSpPr>
        <p:spPr>
          <a:xfrm>
            <a:off x="9290160" y="6122160"/>
            <a:ext cx="7124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−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75%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4" name=""/>
          <p:cNvSpPr/>
          <p:nvPr/>
        </p:nvSpPr>
        <p:spPr>
          <a:xfrm>
            <a:off x="4059360" y="6669360"/>
            <a:ext cx="254160" cy="253800"/>
          </a:xfrm>
          <a:custGeom>
            <a:avLst/>
            <a:gdLst/>
            <a:ahLst/>
            <a:rect l="0" t="0" r="r" b="b"/>
            <a:pathLst>
              <a:path w="706" h="705">
                <a:moveTo>
                  <a:pt x="429" y="353"/>
                </a:moveTo>
                <a:lnTo>
                  <a:pt x="690" y="91"/>
                </a:lnTo>
                <a:cubicBezTo>
                  <a:pt x="711" y="70"/>
                  <a:pt x="711" y="36"/>
                  <a:pt x="690" y="15"/>
                </a:cubicBezTo>
                <a:cubicBezTo>
                  <a:pt x="669" y="-5"/>
                  <a:pt x="635" y="-5"/>
                  <a:pt x="615" y="15"/>
                </a:cubicBezTo>
                <a:lnTo>
                  <a:pt x="354" y="277"/>
                </a:lnTo>
                <a:lnTo>
                  <a:pt x="92" y="15"/>
                </a:lnTo>
                <a:cubicBezTo>
                  <a:pt x="71" y="-5"/>
                  <a:pt x="38" y="-5"/>
                  <a:pt x="17" y="15"/>
                </a:cubicBezTo>
                <a:cubicBezTo>
                  <a:pt x="-4" y="36"/>
                  <a:pt x="-4" y="70"/>
                  <a:pt x="17" y="91"/>
                </a:cubicBezTo>
                <a:lnTo>
                  <a:pt x="278" y="353"/>
                </a:lnTo>
                <a:lnTo>
                  <a:pt x="16" y="614"/>
                </a:lnTo>
                <a:cubicBezTo>
                  <a:pt x="-5" y="635"/>
                  <a:pt x="-5" y="668"/>
                  <a:pt x="16" y="689"/>
                </a:cubicBezTo>
                <a:cubicBezTo>
                  <a:pt x="27" y="700"/>
                  <a:pt x="40" y="705"/>
                  <a:pt x="54" y="705"/>
                </a:cubicBezTo>
                <a:cubicBezTo>
                  <a:pt x="68" y="705"/>
                  <a:pt x="81" y="700"/>
                  <a:pt x="92" y="689"/>
                </a:cubicBezTo>
                <a:lnTo>
                  <a:pt x="354" y="428"/>
                </a:lnTo>
                <a:lnTo>
                  <a:pt x="615" y="689"/>
                </a:lnTo>
                <a:cubicBezTo>
                  <a:pt x="625" y="699"/>
                  <a:pt x="639" y="704"/>
                  <a:pt x="652" y="704"/>
                </a:cubicBezTo>
                <a:cubicBezTo>
                  <a:pt x="666" y="704"/>
                  <a:pt x="680" y="699"/>
                  <a:pt x="690" y="689"/>
                </a:cubicBezTo>
                <a:cubicBezTo>
                  <a:pt x="711" y="668"/>
                  <a:pt x="711" y="634"/>
                  <a:pt x="690" y="613"/>
                </a:cubicBezTo>
                <a:lnTo>
                  <a:pt x="429" y="353"/>
                </a:ln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35" name=""/>
          <p:cNvSpPr txBox="1"/>
          <p:nvPr/>
        </p:nvSpPr>
        <p:spPr>
          <a:xfrm>
            <a:off x="880920" y="6655680"/>
            <a:ext cx="20232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DDoS protection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6" name=""/>
          <p:cNvSpPr/>
          <p:nvPr/>
        </p:nvSpPr>
        <p:spPr>
          <a:xfrm>
            <a:off x="6257880" y="6657840"/>
            <a:ext cx="276480" cy="276480"/>
          </a:xfrm>
          <a:custGeom>
            <a:avLst/>
            <a:gdLst/>
            <a:ahLst/>
            <a:rect l="0" t="0" r="r" b="b"/>
            <a:pathLst>
              <a:path w="768" h="768">
                <a:moveTo>
                  <a:pt x="768" y="683"/>
                </a:moveTo>
                <a:cubicBezTo>
                  <a:pt x="768" y="730"/>
                  <a:pt x="730" y="768"/>
                  <a:pt x="683" y="768"/>
                </a:cubicBezTo>
                <a:lnTo>
                  <a:pt x="85" y="768"/>
                </a:lnTo>
                <a:cubicBezTo>
                  <a:pt x="38" y="768"/>
                  <a:pt x="0" y="730"/>
                  <a:pt x="0" y="683"/>
                </a:cubicBezTo>
                <a:lnTo>
                  <a:pt x="0" y="85"/>
                </a:lnTo>
                <a:cubicBezTo>
                  <a:pt x="0" y="38"/>
                  <a:pt x="38" y="0"/>
                  <a:pt x="85" y="0"/>
                </a:cubicBezTo>
                <a:lnTo>
                  <a:pt x="683" y="0"/>
                </a:lnTo>
                <a:cubicBezTo>
                  <a:pt x="730" y="0"/>
                  <a:pt x="768" y="38"/>
                  <a:pt x="768" y="85"/>
                </a:cubicBezTo>
                <a:lnTo>
                  <a:pt x="768" y="683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37" name=""/>
          <p:cNvSpPr/>
          <p:nvPr/>
        </p:nvSpPr>
        <p:spPr>
          <a:xfrm>
            <a:off x="6301440" y="6703560"/>
            <a:ext cx="189720" cy="186840"/>
          </a:xfrm>
          <a:custGeom>
            <a:avLst/>
            <a:gdLst/>
            <a:ahLst/>
            <a:rect l="0" t="0" r="r" b="b"/>
            <a:pathLst>
              <a:path w="527" h="519">
                <a:moveTo>
                  <a:pt x="504" y="9"/>
                </a:moveTo>
                <a:cubicBezTo>
                  <a:pt x="479" y="-7"/>
                  <a:pt x="446" y="0"/>
                  <a:pt x="430" y="25"/>
                </a:cubicBezTo>
                <a:lnTo>
                  <a:pt x="198" y="384"/>
                </a:lnTo>
                <a:lnTo>
                  <a:pt x="90" y="285"/>
                </a:lnTo>
                <a:cubicBezTo>
                  <a:pt x="68" y="265"/>
                  <a:pt x="34" y="266"/>
                  <a:pt x="14" y="288"/>
                </a:cubicBezTo>
                <a:cubicBezTo>
                  <a:pt x="-5" y="309"/>
                  <a:pt x="-4" y="343"/>
                  <a:pt x="17" y="363"/>
                </a:cubicBezTo>
                <a:lnTo>
                  <a:pt x="172" y="505"/>
                </a:lnTo>
                <a:cubicBezTo>
                  <a:pt x="182" y="514"/>
                  <a:pt x="195" y="519"/>
                  <a:pt x="208" y="519"/>
                </a:cubicBezTo>
                <a:cubicBezTo>
                  <a:pt x="223" y="519"/>
                  <a:pt x="241" y="513"/>
                  <a:pt x="253" y="495"/>
                </a:cubicBezTo>
                <a:cubicBezTo>
                  <a:pt x="260" y="484"/>
                  <a:pt x="519" y="83"/>
                  <a:pt x="519" y="83"/>
                </a:cubicBezTo>
                <a:cubicBezTo>
                  <a:pt x="535" y="58"/>
                  <a:pt x="528" y="25"/>
                  <a:pt x="504" y="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8" name=""/>
          <p:cNvSpPr txBox="1"/>
          <p:nvPr/>
        </p:nvSpPr>
        <p:spPr>
          <a:xfrm>
            <a:off x="4418640" y="6655680"/>
            <a:ext cx="6134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none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9" name=""/>
          <p:cNvSpPr txBox="1"/>
          <p:nvPr/>
        </p:nvSpPr>
        <p:spPr>
          <a:xfrm>
            <a:off x="6625800" y="6655680"/>
            <a:ext cx="12261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unlimited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0" name=""/>
          <p:cNvSpPr txBox="1"/>
          <p:nvPr/>
        </p:nvSpPr>
        <p:spPr>
          <a:xfrm>
            <a:off x="9290160" y="6655680"/>
            <a:ext cx="2764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—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2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4" name=""/>
          <p:cNvSpPr txBox="1"/>
          <p:nvPr/>
        </p:nvSpPr>
        <p:spPr>
          <a:xfrm>
            <a:off x="747720" y="770400"/>
            <a:ext cx="625536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  <a:ea typeface="Arial"/>
              </a:rPr>
              <a:t>Cloudflare Free Plan — what you get</a:t>
            </a:r>
            <a:endParaRPr b="0" lang="en-US" sz="28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5" name=""/>
          <p:cNvSpPr/>
          <p:nvPr/>
        </p:nvSpPr>
        <p:spPr>
          <a:xfrm>
            <a:off x="1076040" y="21906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3" y="179"/>
                  <a:pt x="215" y="192"/>
                  <a:pt x="204" y="203"/>
                </a:cubicBezTo>
                <a:cubicBezTo>
                  <a:pt x="192" y="214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4"/>
                  <a:pt x="35" y="203"/>
                </a:cubicBezTo>
                <a:cubicBezTo>
                  <a:pt x="24" y="192"/>
                  <a:pt x="15" y="179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4"/>
                  <a:pt x="204" y="35"/>
                </a:cubicBezTo>
                <a:cubicBezTo>
                  <a:pt x="215" y="46"/>
                  <a:pt x="223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46" name=""/>
          <p:cNvSpPr/>
          <p:nvPr/>
        </p:nvSpPr>
        <p:spPr>
          <a:xfrm>
            <a:off x="1323720" y="2066760"/>
            <a:ext cx="276480" cy="276480"/>
          </a:xfrm>
          <a:custGeom>
            <a:avLst/>
            <a:gdLst/>
            <a:ahLst/>
            <a:rect l="0" t="0" r="r" b="b"/>
            <a:pathLst>
              <a:path w="768" h="768">
                <a:moveTo>
                  <a:pt x="768" y="385"/>
                </a:moveTo>
                <a:cubicBezTo>
                  <a:pt x="768" y="410"/>
                  <a:pt x="766" y="435"/>
                  <a:pt x="761" y="459"/>
                </a:cubicBezTo>
                <a:cubicBezTo>
                  <a:pt x="756" y="484"/>
                  <a:pt x="749" y="508"/>
                  <a:pt x="739" y="531"/>
                </a:cubicBezTo>
                <a:cubicBezTo>
                  <a:pt x="730" y="555"/>
                  <a:pt x="718" y="577"/>
                  <a:pt x="704" y="598"/>
                </a:cubicBezTo>
                <a:cubicBezTo>
                  <a:pt x="690" y="619"/>
                  <a:pt x="674" y="638"/>
                  <a:pt x="656" y="656"/>
                </a:cubicBezTo>
                <a:cubicBezTo>
                  <a:pt x="638" y="674"/>
                  <a:pt x="619" y="690"/>
                  <a:pt x="598" y="704"/>
                </a:cubicBezTo>
                <a:cubicBezTo>
                  <a:pt x="577" y="718"/>
                  <a:pt x="555" y="729"/>
                  <a:pt x="531" y="739"/>
                </a:cubicBezTo>
                <a:cubicBezTo>
                  <a:pt x="507" y="749"/>
                  <a:pt x="483" y="756"/>
                  <a:pt x="459" y="761"/>
                </a:cubicBezTo>
                <a:cubicBezTo>
                  <a:pt x="434" y="766"/>
                  <a:pt x="409" y="768"/>
                  <a:pt x="384" y="768"/>
                </a:cubicBezTo>
                <a:cubicBezTo>
                  <a:pt x="359" y="768"/>
                  <a:pt x="334" y="766"/>
                  <a:pt x="309" y="761"/>
                </a:cubicBezTo>
                <a:cubicBezTo>
                  <a:pt x="284" y="756"/>
                  <a:pt x="260" y="749"/>
                  <a:pt x="237" y="739"/>
                </a:cubicBezTo>
                <a:cubicBezTo>
                  <a:pt x="214" y="729"/>
                  <a:pt x="192" y="718"/>
                  <a:pt x="171" y="704"/>
                </a:cubicBezTo>
                <a:cubicBezTo>
                  <a:pt x="150" y="690"/>
                  <a:pt x="130" y="674"/>
                  <a:pt x="113" y="656"/>
                </a:cubicBezTo>
                <a:cubicBezTo>
                  <a:pt x="95" y="638"/>
                  <a:pt x="79" y="619"/>
                  <a:pt x="65" y="598"/>
                </a:cubicBezTo>
                <a:cubicBezTo>
                  <a:pt x="51" y="577"/>
                  <a:pt x="39" y="555"/>
                  <a:pt x="29" y="531"/>
                </a:cubicBezTo>
                <a:cubicBezTo>
                  <a:pt x="20" y="508"/>
                  <a:pt x="12" y="484"/>
                  <a:pt x="8" y="459"/>
                </a:cubicBezTo>
                <a:cubicBezTo>
                  <a:pt x="3" y="435"/>
                  <a:pt x="0" y="410"/>
                  <a:pt x="0" y="385"/>
                </a:cubicBezTo>
                <a:cubicBezTo>
                  <a:pt x="0" y="359"/>
                  <a:pt x="3" y="334"/>
                  <a:pt x="8" y="310"/>
                </a:cubicBezTo>
                <a:cubicBezTo>
                  <a:pt x="12" y="285"/>
                  <a:pt x="20" y="261"/>
                  <a:pt x="29" y="238"/>
                </a:cubicBezTo>
                <a:cubicBezTo>
                  <a:pt x="39" y="215"/>
                  <a:pt x="51" y="192"/>
                  <a:pt x="65" y="171"/>
                </a:cubicBezTo>
                <a:cubicBezTo>
                  <a:pt x="79" y="151"/>
                  <a:pt x="95" y="131"/>
                  <a:pt x="113" y="113"/>
                </a:cubicBezTo>
                <a:cubicBezTo>
                  <a:pt x="130" y="96"/>
                  <a:pt x="150" y="80"/>
                  <a:pt x="171" y="66"/>
                </a:cubicBezTo>
                <a:cubicBezTo>
                  <a:pt x="192" y="52"/>
                  <a:pt x="214" y="40"/>
                  <a:pt x="237" y="30"/>
                </a:cubicBezTo>
                <a:cubicBezTo>
                  <a:pt x="260" y="21"/>
                  <a:pt x="284" y="13"/>
                  <a:pt x="309" y="7"/>
                </a:cubicBezTo>
                <a:cubicBezTo>
                  <a:pt x="334" y="2"/>
                  <a:pt x="359" y="0"/>
                  <a:pt x="384" y="0"/>
                </a:cubicBezTo>
                <a:cubicBezTo>
                  <a:pt x="409" y="0"/>
                  <a:pt x="434" y="2"/>
                  <a:pt x="459" y="7"/>
                </a:cubicBezTo>
                <a:cubicBezTo>
                  <a:pt x="483" y="13"/>
                  <a:pt x="507" y="21"/>
                  <a:pt x="531" y="30"/>
                </a:cubicBezTo>
                <a:cubicBezTo>
                  <a:pt x="555" y="40"/>
                  <a:pt x="577" y="52"/>
                  <a:pt x="598" y="66"/>
                </a:cubicBezTo>
                <a:cubicBezTo>
                  <a:pt x="619" y="80"/>
                  <a:pt x="638" y="96"/>
                  <a:pt x="656" y="113"/>
                </a:cubicBezTo>
                <a:cubicBezTo>
                  <a:pt x="674" y="131"/>
                  <a:pt x="690" y="151"/>
                  <a:pt x="704" y="171"/>
                </a:cubicBezTo>
                <a:cubicBezTo>
                  <a:pt x="718" y="192"/>
                  <a:pt x="730" y="215"/>
                  <a:pt x="739" y="238"/>
                </a:cubicBezTo>
                <a:cubicBezTo>
                  <a:pt x="749" y="261"/>
                  <a:pt x="756" y="285"/>
                  <a:pt x="761" y="310"/>
                </a:cubicBezTo>
                <a:cubicBezTo>
                  <a:pt x="766" y="334"/>
                  <a:pt x="768" y="359"/>
                  <a:pt x="768" y="385"/>
                </a:cubicBezTo>
                <a:close/>
              </a:path>
            </a:pathLst>
          </a:custGeom>
          <a:solidFill>
            <a:srgbClr val="88c9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7" name=""/>
          <p:cNvSpPr/>
          <p:nvPr/>
        </p:nvSpPr>
        <p:spPr>
          <a:xfrm>
            <a:off x="1381680" y="2080080"/>
            <a:ext cx="216360" cy="231840"/>
          </a:xfrm>
          <a:custGeom>
            <a:avLst/>
            <a:gdLst/>
            <a:ahLst/>
            <a:rect l="0" t="0" r="r" b="b"/>
            <a:pathLst>
              <a:path w="601" h="644">
                <a:moveTo>
                  <a:pt x="388" y="0"/>
                </a:moveTo>
                <a:cubicBezTo>
                  <a:pt x="367" y="12"/>
                  <a:pt x="348" y="33"/>
                  <a:pt x="324" y="26"/>
                </a:cubicBezTo>
                <a:cubicBezTo>
                  <a:pt x="284" y="14"/>
                  <a:pt x="231" y="-13"/>
                  <a:pt x="196" y="20"/>
                </a:cubicBezTo>
                <a:cubicBezTo>
                  <a:pt x="161" y="54"/>
                  <a:pt x="153" y="84"/>
                  <a:pt x="196" y="83"/>
                </a:cubicBezTo>
                <a:cubicBezTo>
                  <a:pt x="239" y="82"/>
                  <a:pt x="268" y="31"/>
                  <a:pt x="289" y="52"/>
                </a:cubicBezTo>
                <a:cubicBezTo>
                  <a:pt x="310" y="74"/>
                  <a:pt x="305" y="91"/>
                  <a:pt x="255" y="97"/>
                </a:cubicBezTo>
                <a:cubicBezTo>
                  <a:pt x="204" y="104"/>
                  <a:pt x="149" y="112"/>
                  <a:pt x="120" y="112"/>
                </a:cubicBezTo>
                <a:cubicBezTo>
                  <a:pt x="91" y="112"/>
                  <a:pt x="84" y="129"/>
                  <a:pt x="104" y="148"/>
                </a:cubicBezTo>
                <a:cubicBezTo>
                  <a:pt x="124" y="167"/>
                  <a:pt x="92" y="168"/>
                  <a:pt x="58" y="187"/>
                </a:cubicBezTo>
                <a:cubicBezTo>
                  <a:pt x="24" y="205"/>
                  <a:pt x="67" y="213"/>
                  <a:pt x="95" y="229"/>
                </a:cubicBezTo>
                <a:cubicBezTo>
                  <a:pt x="123" y="245"/>
                  <a:pt x="144" y="225"/>
                  <a:pt x="156" y="199"/>
                </a:cubicBezTo>
                <a:cubicBezTo>
                  <a:pt x="168" y="172"/>
                  <a:pt x="219" y="140"/>
                  <a:pt x="241" y="144"/>
                </a:cubicBezTo>
                <a:cubicBezTo>
                  <a:pt x="262" y="148"/>
                  <a:pt x="262" y="159"/>
                  <a:pt x="258" y="177"/>
                </a:cubicBezTo>
                <a:cubicBezTo>
                  <a:pt x="254" y="196"/>
                  <a:pt x="274" y="191"/>
                  <a:pt x="276" y="169"/>
                </a:cubicBezTo>
                <a:cubicBezTo>
                  <a:pt x="277" y="148"/>
                  <a:pt x="301" y="132"/>
                  <a:pt x="320" y="131"/>
                </a:cubicBezTo>
                <a:cubicBezTo>
                  <a:pt x="338" y="129"/>
                  <a:pt x="354" y="156"/>
                  <a:pt x="333" y="169"/>
                </a:cubicBezTo>
                <a:cubicBezTo>
                  <a:pt x="312" y="183"/>
                  <a:pt x="290" y="193"/>
                  <a:pt x="317" y="200"/>
                </a:cubicBezTo>
                <a:cubicBezTo>
                  <a:pt x="344" y="207"/>
                  <a:pt x="362" y="241"/>
                  <a:pt x="332" y="256"/>
                </a:cubicBezTo>
                <a:cubicBezTo>
                  <a:pt x="301" y="271"/>
                  <a:pt x="248" y="280"/>
                  <a:pt x="224" y="268"/>
                </a:cubicBezTo>
                <a:cubicBezTo>
                  <a:pt x="200" y="256"/>
                  <a:pt x="145" y="239"/>
                  <a:pt x="131" y="248"/>
                </a:cubicBezTo>
                <a:cubicBezTo>
                  <a:pt x="116" y="257"/>
                  <a:pt x="108" y="267"/>
                  <a:pt x="91" y="273"/>
                </a:cubicBezTo>
                <a:cubicBezTo>
                  <a:pt x="73" y="280"/>
                  <a:pt x="2" y="312"/>
                  <a:pt x="0" y="354"/>
                </a:cubicBezTo>
                <a:cubicBezTo>
                  <a:pt x="-1" y="396"/>
                  <a:pt x="-2" y="442"/>
                  <a:pt x="26" y="444"/>
                </a:cubicBezTo>
                <a:cubicBezTo>
                  <a:pt x="54" y="445"/>
                  <a:pt x="123" y="426"/>
                  <a:pt x="144" y="409"/>
                </a:cubicBezTo>
                <a:cubicBezTo>
                  <a:pt x="165" y="392"/>
                  <a:pt x="195" y="396"/>
                  <a:pt x="204" y="416"/>
                </a:cubicBezTo>
                <a:cubicBezTo>
                  <a:pt x="213" y="436"/>
                  <a:pt x="207" y="448"/>
                  <a:pt x="197" y="479"/>
                </a:cubicBezTo>
                <a:cubicBezTo>
                  <a:pt x="188" y="511"/>
                  <a:pt x="203" y="527"/>
                  <a:pt x="218" y="555"/>
                </a:cubicBezTo>
                <a:cubicBezTo>
                  <a:pt x="233" y="583"/>
                  <a:pt x="245" y="599"/>
                  <a:pt x="245" y="619"/>
                </a:cubicBezTo>
                <a:cubicBezTo>
                  <a:pt x="245" y="639"/>
                  <a:pt x="266" y="659"/>
                  <a:pt x="298" y="626"/>
                </a:cubicBezTo>
                <a:cubicBezTo>
                  <a:pt x="330" y="593"/>
                  <a:pt x="360" y="527"/>
                  <a:pt x="373" y="503"/>
                </a:cubicBezTo>
                <a:cubicBezTo>
                  <a:pt x="386" y="479"/>
                  <a:pt x="397" y="426"/>
                  <a:pt x="413" y="416"/>
                </a:cubicBezTo>
                <a:cubicBezTo>
                  <a:pt x="429" y="405"/>
                  <a:pt x="454" y="380"/>
                  <a:pt x="436" y="384"/>
                </a:cubicBezTo>
                <a:cubicBezTo>
                  <a:pt x="417" y="388"/>
                  <a:pt x="380" y="382"/>
                  <a:pt x="370" y="356"/>
                </a:cubicBezTo>
                <a:cubicBezTo>
                  <a:pt x="361" y="329"/>
                  <a:pt x="321" y="277"/>
                  <a:pt x="340" y="272"/>
                </a:cubicBezTo>
                <a:cubicBezTo>
                  <a:pt x="358" y="267"/>
                  <a:pt x="380" y="302"/>
                  <a:pt x="388" y="318"/>
                </a:cubicBezTo>
                <a:cubicBezTo>
                  <a:pt x="396" y="336"/>
                  <a:pt x="406" y="356"/>
                  <a:pt x="422" y="361"/>
                </a:cubicBezTo>
                <a:cubicBezTo>
                  <a:pt x="438" y="366"/>
                  <a:pt x="473" y="325"/>
                  <a:pt x="484" y="318"/>
                </a:cubicBezTo>
                <a:cubicBezTo>
                  <a:pt x="494" y="312"/>
                  <a:pt x="486" y="287"/>
                  <a:pt x="465" y="289"/>
                </a:cubicBezTo>
                <a:cubicBezTo>
                  <a:pt x="444" y="292"/>
                  <a:pt x="416" y="289"/>
                  <a:pt x="416" y="276"/>
                </a:cubicBezTo>
                <a:cubicBezTo>
                  <a:pt x="416" y="263"/>
                  <a:pt x="442" y="245"/>
                  <a:pt x="464" y="249"/>
                </a:cubicBezTo>
                <a:cubicBezTo>
                  <a:pt x="485" y="253"/>
                  <a:pt x="501" y="260"/>
                  <a:pt x="514" y="276"/>
                </a:cubicBezTo>
                <a:cubicBezTo>
                  <a:pt x="528" y="292"/>
                  <a:pt x="554" y="322"/>
                  <a:pt x="565" y="341"/>
                </a:cubicBezTo>
                <a:cubicBezTo>
                  <a:pt x="576" y="360"/>
                  <a:pt x="584" y="362"/>
                  <a:pt x="589" y="329"/>
                </a:cubicBezTo>
                <a:cubicBezTo>
                  <a:pt x="592" y="306"/>
                  <a:pt x="597" y="294"/>
                  <a:pt x="601" y="281"/>
                </a:cubicBezTo>
                <a:cubicBezTo>
                  <a:pt x="580" y="156"/>
                  <a:pt x="499" y="53"/>
                  <a:pt x="388" y="0"/>
                </a:cubicBezTo>
                <a:close/>
              </a:path>
            </a:pathLst>
          </a:custGeom>
          <a:solidFill>
            <a:srgbClr val="5c91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48" name=""/>
          <p:cNvSpPr txBox="1"/>
          <p:nvPr/>
        </p:nvSpPr>
        <p:spPr>
          <a:xfrm>
            <a:off x="747720" y="1502640"/>
            <a:ext cx="24526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Performance (free)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9" name=""/>
          <p:cNvSpPr/>
          <p:nvPr/>
        </p:nvSpPr>
        <p:spPr>
          <a:xfrm>
            <a:off x="1076040" y="26762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3" y="181"/>
                  <a:pt x="215" y="193"/>
                  <a:pt x="204" y="205"/>
                </a:cubicBezTo>
                <a:cubicBezTo>
                  <a:pt x="192" y="216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3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89"/>
                  <a:pt x="9" y="75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4"/>
                  <a:pt x="204" y="35"/>
                </a:cubicBezTo>
                <a:cubicBezTo>
                  <a:pt x="215" y="46"/>
                  <a:pt x="223" y="59"/>
                  <a:pt x="230" y="75"/>
                </a:cubicBezTo>
                <a:cubicBezTo>
                  <a:pt x="236" y="89"/>
                  <a:pt x="239" y="105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50" name=""/>
          <p:cNvSpPr/>
          <p:nvPr/>
        </p:nvSpPr>
        <p:spPr>
          <a:xfrm>
            <a:off x="1346760" y="2552400"/>
            <a:ext cx="230760" cy="276840"/>
          </a:xfrm>
          <a:custGeom>
            <a:avLst/>
            <a:gdLst/>
            <a:ahLst/>
            <a:rect l="0" t="0" r="r" b="b"/>
            <a:pathLst>
              <a:path w="641" h="769">
                <a:moveTo>
                  <a:pt x="639" y="335"/>
                </a:moveTo>
                <a:cubicBezTo>
                  <a:pt x="636" y="327"/>
                  <a:pt x="628" y="321"/>
                  <a:pt x="619" y="321"/>
                </a:cubicBezTo>
                <a:lnTo>
                  <a:pt x="361" y="321"/>
                </a:lnTo>
                <a:lnTo>
                  <a:pt x="510" y="31"/>
                </a:lnTo>
                <a:cubicBezTo>
                  <a:pt x="515" y="22"/>
                  <a:pt x="513" y="11"/>
                  <a:pt x="505" y="5"/>
                </a:cubicBezTo>
                <a:cubicBezTo>
                  <a:pt x="501" y="2"/>
                  <a:pt x="496" y="0"/>
                  <a:pt x="491" y="0"/>
                </a:cubicBezTo>
                <a:cubicBezTo>
                  <a:pt x="486" y="0"/>
                  <a:pt x="481" y="2"/>
                  <a:pt x="477" y="6"/>
                </a:cubicBezTo>
                <a:lnTo>
                  <a:pt x="320" y="141"/>
                </a:lnTo>
                <a:lnTo>
                  <a:pt x="8" y="411"/>
                </a:lnTo>
                <a:cubicBezTo>
                  <a:pt x="1" y="417"/>
                  <a:pt x="-2" y="427"/>
                  <a:pt x="1" y="435"/>
                </a:cubicBezTo>
                <a:cubicBezTo>
                  <a:pt x="5" y="443"/>
                  <a:pt x="13" y="449"/>
                  <a:pt x="21" y="449"/>
                </a:cubicBezTo>
                <a:lnTo>
                  <a:pt x="279" y="449"/>
                </a:lnTo>
                <a:lnTo>
                  <a:pt x="130" y="738"/>
                </a:lnTo>
                <a:cubicBezTo>
                  <a:pt x="126" y="747"/>
                  <a:pt x="128" y="758"/>
                  <a:pt x="136" y="764"/>
                </a:cubicBezTo>
                <a:cubicBezTo>
                  <a:pt x="140" y="767"/>
                  <a:pt x="145" y="769"/>
                  <a:pt x="149" y="769"/>
                </a:cubicBezTo>
                <a:cubicBezTo>
                  <a:pt x="154" y="769"/>
                  <a:pt x="159" y="767"/>
                  <a:pt x="163" y="763"/>
                </a:cubicBezTo>
                <a:lnTo>
                  <a:pt x="320" y="628"/>
                </a:lnTo>
                <a:lnTo>
                  <a:pt x="633" y="358"/>
                </a:lnTo>
                <a:cubicBezTo>
                  <a:pt x="640" y="353"/>
                  <a:pt x="642" y="343"/>
                  <a:pt x="639" y="335"/>
                </a:cubicBez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1" name=""/>
          <p:cNvSpPr txBox="1"/>
          <p:nvPr/>
        </p:nvSpPr>
        <p:spPr>
          <a:xfrm>
            <a:off x="1617480" y="2064600"/>
            <a:ext cx="46962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 </a:t>
            </a:r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Global CDN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— 300+ PoPs worldwide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2" name=""/>
          <p:cNvSpPr/>
          <p:nvPr/>
        </p:nvSpPr>
        <p:spPr>
          <a:xfrm>
            <a:off x="1076040" y="31622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1"/>
                  <a:pt x="230" y="165"/>
                </a:cubicBezTo>
                <a:cubicBezTo>
                  <a:pt x="223" y="180"/>
                  <a:pt x="215" y="193"/>
                  <a:pt x="204" y="204"/>
                </a:cubicBezTo>
                <a:cubicBezTo>
                  <a:pt x="192" y="215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3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3"/>
                  <a:pt x="204" y="35"/>
                </a:cubicBezTo>
                <a:cubicBezTo>
                  <a:pt x="215" y="46"/>
                  <a:pt x="223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53" name=""/>
          <p:cNvSpPr/>
          <p:nvPr/>
        </p:nvSpPr>
        <p:spPr>
          <a:xfrm>
            <a:off x="1331640" y="3069000"/>
            <a:ext cx="261000" cy="215280"/>
          </a:xfrm>
          <a:custGeom>
            <a:avLst/>
            <a:gdLst/>
            <a:ahLst/>
            <a:rect l="0" t="0" r="r" b="b"/>
            <a:pathLst>
              <a:path w="725" h="598">
                <a:moveTo>
                  <a:pt x="725" y="555"/>
                </a:moveTo>
                <a:cubicBezTo>
                  <a:pt x="725" y="579"/>
                  <a:pt x="706" y="598"/>
                  <a:pt x="683" y="598"/>
                </a:cubicBezTo>
                <a:lnTo>
                  <a:pt x="42" y="598"/>
                </a:lnTo>
                <a:cubicBezTo>
                  <a:pt x="19" y="598"/>
                  <a:pt x="0" y="579"/>
                  <a:pt x="0" y="555"/>
                </a:cubicBezTo>
                <a:lnTo>
                  <a:pt x="0" y="43"/>
                </a:lnTo>
                <a:cubicBezTo>
                  <a:pt x="0" y="19"/>
                  <a:pt x="19" y="0"/>
                  <a:pt x="42" y="0"/>
                </a:cubicBezTo>
                <a:lnTo>
                  <a:pt x="683" y="0"/>
                </a:lnTo>
                <a:cubicBezTo>
                  <a:pt x="706" y="0"/>
                  <a:pt x="725" y="19"/>
                  <a:pt x="725" y="43"/>
                </a:cubicBezTo>
                <a:lnTo>
                  <a:pt x="725" y="555"/>
                </a:lnTo>
                <a:close/>
              </a:path>
            </a:pathLst>
          </a:custGeom>
          <a:solidFill>
            <a:srgbClr val="d79e8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4" name=""/>
          <p:cNvSpPr/>
          <p:nvPr/>
        </p:nvSpPr>
        <p:spPr>
          <a:xfrm>
            <a:off x="1331640" y="3069000"/>
            <a:ext cx="258120" cy="208080"/>
          </a:xfrm>
          <a:custGeom>
            <a:avLst/>
            <a:gdLst/>
            <a:ahLst/>
            <a:rect l="0" t="0" r="r" b="b"/>
            <a:pathLst>
              <a:path w="717" h="578">
                <a:moveTo>
                  <a:pt x="683" y="0"/>
                </a:moveTo>
                <a:lnTo>
                  <a:pt x="42" y="0"/>
                </a:lnTo>
                <a:cubicBezTo>
                  <a:pt x="19" y="0"/>
                  <a:pt x="0" y="19"/>
                  <a:pt x="0" y="43"/>
                </a:cubicBezTo>
                <a:lnTo>
                  <a:pt x="0" y="555"/>
                </a:lnTo>
                <a:cubicBezTo>
                  <a:pt x="0" y="563"/>
                  <a:pt x="2" y="571"/>
                  <a:pt x="6" y="578"/>
                </a:cubicBezTo>
                <a:lnTo>
                  <a:pt x="717" y="18"/>
                </a:lnTo>
                <a:cubicBezTo>
                  <a:pt x="710" y="7"/>
                  <a:pt x="697" y="0"/>
                  <a:pt x="683" y="0"/>
                </a:cubicBezTo>
                <a:close/>
              </a:path>
            </a:pathLst>
          </a:custGeom>
          <a:solidFill>
            <a:srgbClr val="bf695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55" name=""/>
          <p:cNvSpPr/>
          <p:nvPr/>
        </p:nvSpPr>
        <p:spPr>
          <a:xfrm>
            <a:off x="1362240" y="3099600"/>
            <a:ext cx="199800" cy="108000"/>
          </a:xfrm>
          <a:custGeom>
            <a:avLst/>
            <a:gdLst/>
            <a:ahLst/>
            <a:rect l="0" t="0" r="r" b="b"/>
            <a:pathLst>
              <a:path w="555" h="300">
                <a:moveTo>
                  <a:pt x="555" y="300"/>
                </a:moveTo>
                <a:lnTo>
                  <a:pt x="555" y="22"/>
                </a:lnTo>
                <a:cubicBezTo>
                  <a:pt x="555" y="10"/>
                  <a:pt x="545" y="0"/>
                  <a:pt x="534" y="0"/>
                </a:cubicBezTo>
                <a:lnTo>
                  <a:pt x="21" y="0"/>
                </a:lnTo>
                <a:cubicBezTo>
                  <a:pt x="9" y="0"/>
                  <a:pt x="0" y="10"/>
                  <a:pt x="0" y="22"/>
                </a:cubicBezTo>
                <a:lnTo>
                  <a:pt x="0" y="300"/>
                </a:lnTo>
                <a:lnTo>
                  <a:pt x="555" y="300"/>
                </a:lnTo>
                <a:close/>
              </a:path>
            </a:pathLst>
          </a:custGeom>
          <a:solidFill>
            <a:srgbClr val="8cc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6" name=""/>
          <p:cNvSpPr/>
          <p:nvPr/>
        </p:nvSpPr>
        <p:spPr>
          <a:xfrm>
            <a:off x="1362240" y="3199320"/>
            <a:ext cx="107640" cy="54000"/>
          </a:xfrm>
          <a:custGeom>
            <a:avLst/>
            <a:gdLst/>
            <a:ahLst/>
            <a:rect l="0" t="0" r="r" b="b"/>
            <a:pathLst>
              <a:path w="299" h="150">
                <a:moveTo>
                  <a:pt x="21" y="150"/>
                </a:moveTo>
                <a:lnTo>
                  <a:pt x="299" y="150"/>
                </a:lnTo>
                <a:lnTo>
                  <a:pt x="299" y="0"/>
                </a:lnTo>
                <a:lnTo>
                  <a:pt x="0" y="0"/>
                </a:lnTo>
                <a:lnTo>
                  <a:pt x="0" y="129"/>
                </a:lnTo>
                <a:cubicBezTo>
                  <a:pt x="0" y="141"/>
                  <a:pt x="9" y="150"/>
                  <a:pt x="21" y="150"/>
                </a:cubicBezTo>
                <a:close/>
              </a:path>
            </a:pathLst>
          </a:custGeom>
          <a:solidFill>
            <a:srgbClr val="5dad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57" name=""/>
          <p:cNvSpPr/>
          <p:nvPr/>
        </p:nvSpPr>
        <p:spPr>
          <a:xfrm>
            <a:off x="1469520" y="3199320"/>
            <a:ext cx="92520" cy="54000"/>
          </a:xfrm>
          <a:custGeom>
            <a:avLst/>
            <a:gdLst/>
            <a:ahLst/>
            <a:rect l="0" t="0" r="r" b="b"/>
            <a:pathLst>
              <a:path w="257" h="150">
                <a:moveTo>
                  <a:pt x="0" y="0"/>
                </a:moveTo>
                <a:lnTo>
                  <a:pt x="0" y="150"/>
                </a:lnTo>
                <a:lnTo>
                  <a:pt x="236" y="150"/>
                </a:lnTo>
                <a:cubicBezTo>
                  <a:pt x="247" y="150"/>
                  <a:pt x="257" y="141"/>
                  <a:pt x="257" y="129"/>
                </a:cubicBezTo>
                <a:lnTo>
                  <a:pt x="257" y="0"/>
                </a:lnTo>
                <a:lnTo>
                  <a:pt x="0" y="0"/>
                </a:ln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58" name=""/>
          <p:cNvSpPr/>
          <p:nvPr/>
        </p:nvSpPr>
        <p:spPr>
          <a:xfrm>
            <a:off x="1406160" y="3184200"/>
            <a:ext cx="155880" cy="69120"/>
          </a:xfrm>
          <a:custGeom>
            <a:avLst/>
            <a:gdLst/>
            <a:ahLst/>
            <a:rect l="0" t="0" r="r" b="b"/>
            <a:pathLst>
              <a:path w="433" h="192">
                <a:moveTo>
                  <a:pt x="197" y="0"/>
                </a:moveTo>
                <a:cubicBezTo>
                  <a:pt x="184" y="0"/>
                  <a:pt x="179" y="24"/>
                  <a:pt x="168" y="43"/>
                </a:cubicBezTo>
                <a:cubicBezTo>
                  <a:pt x="160" y="55"/>
                  <a:pt x="150" y="65"/>
                  <a:pt x="134" y="65"/>
                </a:cubicBezTo>
                <a:cubicBezTo>
                  <a:pt x="91" y="65"/>
                  <a:pt x="91" y="129"/>
                  <a:pt x="70" y="129"/>
                </a:cubicBezTo>
                <a:cubicBezTo>
                  <a:pt x="43" y="129"/>
                  <a:pt x="16" y="162"/>
                  <a:pt x="0" y="192"/>
                </a:cubicBezTo>
                <a:lnTo>
                  <a:pt x="176" y="192"/>
                </a:lnTo>
                <a:cubicBezTo>
                  <a:pt x="195" y="155"/>
                  <a:pt x="215" y="118"/>
                  <a:pt x="262" y="109"/>
                </a:cubicBezTo>
                <a:cubicBezTo>
                  <a:pt x="269" y="108"/>
                  <a:pt x="276" y="107"/>
                  <a:pt x="284" y="107"/>
                </a:cubicBezTo>
                <a:cubicBezTo>
                  <a:pt x="348" y="107"/>
                  <a:pt x="350" y="74"/>
                  <a:pt x="369" y="65"/>
                </a:cubicBezTo>
                <a:cubicBezTo>
                  <a:pt x="398" y="50"/>
                  <a:pt x="417" y="55"/>
                  <a:pt x="433" y="60"/>
                </a:cubicBezTo>
                <a:lnTo>
                  <a:pt x="433" y="0"/>
                </a:lnTo>
                <a:lnTo>
                  <a:pt x="197" y="0"/>
                </a:lnTo>
                <a:close/>
              </a:path>
            </a:pathLst>
          </a:custGeom>
          <a:solidFill>
            <a:srgbClr val="6775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59" name=""/>
          <p:cNvSpPr/>
          <p:nvPr/>
        </p:nvSpPr>
        <p:spPr>
          <a:xfrm>
            <a:off x="1485000" y="3122640"/>
            <a:ext cx="61560" cy="61920"/>
          </a:xfrm>
          <a:custGeom>
            <a:avLst/>
            <a:gdLst/>
            <a:ahLst/>
            <a:rect l="0" t="0" r="r" b="b"/>
            <a:pathLst>
              <a:path w="171" h="172">
                <a:moveTo>
                  <a:pt x="86" y="0"/>
                </a:moveTo>
                <a:lnTo>
                  <a:pt x="0" y="86"/>
                </a:lnTo>
                <a:lnTo>
                  <a:pt x="0" y="172"/>
                </a:lnTo>
                <a:lnTo>
                  <a:pt x="171" y="172"/>
                </a:lnTo>
                <a:lnTo>
                  <a:pt x="171" y="86"/>
                </a:lnTo>
                <a:lnTo>
                  <a:pt x="86" y="0"/>
                </a:lnTo>
                <a:close/>
              </a:path>
            </a:pathLst>
          </a:custGeom>
          <a:solidFill>
            <a:srgbClr val="e75a7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60" name=""/>
          <p:cNvSpPr/>
          <p:nvPr/>
        </p:nvSpPr>
        <p:spPr>
          <a:xfrm>
            <a:off x="1477080" y="3115080"/>
            <a:ext cx="77400" cy="46440"/>
          </a:xfrm>
          <a:custGeom>
            <a:avLst/>
            <a:gdLst/>
            <a:ahLst/>
            <a:rect l="0" t="0" r="r" b="b"/>
            <a:pathLst>
              <a:path w="215" h="129">
                <a:moveTo>
                  <a:pt x="193" y="129"/>
                </a:moveTo>
                <a:cubicBezTo>
                  <a:pt x="188" y="129"/>
                  <a:pt x="182" y="127"/>
                  <a:pt x="178" y="122"/>
                </a:cubicBezTo>
                <a:lnTo>
                  <a:pt x="108" y="52"/>
                </a:lnTo>
                <a:lnTo>
                  <a:pt x="37" y="122"/>
                </a:lnTo>
                <a:cubicBezTo>
                  <a:pt x="29" y="131"/>
                  <a:pt x="15" y="131"/>
                  <a:pt x="7" y="122"/>
                </a:cubicBezTo>
                <a:cubicBezTo>
                  <a:pt x="-2" y="114"/>
                  <a:pt x="-2" y="101"/>
                  <a:pt x="7" y="92"/>
                </a:cubicBezTo>
                <a:lnTo>
                  <a:pt x="93" y="6"/>
                </a:lnTo>
                <a:cubicBezTo>
                  <a:pt x="101" y="-2"/>
                  <a:pt x="115" y="-2"/>
                  <a:pt x="123" y="6"/>
                </a:cubicBezTo>
                <a:lnTo>
                  <a:pt x="208" y="92"/>
                </a:lnTo>
                <a:cubicBezTo>
                  <a:pt x="217" y="101"/>
                  <a:pt x="217" y="114"/>
                  <a:pt x="208" y="122"/>
                </a:cubicBezTo>
                <a:cubicBezTo>
                  <a:pt x="204" y="127"/>
                  <a:pt x="199" y="129"/>
                  <a:pt x="193" y="129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61" name=""/>
          <p:cNvSpPr/>
          <p:nvPr/>
        </p:nvSpPr>
        <p:spPr>
          <a:xfrm>
            <a:off x="1500120" y="3161160"/>
            <a:ext cx="15840" cy="23400"/>
          </a:xfrm>
          <a:custGeom>
            <a:avLst/>
            <a:gdLst/>
            <a:ahLst/>
            <a:rect l="0" t="0" r="r" b="b"/>
            <a:pathLst>
              <a:path w="44" h="65">
                <a:moveTo>
                  <a:pt x="0" y="0"/>
                </a:moveTo>
                <a:lnTo>
                  <a:pt x="44" y="0"/>
                </a:lnTo>
                <a:lnTo>
                  <a:pt x="44" y="65"/>
                </a:lnTo>
                <a:lnTo>
                  <a:pt x="0" y="65"/>
                </a:lnTo>
                <a:lnTo>
                  <a:pt x="0" y="0"/>
                </a:lnTo>
                <a:close/>
              </a:path>
            </a:pathLst>
          </a:custGeom>
          <a:solidFill>
            <a:srgbClr val="bb1a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62" name=""/>
          <p:cNvSpPr/>
          <p:nvPr/>
        </p:nvSpPr>
        <p:spPr>
          <a:xfrm>
            <a:off x="1374480" y="3115080"/>
            <a:ext cx="81720" cy="46440"/>
          </a:xfrm>
          <a:custGeom>
            <a:avLst/>
            <a:gdLst/>
            <a:ahLst/>
            <a:rect l="0" t="0" r="r" b="b"/>
            <a:pathLst>
              <a:path w="227" h="129">
                <a:moveTo>
                  <a:pt x="227" y="89"/>
                </a:moveTo>
                <a:cubicBezTo>
                  <a:pt x="227" y="67"/>
                  <a:pt x="209" y="49"/>
                  <a:pt x="187" y="49"/>
                </a:cubicBezTo>
                <a:cubicBezTo>
                  <a:pt x="186" y="49"/>
                  <a:pt x="184" y="49"/>
                  <a:pt x="182" y="49"/>
                </a:cubicBezTo>
                <a:cubicBezTo>
                  <a:pt x="183" y="46"/>
                  <a:pt x="183" y="43"/>
                  <a:pt x="183" y="40"/>
                </a:cubicBezTo>
                <a:cubicBezTo>
                  <a:pt x="183" y="18"/>
                  <a:pt x="165" y="0"/>
                  <a:pt x="143" y="0"/>
                </a:cubicBezTo>
                <a:cubicBezTo>
                  <a:pt x="129" y="0"/>
                  <a:pt x="116" y="7"/>
                  <a:pt x="109" y="19"/>
                </a:cubicBezTo>
                <a:cubicBezTo>
                  <a:pt x="104" y="17"/>
                  <a:pt x="99" y="16"/>
                  <a:pt x="94" y="16"/>
                </a:cubicBezTo>
                <a:cubicBezTo>
                  <a:pt x="74" y="16"/>
                  <a:pt x="57" y="31"/>
                  <a:pt x="55" y="52"/>
                </a:cubicBezTo>
                <a:cubicBezTo>
                  <a:pt x="50" y="50"/>
                  <a:pt x="46" y="49"/>
                  <a:pt x="40" y="49"/>
                </a:cubicBezTo>
                <a:cubicBezTo>
                  <a:pt x="18" y="49"/>
                  <a:pt x="0" y="67"/>
                  <a:pt x="0" y="89"/>
                </a:cubicBezTo>
                <a:cubicBezTo>
                  <a:pt x="0" y="111"/>
                  <a:pt x="18" y="129"/>
                  <a:pt x="40" y="129"/>
                </a:cubicBezTo>
                <a:cubicBezTo>
                  <a:pt x="41" y="129"/>
                  <a:pt x="42" y="129"/>
                  <a:pt x="43" y="128"/>
                </a:cubicBezTo>
                <a:lnTo>
                  <a:pt x="43" y="129"/>
                </a:lnTo>
                <a:lnTo>
                  <a:pt x="188" y="129"/>
                </a:lnTo>
                <a:cubicBezTo>
                  <a:pt x="210" y="128"/>
                  <a:pt x="227" y="111"/>
                  <a:pt x="227" y="8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3" name=""/>
          <p:cNvSpPr txBox="1"/>
          <p:nvPr/>
        </p:nvSpPr>
        <p:spPr>
          <a:xfrm>
            <a:off x="1617480" y="2550240"/>
            <a:ext cx="44888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 </a:t>
            </a:r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Full page caching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via Cache Rules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4" name=""/>
          <p:cNvSpPr/>
          <p:nvPr/>
        </p:nvSpPr>
        <p:spPr>
          <a:xfrm>
            <a:off x="1076040" y="36478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3" y="179"/>
                  <a:pt x="215" y="192"/>
                  <a:pt x="204" y="203"/>
                </a:cubicBezTo>
                <a:cubicBezTo>
                  <a:pt x="192" y="214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4"/>
                  <a:pt x="35" y="203"/>
                </a:cubicBezTo>
                <a:cubicBezTo>
                  <a:pt x="24" y="192"/>
                  <a:pt x="15" y="179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4"/>
                  <a:pt x="204" y="35"/>
                </a:cubicBezTo>
                <a:cubicBezTo>
                  <a:pt x="215" y="46"/>
                  <a:pt x="223" y="59"/>
                  <a:pt x="230" y="74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65" name=""/>
          <p:cNvSpPr/>
          <p:nvPr/>
        </p:nvSpPr>
        <p:spPr>
          <a:xfrm>
            <a:off x="1331640" y="3600720"/>
            <a:ext cx="191880" cy="192240"/>
          </a:xfrm>
          <a:custGeom>
            <a:avLst/>
            <a:gdLst/>
            <a:ahLst/>
            <a:rect l="0" t="0" r="r" b="b"/>
            <a:pathLst>
              <a:path w="533" h="534">
                <a:moveTo>
                  <a:pt x="0" y="149"/>
                </a:moveTo>
                <a:lnTo>
                  <a:pt x="170" y="0"/>
                </a:lnTo>
                <a:lnTo>
                  <a:pt x="512" y="22"/>
                </a:lnTo>
                <a:lnTo>
                  <a:pt x="533" y="363"/>
                </a:lnTo>
                <a:lnTo>
                  <a:pt x="384" y="534"/>
                </a:lnTo>
                <a:cubicBezTo>
                  <a:pt x="384" y="534"/>
                  <a:pt x="384" y="406"/>
                  <a:pt x="255" y="277"/>
                </a:cubicBezTo>
                <a:cubicBezTo>
                  <a:pt x="127" y="149"/>
                  <a:pt x="0" y="149"/>
                  <a:pt x="0" y="149"/>
                </a:cubicBezTo>
                <a:close/>
              </a:path>
            </a:pathLst>
          </a:custGeom>
          <a:solidFill>
            <a:srgbClr val="a0041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66" name=""/>
          <p:cNvSpPr/>
          <p:nvPr/>
        </p:nvSpPr>
        <p:spPr>
          <a:xfrm>
            <a:off x="1331280" y="3686760"/>
            <a:ext cx="108000" cy="106200"/>
          </a:xfrm>
          <a:custGeom>
            <a:avLst/>
            <a:gdLst/>
            <a:ahLst/>
            <a:rect l="0" t="0" r="r" b="b"/>
            <a:pathLst>
              <a:path w="300" h="295">
                <a:moveTo>
                  <a:pt x="0" y="295"/>
                </a:moveTo>
                <a:cubicBezTo>
                  <a:pt x="0" y="295"/>
                  <a:pt x="-1" y="124"/>
                  <a:pt x="65" y="60"/>
                </a:cubicBezTo>
                <a:cubicBezTo>
                  <a:pt x="129" y="-5"/>
                  <a:pt x="300" y="0"/>
                  <a:pt x="300" y="0"/>
                </a:cubicBezTo>
                <a:cubicBezTo>
                  <a:pt x="300" y="0"/>
                  <a:pt x="300" y="166"/>
                  <a:pt x="236" y="231"/>
                </a:cubicBezTo>
                <a:cubicBezTo>
                  <a:pt x="172" y="295"/>
                  <a:pt x="0" y="295"/>
                  <a:pt x="0" y="295"/>
                </a:cubicBez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7" name=""/>
          <p:cNvSpPr/>
          <p:nvPr/>
        </p:nvSpPr>
        <p:spPr>
          <a:xfrm>
            <a:off x="1362240" y="3700440"/>
            <a:ext cx="61560" cy="61920"/>
          </a:xfrm>
          <a:custGeom>
            <a:avLst/>
            <a:gdLst/>
            <a:ahLst/>
            <a:rect l="0" t="0" r="r" b="b"/>
            <a:pathLst>
              <a:path w="171" h="172">
                <a:moveTo>
                  <a:pt x="171" y="87"/>
                </a:moveTo>
                <a:cubicBezTo>
                  <a:pt x="171" y="98"/>
                  <a:pt x="169" y="109"/>
                  <a:pt x="165" y="119"/>
                </a:cubicBezTo>
                <a:cubicBezTo>
                  <a:pt x="160" y="130"/>
                  <a:pt x="154" y="139"/>
                  <a:pt x="146" y="147"/>
                </a:cubicBezTo>
                <a:cubicBezTo>
                  <a:pt x="138" y="155"/>
                  <a:pt x="129" y="161"/>
                  <a:pt x="119" y="165"/>
                </a:cubicBezTo>
                <a:cubicBezTo>
                  <a:pt x="108" y="170"/>
                  <a:pt x="97" y="172"/>
                  <a:pt x="86" y="172"/>
                </a:cubicBezTo>
                <a:cubicBezTo>
                  <a:pt x="75" y="172"/>
                  <a:pt x="64" y="170"/>
                  <a:pt x="53" y="165"/>
                </a:cubicBezTo>
                <a:cubicBezTo>
                  <a:pt x="43" y="161"/>
                  <a:pt x="33" y="155"/>
                  <a:pt x="25" y="147"/>
                </a:cubicBezTo>
                <a:cubicBezTo>
                  <a:pt x="17" y="139"/>
                  <a:pt x="11" y="130"/>
                  <a:pt x="6" y="119"/>
                </a:cubicBezTo>
                <a:cubicBezTo>
                  <a:pt x="2" y="109"/>
                  <a:pt x="0" y="98"/>
                  <a:pt x="0" y="87"/>
                </a:cubicBezTo>
                <a:cubicBezTo>
                  <a:pt x="0" y="75"/>
                  <a:pt x="2" y="64"/>
                  <a:pt x="6" y="54"/>
                </a:cubicBezTo>
                <a:cubicBezTo>
                  <a:pt x="11" y="43"/>
                  <a:pt x="17" y="34"/>
                  <a:pt x="25" y="26"/>
                </a:cubicBezTo>
                <a:cubicBezTo>
                  <a:pt x="33" y="18"/>
                  <a:pt x="43" y="12"/>
                  <a:pt x="53" y="8"/>
                </a:cubicBezTo>
                <a:cubicBezTo>
                  <a:pt x="64" y="2"/>
                  <a:pt x="75" y="0"/>
                  <a:pt x="86" y="0"/>
                </a:cubicBezTo>
                <a:cubicBezTo>
                  <a:pt x="97" y="0"/>
                  <a:pt x="108" y="2"/>
                  <a:pt x="119" y="8"/>
                </a:cubicBezTo>
                <a:cubicBezTo>
                  <a:pt x="129" y="12"/>
                  <a:pt x="138" y="18"/>
                  <a:pt x="146" y="26"/>
                </a:cubicBezTo>
                <a:cubicBezTo>
                  <a:pt x="154" y="34"/>
                  <a:pt x="160" y="43"/>
                  <a:pt x="165" y="54"/>
                </a:cubicBezTo>
                <a:cubicBezTo>
                  <a:pt x="169" y="64"/>
                  <a:pt x="171" y="75"/>
                  <a:pt x="171" y="87"/>
                </a:cubicBez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8" name=""/>
          <p:cNvSpPr/>
          <p:nvPr/>
        </p:nvSpPr>
        <p:spPr>
          <a:xfrm>
            <a:off x="1391400" y="3524040"/>
            <a:ext cx="208800" cy="209160"/>
          </a:xfrm>
          <a:custGeom>
            <a:avLst/>
            <a:gdLst/>
            <a:ahLst/>
            <a:rect l="0" t="0" r="r" b="b"/>
            <a:pathLst>
              <a:path w="580" h="581">
                <a:moveTo>
                  <a:pt x="580" y="0"/>
                </a:moveTo>
                <a:cubicBezTo>
                  <a:pt x="580" y="0"/>
                  <a:pt x="366" y="0"/>
                  <a:pt x="111" y="213"/>
                </a:cubicBezTo>
                <a:cubicBezTo>
                  <a:pt x="-17" y="320"/>
                  <a:pt x="-17" y="513"/>
                  <a:pt x="25" y="555"/>
                </a:cubicBezTo>
                <a:cubicBezTo>
                  <a:pt x="68" y="598"/>
                  <a:pt x="260" y="598"/>
                  <a:pt x="366" y="470"/>
                </a:cubicBezTo>
                <a:cubicBezTo>
                  <a:pt x="580" y="213"/>
                  <a:pt x="580" y="0"/>
                  <a:pt x="580" y="0"/>
                </a:cubicBezTo>
                <a:close/>
              </a:path>
            </a:pathLst>
          </a:custGeom>
          <a:solidFill>
            <a:srgbClr val="55ac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69" name=""/>
          <p:cNvSpPr/>
          <p:nvPr/>
        </p:nvSpPr>
        <p:spPr>
          <a:xfrm>
            <a:off x="1503000" y="3562560"/>
            <a:ext cx="59040" cy="58680"/>
          </a:xfrm>
          <a:custGeom>
            <a:avLst/>
            <a:gdLst/>
            <a:ahLst/>
            <a:rect l="0" t="0" r="r" b="b"/>
            <a:pathLst>
              <a:path w="164" h="163">
                <a:moveTo>
                  <a:pt x="78" y="0"/>
                </a:moveTo>
                <a:cubicBezTo>
                  <a:pt x="43" y="0"/>
                  <a:pt x="13" y="20"/>
                  <a:pt x="0" y="50"/>
                </a:cubicBezTo>
                <a:cubicBezTo>
                  <a:pt x="11" y="45"/>
                  <a:pt x="23" y="42"/>
                  <a:pt x="35" y="42"/>
                </a:cubicBezTo>
                <a:cubicBezTo>
                  <a:pt x="82" y="42"/>
                  <a:pt x="121" y="81"/>
                  <a:pt x="121" y="129"/>
                </a:cubicBezTo>
                <a:cubicBezTo>
                  <a:pt x="121" y="141"/>
                  <a:pt x="117" y="153"/>
                  <a:pt x="113" y="163"/>
                </a:cubicBezTo>
                <a:cubicBezTo>
                  <a:pt x="143" y="150"/>
                  <a:pt x="164" y="120"/>
                  <a:pt x="164" y="86"/>
                </a:cubicBezTo>
                <a:cubicBezTo>
                  <a:pt x="164" y="38"/>
                  <a:pt x="126" y="0"/>
                  <a:pt x="78" y="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70" name=""/>
          <p:cNvSpPr/>
          <p:nvPr/>
        </p:nvSpPr>
        <p:spPr>
          <a:xfrm>
            <a:off x="1385280" y="3623400"/>
            <a:ext cx="115920" cy="115920"/>
          </a:xfrm>
          <a:custGeom>
            <a:avLst/>
            <a:gdLst/>
            <a:ahLst/>
            <a:rect l="0" t="0" r="r" b="b"/>
            <a:pathLst>
              <a:path w="322" h="322">
                <a:moveTo>
                  <a:pt x="0" y="322"/>
                </a:moveTo>
                <a:cubicBezTo>
                  <a:pt x="0" y="322"/>
                  <a:pt x="0" y="237"/>
                  <a:pt x="21" y="215"/>
                </a:cubicBezTo>
                <a:cubicBezTo>
                  <a:pt x="42" y="194"/>
                  <a:pt x="299" y="-20"/>
                  <a:pt x="320" y="1"/>
                </a:cubicBezTo>
                <a:cubicBezTo>
                  <a:pt x="342" y="22"/>
                  <a:pt x="128" y="279"/>
                  <a:pt x="106" y="301"/>
                </a:cubicBezTo>
                <a:cubicBezTo>
                  <a:pt x="85" y="322"/>
                  <a:pt x="0" y="322"/>
                  <a:pt x="0" y="322"/>
                </a:cubicBezTo>
                <a:close/>
              </a:path>
            </a:pathLst>
          </a:custGeom>
          <a:solidFill>
            <a:srgbClr val="a0041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71" name=""/>
          <p:cNvSpPr txBox="1"/>
          <p:nvPr/>
        </p:nvSpPr>
        <p:spPr>
          <a:xfrm>
            <a:off x="1617480" y="3036240"/>
            <a:ext cx="49964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 </a:t>
            </a:r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Polish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— automatic image compression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2" name=""/>
          <p:cNvSpPr/>
          <p:nvPr/>
        </p:nvSpPr>
        <p:spPr>
          <a:xfrm>
            <a:off x="1076040" y="41241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3" y="180"/>
                  <a:pt x="215" y="193"/>
                  <a:pt x="204" y="204"/>
                </a:cubicBezTo>
                <a:cubicBezTo>
                  <a:pt x="192" y="215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4"/>
                  <a:pt x="204" y="35"/>
                </a:cubicBezTo>
                <a:cubicBezTo>
                  <a:pt x="215" y="46"/>
                  <a:pt x="223" y="59"/>
                  <a:pt x="230" y="73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73" name=""/>
          <p:cNvSpPr/>
          <p:nvPr/>
        </p:nvSpPr>
        <p:spPr>
          <a:xfrm>
            <a:off x="1385280" y="4000320"/>
            <a:ext cx="153720" cy="153720"/>
          </a:xfrm>
          <a:custGeom>
            <a:avLst/>
            <a:gdLst/>
            <a:ahLst/>
            <a:rect l="0" t="0" r="r" b="b"/>
            <a:pathLst>
              <a:path w="427" h="427">
                <a:moveTo>
                  <a:pt x="214" y="0"/>
                </a:moveTo>
                <a:cubicBezTo>
                  <a:pt x="95" y="0"/>
                  <a:pt x="0" y="95"/>
                  <a:pt x="0" y="214"/>
                </a:cubicBezTo>
                <a:lnTo>
                  <a:pt x="0" y="427"/>
                </a:lnTo>
                <a:lnTo>
                  <a:pt x="85" y="427"/>
                </a:lnTo>
                <a:lnTo>
                  <a:pt x="85" y="214"/>
                </a:lnTo>
                <a:cubicBezTo>
                  <a:pt x="85" y="197"/>
                  <a:pt x="88" y="181"/>
                  <a:pt x="95" y="164"/>
                </a:cubicBezTo>
                <a:cubicBezTo>
                  <a:pt x="101" y="149"/>
                  <a:pt x="110" y="135"/>
                  <a:pt x="122" y="123"/>
                </a:cubicBezTo>
                <a:cubicBezTo>
                  <a:pt x="134" y="111"/>
                  <a:pt x="148" y="101"/>
                  <a:pt x="164" y="95"/>
                </a:cubicBezTo>
                <a:cubicBezTo>
                  <a:pt x="180" y="88"/>
                  <a:pt x="196" y="85"/>
                  <a:pt x="214" y="85"/>
                </a:cubicBezTo>
                <a:cubicBezTo>
                  <a:pt x="231" y="85"/>
                  <a:pt x="247" y="88"/>
                  <a:pt x="263" y="95"/>
                </a:cubicBezTo>
                <a:cubicBezTo>
                  <a:pt x="278" y="101"/>
                  <a:pt x="292" y="111"/>
                  <a:pt x="304" y="123"/>
                </a:cubicBezTo>
                <a:cubicBezTo>
                  <a:pt x="316" y="135"/>
                  <a:pt x="326" y="149"/>
                  <a:pt x="332" y="164"/>
                </a:cubicBezTo>
                <a:cubicBezTo>
                  <a:pt x="338" y="181"/>
                  <a:pt x="342" y="197"/>
                  <a:pt x="342" y="214"/>
                </a:cubicBezTo>
                <a:lnTo>
                  <a:pt x="342" y="427"/>
                </a:lnTo>
                <a:lnTo>
                  <a:pt x="427" y="427"/>
                </a:lnTo>
                <a:lnTo>
                  <a:pt x="427" y="214"/>
                </a:lnTo>
                <a:cubicBezTo>
                  <a:pt x="427" y="95"/>
                  <a:pt x="332" y="0"/>
                  <a:pt x="214" y="0"/>
                </a:cubicBezTo>
                <a:close/>
              </a:path>
            </a:pathLst>
          </a:custGeom>
          <a:solidFill>
            <a:srgbClr val="aab8c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4" name=""/>
          <p:cNvSpPr/>
          <p:nvPr/>
        </p:nvSpPr>
        <p:spPr>
          <a:xfrm>
            <a:off x="1354320" y="4107600"/>
            <a:ext cx="215280" cy="169200"/>
          </a:xfrm>
          <a:custGeom>
            <a:avLst/>
            <a:gdLst/>
            <a:ahLst/>
            <a:rect l="0" t="0" r="r" b="b"/>
            <a:pathLst>
              <a:path w="598" h="470">
                <a:moveTo>
                  <a:pt x="598" y="385"/>
                </a:moveTo>
                <a:cubicBezTo>
                  <a:pt x="598" y="396"/>
                  <a:pt x="596" y="407"/>
                  <a:pt x="592" y="418"/>
                </a:cubicBezTo>
                <a:cubicBezTo>
                  <a:pt x="587" y="428"/>
                  <a:pt x="581" y="437"/>
                  <a:pt x="573" y="445"/>
                </a:cubicBezTo>
                <a:cubicBezTo>
                  <a:pt x="565" y="453"/>
                  <a:pt x="556" y="459"/>
                  <a:pt x="546" y="464"/>
                </a:cubicBezTo>
                <a:cubicBezTo>
                  <a:pt x="535" y="468"/>
                  <a:pt x="524" y="470"/>
                  <a:pt x="513" y="470"/>
                </a:cubicBezTo>
                <a:lnTo>
                  <a:pt x="86" y="470"/>
                </a:lnTo>
                <a:cubicBezTo>
                  <a:pt x="74" y="470"/>
                  <a:pt x="64" y="468"/>
                  <a:pt x="53" y="464"/>
                </a:cubicBezTo>
                <a:cubicBezTo>
                  <a:pt x="43" y="459"/>
                  <a:pt x="33" y="453"/>
                  <a:pt x="25" y="445"/>
                </a:cubicBezTo>
                <a:cubicBezTo>
                  <a:pt x="17" y="437"/>
                  <a:pt x="11" y="428"/>
                  <a:pt x="7" y="418"/>
                </a:cubicBezTo>
                <a:cubicBezTo>
                  <a:pt x="3" y="407"/>
                  <a:pt x="0" y="396"/>
                  <a:pt x="0" y="385"/>
                </a:cubicBezTo>
                <a:lnTo>
                  <a:pt x="0" y="87"/>
                </a:lnTo>
                <a:cubicBezTo>
                  <a:pt x="0" y="75"/>
                  <a:pt x="3" y="64"/>
                  <a:pt x="7" y="53"/>
                </a:cubicBezTo>
                <a:cubicBezTo>
                  <a:pt x="11" y="43"/>
                  <a:pt x="17" y="33"/>
                  <a:pt x="25" y="25"/>
                </a:cubicBezTo>
                <a:cubicBezTo>
                  <a:pt x="33" y="17"/>
                  <a:pt x="43" y="11"/>
                  <a:pt x="53" y="7"/>
                </a:cubicBezTo>
                <a:cubicBezTo>
                  <a:pt x="64" y="3"/>
                  <a:pt x="74" y="0"/>
                  <a:pt x="86" y="0"/>
                </a:cubicBezTo>
                <a:lnTo>
                  <a:pt x="513" y="0"/>
                </a:lnTo>
                <a:cubicBezTo>
                  <a:pt x="524" y="0"/>
                  <a:pt x="535" y="3"/>
                  <a:pt x="546" y="7"/>
                </a:cubicBezTo>
                <a:cubicBezTo>
                  <a:pt x="556" y="11"/>
                  <a:pt x="565" y="17"/>
                  <a:pt x="573" y="25"/>
                </a:cubicBezTo>
                <a:cubicBezTo>
                  <a:pt x="581" y="33"/>
                  <a:pt x="587" y="43"/>
                  <a:pt x="592" y="53"/>
                </a:cubicBezTo>
                <a:cubicBezTo>
                  <a:pt x="596" y="64"/>
                  <a:pt x="598" y="75"/>
                  <a:pt x="598" y="87"/>
                </a:cubicBezTo>
                <a:lnTo>
                  <a:pt x="598" y="385"/>
                </a:ln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5" name=""/>
          <p:cNvSpPr txBox="1"/>
          <p:nvPr/>
        </p:nvSpPr>
        <p:spPr>
          <a:xfrm>
            <a:off x="1617480" y="3521880"/>
            <a:ext cx="4505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 </a:t>
            </a:r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Rocket Loader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— async JS loading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6" name=""/>
          <p:cNvSpPr/>
          <p:nvPr/>
        </p:nvSpPr>
        <p:spPr>
          <a:xfrm>
            <a:off x="1076040" y="46098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3" y="181"/>
                  <a:pt x="215" y="193"/>
                  <a:pt x="204" y="205"/>
                </a:cubicBezTo>
                <a:cubicBezTo>
                  <a:pt x="192" y="216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3"/>
                  <a:pt x="15" y="181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4"/>
                  <a:pt x="204" y="35"/>
                </a:cubicBezTo>
                <a:cubicBezTo>
                  <a:pt x="215" y="46"/>
                  <a:pt x="223" y="59"/>
                  <a:pt x="230" y="74"/>
                </a:cubicBezTo>
                <a:cubicBezTo>
                  <a:pt x="236" y="88"/>
                  <a:pt x="239" y="104"/>
                  <a:pt x="239" y="11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77" name=""/>
          <p:cNvSpPr/>
          <p:nvPr/>
        </p:nvSpPr>
        <p:spPr>
          <a:xfrm>
            <a:off x="1349280" y="4651200"/>
            <a:ext cx="114480" cy="105840"/>
          </a:xfrm>
          <a:custGeom>
            <a:avLst/>
            <a:gdLst/>
            <a:ahLst/>
            <a:rect l="0" t="0" r="r" b="b"/>
            <a:pathLst>
              <a:path w="318" h="294">
                <a:moveTo>
                  <a:pt x="158" y="0"/>
                </a:moveTo>
                <a:cubicBezTo>
                  <a:pt x="194" y="0"/>
                  <a:pt x="318" y="94"/>
                  <a:pt x="318" y="208"/>
                </a:cubicBezTo>
                <a:cubicBezTo>
                  <a:pt x="318" y="322"/>
                  <a:pt x="0" y="322"/>
                  <a:pt x="0" y="208"/>
                </a:cubicBezTo>
                <a:cubicBezTo>
                  <a:pt x="0" y="94"/>
                  <a:pt x="123" y="0"/>
                  <a:pt x="158" y="0"/>
                </a:cubicBezTo>
                <a:close/>
              </a:path>
            </a:pathLst>
          </a:custGeom>
          <a:solidFill>
            <a:srgbClr val="99aa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8" name=""/>
          <p:cNvSpPr/>
          <p:nvPr/>
        </p:nvSpPr>
        <p:spPr>
          <a:xfrm>
            <a:off x="1346760" y="4518000"/>
            <a:ext cx="204840" cy="204480"/>
          </a:xfrm>
          <a:custGeom>
            <a:avLst/>
            <a:gdLst/>
            <a:ahLst/>
            <a:rect l="0" t="0" r="r" b="b"/>
            <a:pathLst>
              <a:path w="569" h="568">
                <a:moveTo>
                  <a:pt x="119" y="449"/>
                </a:moveTo>
                <a:cubicBezTo>
                  <a:pt x="308" y="638"/>
                  <a:pt x="489" y="559"/>
                  <a:pt x="547" y="502"/>
                </a:cubicBezTo>
                <a:cubicBezTo>
                  <a:pt x="605" y="444"/>
                  <a:pt x="544" y="290"/>
                  <a:pt x="410" y="157"/>
                </a:cubicBezTo>
                <a:cubicBezTo>
                  <a:pt x="278" y="25"/>
                  <a:pt x="124" y="-36"/>
                  <a:pt x="67" y="21"/>
                </a:cubicBezTo>
                <a:cubicBezTo>
                  <a:pt x="9" y="79"/>
                  <a:pt x="-70" y="261"/>
                  <a:pt x="119" y="449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9" name=""/>
          <p:cNvSpPr/>
          <p:nvPr/>
        </p:nvSpPr>
        <p:spPr>
          <a:xfrm>
            <a:off x="1362600" y="4518000"/>
            <a:ext cx="188640" cy="188640"/>
          </a:xfrm>
          <a:custGeom>
            <a:avLst/>
            <a:gdLst/>
            <a:ahLst/>
            <a:rect l="0" t="0" r="r" b="b"/>
            <a:pathLst>
              <a:path w="524" h="524">
                <a:moveTo>
                  <a:pt x="158" y="366"/>
                </a:moveTo>
                <a:cubicBezTo>
                  <a:pt x="291" y="498"/>
                  <a:pt x="445" y="559"/>
                  <a:pt x="502" y="502"/>
                </a:cubicBezTo>
                <a:cubicBezTo>
                  <a:pt x="560" y="444"/>
                  <a:pt x="499" y="290"/>
                  <a:pt x="366" y="157"/>
                </a:cubicBezTo>
                <a:cubicBezTo>
                  <a:pt x="234" y="25"/>
                  <a:pt x="79" y="-36"/>
                  <a:pt x="22" y="21"/>
                </a:cubicBezTo>
                <a:cubicBezTo>
                  <a:pt x="-36" y="79"/>
                  <a:pt x="25" y="232"/>
                  <a:pt x="158" y="366"/>
                </a:cubicBez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80" name=""/>
          <p:cNvSpPr/>
          <p:nvPr/>
        </p:nvSpPr>
        <p:spPr>
          <a:xfrm>
            <a:off x="1423800" y="4572000"/>
            <a:ext cx="73080" cy="73440"/>
          </a:xfrm>
          <a:custGeom>
            <a:avLst/>
            <a:gdLst/>
            <a:ahLst/>
            <a:rect l="0" t="0" r="r" b="b"/>
            <a:pathLst>
              <a:path w="203" h="204">
                <a:moveTo>
                  <a:pt x="196" y="8"/>
                </a:moveTo>
                <a:cubicBezTo>
                  <a:pt x="206" y="17"/>
                  <a:pt x="206" y="33"/>
                  <a:pt x="196" y="42"/>
                </a:cubicBezTo>
                <a:lnTo>
                  <a:pt x="41" y="197"/>
                </a:lnTo>
                <a:cubicBezTo>
                  <a:pt x="32" y="207"/>
                  <a:pt x="16" y="207"/>
                  <a:pt x="7" y="197"/>
                </a:cubicBezTo>
                <a:cubicBezTo>
                  <a:pt x="-2" y="188"/>
                  <a:pt x="-2" y="173"/>
                  <a:pt x="7" y="163"/>
                </a:cubicBezTo>
                <a:lnTo>
                  <a:pt x="161" y="8"/>
                </a:lnTo>
                <a:cubicBezTo>
                  <a:pt x="171" y="-2"/>
                  <a:pt x="187" y="-2"/>
                  <a:pt x="196" y="8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1" name=""/>
          <p:cNvSpPr/>
          <p:nvPr/>
        </p:nvSpPr>
        <p:spPr>
          <a:xfrm>
            <a:off x="1476720" y="4556880"/>
            <a:ext cx="35640" cy="35280"/>
          </a:xfrm>
          <a:custGeom>
            <a:avLst/>
            <a:gdLst/>
            <a:ahLst/>
            <a:rect l="0" t="0" r="r" b="b"/>
            <a:pathLst>
              <a:path w="99" h="98">
                <a:moveTo>
                  <a:pt x="84" y="14"/>
                </a:moveTo>
                <a:cubicBezTo>
                  <a:pt x="103" y="33"/>
                  <a:pt x="103" y="64"/>
                  <a:pt x="84" y="83"/>
                </a:cubicBezTo>
                <a:cubicBezTo>
                  <a:pt x="64" y="102"/>
                  <a:pt x="33" y="102"/>
                  <a:pt x="14" y="83"/>
                </a:cubicBezTo>
                <a:cubicBezTo>
                  <a:pt x="-5" y="64"/>
                  <a:pt x="-5" y="33"/>
                  <a:pt x="14" y="14"/>
                </a:cubicBezTo>
                <a:cubicBezTo>
                  <a:pt x="33" y="-5"/>
                  <a:pt x="64" y="-5"/>
                  <a:pt x="84" y="14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2" name=""/>
          <p:cNvSpPr/>
          <p:nvPr/>
        </p:nvSpPr>
        <p:spPr>
          <a:xfrm>
            <a:off x="1483920" y="4521600"/>
            <a:ext cx="64800" cy="64800"/>
          </a:xfrm>
          <a:custGeom>
            <a:avLst/>
            <a:gdLst/>
            <a:ahLst/>
            <a:rect l="0" t="0" r="r" b="b"/>
            <a:pathLst>
              <a:path w="180" h="180">
                <a:moveTo>
                  <a:pt x="159" y="180"/>
                </a:moveTo>
                <a:lnTo>
                  <a:pt x="158" y="180"/>
                </a:lnTo>
                <a:cubicBezTo>
                  <a:pt x="146" y="180"/>
                  <a:pt x="137" y="170"/>
                  <a:pt x="138" y="158"/>
                </a:cubicBezTo>
                <a:cubicBezTo>
                  <a:pt x="138" y="157"/>
                  <a:pt x="139" y="112"/>
                  <a:pt x="104" y="77"/>
                </a:cubicBezTo>
                <a:cubicBezTo>
                  <a:pt x="68" y="41"/>
                  <a:pt x="23" y="42"/>
                  <a:pt x="22" y="42"/>
                </a:cubicBezTo>
                <a:cubicBezTo>
                  <a:pt x="10" y="43"/>
                  <a:pt x="0" y="34"/>
                  <a:pt x="0" y="22"/>
                </a:cubicBezTo>
                <a:cubicBezTo>
                  <a:pt x="-1" y="10"/>
                  <a:pt x="8" y="0"/>
                  <a:pt x="20" y="0"/>
                </a:cubicBezTo>
                <a:cubicBezTo>
                  <a:pt x="23" y="-1"/>
                  <a:pt x="86" y="-3"/>
                  <a:pt x="134" y="46"/>
                </a:cubicBezTo>
                <a:cubicBezTo>
                  <a:pt x="183" y="95"/>
                  <a:pt x="180" y="157"/>
                  <a:pt x="180" y="160"/>
                </a:cubicBezTo>
                <a:cubicBezTo>
                  <a:pt x="180" y="171"/>
                  <a:pt x="170" y="180"/>
                  <a:pt x="159" y="180"/>
                </a:cubicBez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3" name=""/>
          <p:cNvSpPr/>
          <p:nvPr/>
        </p:nvSpPr>
        <p:spPr>
          <a:xfrm>
            <a:off x="1486440" y="4492080"/>
            <a:ext cx="91080" cy="90360"/>
          </a:xfrm>
          <a:custGeom>
            <a:avLst/>
            <a:gdLst/>
            <a:ahLst/>
            <a:rect l="0" t="0" r="r" b="b"/>
            <a:pathLst>
              <a:path w="253" h="251">
                <a:moveTo>
                  <a:pt x="228" y="251"/>
                </a:moveTo>
                <a:cubicBezTo>
                  <a:pt x="226" y="251"/>
                  <a:pt x="223" y="251"/>
                  <a:pt x="221" y="250"/>
                </a:cubicBezTo>
                <a:cubicBezTo>
                  <a:pt x="210" y="246"/>
                  <a:pt x="204" y="234"/>
                  <a:pt x="208" y="223"/>
                </a:cubicBezTo>
                <a:cubicBezTo>
                  <a:pt x="209" y="221"/>
                  <a:pt x="227" y="162"/>
                  <a:pt x="161" y="95"/>
                </a:cubicBezTo>
                <a:cubicBezTo>
                  <a:pt x="94" y="28"/>
                  <a:pt x="31" y="43"/>
                  <a:pt x="28" y="44"/>
                </a:cubicBezTo>
                <a:cubicBezTo>
                  <a:pt x="17" y="47"/>
                  <a:pt x="4" y="40"/>
                  <a:pt x="1" y="29"/>
                </a:cubicBezTo>
                <a:cubicBezTo>
                  <a:pt x="-2" y="17"/>
                  <a:pt x="5" y="6"/>
                  <a:pt x="17" y="3"/>
                </a:cubicBezTo>
                <a:cubicBezTo>
                  <a:pt x="20" y="2"/>
                  <a:pt x="106" y="-20"/>
                  <a:pt x="191" y="65"/>
                </a:cubicBezTo>
                <a:cubicBezTo>
                  <a:pt x="278" y="151"/>
                  <a:pt x="249" y="234"/>
                  <a:pt x="248" y="237"/>
                </a:cubicBezTo>
                <a:cubicBezTo>
                  <a:pt x="245" y="246"/>
                  <a:pt x="237" y="251"/>
                  <a:pt x="228" y="251"/>
                </a:cubicBez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4" name=""/>
          <p:cNvSpPr/>
          <p:nvPr/>
        </p:nvSpPr>
        <p:spPr>
          <a:xfrm>
            <a:off x="1349280" y="4722120"/>
            <a:ext cx="114480" cy="34560"/>
          </a:xfrm>
          <a:custGeom>
            <a:avLst/>
            <a:gdLst/>
            <a:ahLst/>
            <a:rect l="0" t="0" r="r" b="b"/>
            <a:pathLst>
              <a:path w="318" h="96">
                <a:moveTo>
                  <a:pt x="162" y="38"/>
                </a:moveTo>
                <a:cubicBezTo>
                  <a:pt x="100" y="38"/>
                  <a:pt x="44" y="23"/>
                  <a:pt x="1" y="0"/>
                </a:cubicBezTo>
                <a:cubicBezTo>
                  <a:pt x="0" y="4"/>
                  <a:pt x="0" y="7"/>
                  <a:pt x="0" y="10"/>
                </a:cubicBezTo>
                <a:cubicBezTo>
                  <a:pt x="0" y="125"/>
                  <a:pt x="318" y="125"/>
                  <a:pt x="318" y="10"/>
                </a:cubicBezTo>
                <a:cubicBezTo>
                  <a:pt x="318" y="8"/>
                  <a:pt x="317" y="6"/>
                  <a:pt x="317" y="4"/>
                </a:cubicBezTo>
                <a:cubicBezTo>
                  <a:pt x="275" y="25"/>
                  <a:pt x="221" y="38"/>
                  <a:pt x="162" y="38"/>
                </a:cubicBez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85" name=""/>
          <p:cNvSpPr txBox="1"/>
          <p:nvPr/>
        </p:nvSpPr>
        <p:spPr>
          <a:xfrm>
            <a:off x="1617480" y="3998160"/>
            <a:ext cx="44751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 </a:t>
            </a:r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Free SSL/TLS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— automatic HTTPS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6" name=""/>
          <p:cNvSpPr txBox="1"/>
          <p:nvPr/>
        </p:nvSpPr>
        <p:spPr>
          <a:xfrm>
            <a:off x="1617480" y="4483800"/>
            <a:ext cx="48654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 </a:t>
            </a:r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HTTP/2 + HTTP/3 (QUIC)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— automatic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7" name=""/>
          <p:cNvSpPr/>
          <p:nvPr/>
        </p:nvSpPr>
        <p:spPr>
          <a:xfrm>
            <a:off x="1076040" y="57434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3" y="180"/>
                  <a:pt x="215" y="193"/>
                  <a:pt x="204" y="204"/>
                </a:cubicBezTo>
                <a:cubicBezTo>
                  <a:pt x="192" y="215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4"/>
                  <a:pt x="204" y="35"/>
                </a:cubicBezTo>
                <a:cubicBezTo>
                  <a:pt x="215" y="46"/>
                  <a:pt x="223" y="59"/>
                  <a:pt x="230" y="73"/>
                </a:cubicBezTo>
                <a:cubicBezTo>
                  <a:pt x="236" y="88"/>
                  <a:pt x="239" y="103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88" name=""/>
          <p:cNvSpPr/>
          <p:nvPr/>
        </p:nvSpPr>
        <p:spPr>
          <a:xfrm>
            <a:off x="1338840" y="5619600"/>
            <a:ext cx="246960" cy="276480"/>
          </a:xfrm>
          <a:custGeom>
            <a:avLst/>
            <a:gdLst/>
            <a:ahLst/>
            <a:rect l="0" t="0" r="r" b="b"/>
            <a:pathLst>
              <a:path w="686" h="768">
                <a:moveTo>
                  <a:pt x="663" y="64"/>
                </a:moveTo>
                <a:cubicBezTo>
                  <a:pt x="513" y="0"/>
                  <a:pt x="343" y="0"/>
                  <a:pt x="343" y="0"/>
                </a:cubicBezTo>
                <a:cubicBezTo>
                  <a:pt x="343" y="0"/>
                  <a:pt x="172" y="0"/>
                  <a:pt x="22" y="64"/>
                </a:cubicBezTo>
                <a:cubicBezTo>
                  <a:pt x="-42" y="385"/>
                  <a:pt x="22" y="662"/>
                  <a:pt x="343" y="768"/>
                </a:cubicBezTo>
                <a:cubicBezTo>
                  <a:pt x="663" y="662"/>
                  <a:pt x="727" y="385"/>
                  <a:pt x="663" y="64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9" name=""/>
          <p:cNvSpPr/>
          <p:nvPr/>
        </p:nvSpPr>
        <p:spPr>
          <a:xfrm>
            <a:off x="1353960" y="5635080"/>
            <a:ext cx="216000" cy="244800"/>
          </a:xfrm>
          <a:custGeom>
            <a:avLst/>
            <a:gdLst/>
            <a:ahLst/>
            <a:rect l="0" t="0" r="r" b="b"/>
            <a:pathLst>
              <a:path w="600" h="680">
                <a:moveTo>
                  <a:pt x="300" y="680"/>
                </a:moveTo>
                <a:cubicBezTo>
                  <a:pt x="52" y="592"/>
                  <a:pt x="-43" y="381"/>
                  <a:pt x="17" y="52"/>
                </a:cubicBezTo>
                <a:cubicBezTo>
                  <a:pt x="152" y="0"/>
                  <a:pt x="298" y="0"/>
                  <a:pt x="300" y="0"/>
                </a:cubicBezTo>
                <a:cubicBezTo>
                  <a:pt x="301" y="0"/>
                  <a:pt x="448" y="0"/>
                  <a:pt x="582" y="52"/>
                </a:cubicBezTo>
                <a:cubicBezTo>
                  <a:pt x="642" y="381"/>
                  <a:pt x="547" y="592"/>
                  <a:pt x="300" y="680"/>
                </a:cubicBezTo>
                <a:close/>
              </a:path>
            </a:pathLst>
          </a:custGeom>
          <a:solidFill>
            <a:srgbClr val="55ac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90" name=""/>
          <p:cNvSpPr/>
          <p:nvPr/>
        </p:nvSpPr>
        <p:spPr>
          <a:xfrm>
            <a:off x="1461960" y="5635080"/>
            <a:ext cx="108000" cy="244800"/>
          </a:xfrm>
          <a:custGeom>
            <a:avLst/>
            <a:gdLst/>
            <a:ahLst/>
            <a:rect l="0" t="0" r="r" b="b"/>
            <a:pathLst>
              <a:path w="300" h="680">
                <a:moveTo>
                  <a:pt x="283" y="52"/>
                </a:moveTo>
                <a:cubicBezTo>
                  <a:pt x="148" y="0"/>
                  <a:pt x="1" y="0"/>
                  <a:pt x="0" y="0"/>
                </a:cubicBezTo>
                <a:lnTo>
                  <a:pt x="0" y="680"/>
                </a:lnTo>
                <a:cubicBezTo>
                  <a:pt x="247" y="592"/>
                  <a:pt x="343" y="381"/>
                  <a:pt x="283" y="52"/>
                </a:cubicBezTo>
                <a:close/>
              </a:path>
            </a:pathLst>
          </a:custGeom>
          <a:solidFill>
            <a:srgbClr val="22669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91" name=""/>
          <p:cNvSpPr txBox="1"/>
          <p:nvPr/>
        </p:nvSpPr>
        <p:spPr>
          <a:xfrm>
            <a:off x="747720" y="5055480"/>
            <a:ext cx="18554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Security (free)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2" name=""/>
          <p:cNvSpPr/>
          <p:nvPr/>
        </p:nvSpPr>
        <p:spPr>
          <a:xfrm>
            <a:off x="1076040" y="62290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3" y="179"/>
                  <a:pt x="215" y="193"/>
                  <a:pt x="204" y="205"/>
                </a:cubicBezTo>
                <a:cubicBezTo>
                  <a:pt x="192" y="216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3"/>
                  <a:pt x="15" y="179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4"/>
                  <a:pt x="204" y="35"/>
                </a:cubicBezTo>
                <a:cubicBezTo>
                  <a:pt x="215" y="46"/>
                  <a:pt x="223" y="59"/>
                  <a:pt x="230" y="74"/>
                </a:cubicBezTo>
                <a:cubicBezTo>
                  <a:pt x="236" y="88"/>
                  <a:pt x="239" y="104"/>
                  <a:pt x="239" y="11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93" name=""/>
          <p:cNvSpPr/>
          <p:nvPr/>
        </p:nvSpPr>
        <p:spPr>
          <a:xfrm>
            <a:off x="1561680" y="6189840"/>
            <a:ext cx="38520" cy="54000"/>
          </a:xfrm>
          <a:custGeom>
            <a:avLst/>
            <a:gdLst/>
            <a:ahLst/>
            <a:rect l="0" t="0" r="r" b="b"/>
            <a:pathLst>
              <a:path w="107" h="150">
                <a:moveTo>
                  <a:pt x="107" y="75"/>
                </a:moveTo>
                <a:cubicBezTo>
                  <a:pt x="107" y="85"/>
                  <a:pt x="106" y="95"/>
                  <a:pt x="103" y="104"/>
                </a:cubicBezTo>
                <a:cubicBezTo>
                  <a:pt x="101" y="113"/>
                  <a:pt x="97" y="121"/>
                  <a:pt x="92" y="128"/>
                </a:cubicBezTo>
                <a:cubicBezTo>
                  <a:pt x="87" y="135"/>
                  <a:pt x="81" y="140"/>
                  <a:pt x="75" y="144"/>
                </a:cubicBezTo>
                <a:cubicBezTo>
                  <a:pt x="68" y="148"/>
                  <a:pt x="60" y="150"/>
                  <a:pt x="53" y="150"/>
                </a:cubicBezTo>
                <a:cubicBezTo>
                  <a:pt x="46" y="150"/>
                  <a:pt x="39" y="148"/>
                  <a:pt x="33" y="144"/>
                </a:cubicBezTo>
                <a:cubicBezTo>
                  <a:pt x="26" y="140"/>
                  <a:pt x="21" y="135"/>
                  <a:pt x="16" y="128"/>
                </a:cubicBezTo>
                <a:cubicBezTo>
                  <a:pt x="11" y="121"/>
                  <a:pt x="7" y="113"/>
                  <a:pt x="4" y="104"/>
                </a:cubicBezTo>
                <a:cubicBezTo>
                  <a:pt x="1" y="95"/>
                  <a:pt x="0" y="85"/>
                  <a:pt x="0" y="75"/>
                </a:cubicBezTo>
                <a:cubicBezTo>
                  <a:pt x="0" y="65"/>
                  <a:pt x="1" y="56"/>
                  <a:pt x="4" y="47"/>
                </a:cubicBezTo>
                <a:cubicBezTo>
                  <a:pt x="7" y="38"/>
                  <a:pt x="11" y="30"/>
                  <a:pt x="16" y="23"/>
                </a:cubicBezTo>
                <a:cubicBezTo>
                  <a:pt x="21" y="15"/>
                  <a:pt x="26" y="9"/>
                  <a:pt x="33" y="5"/>
                </a:cubicBezTo>
                <a:cubicBezTo>
                  <a:pt x="39" y="2"/>
                  <a:pt x="46" y="0"/>
                  <a:pt x="53" y="0"/>
                </a:cubicBezTo>
                <a:cubicBezTo>
                  <a:pt x="60" y="0"/>
                  <a:pt x="68" y="2"/>
                  <a:pt x="75" y="5"/>
                </a:cubicBezTo>
                <a:cubicBezTo>
                  <a:pt x="81" y="9"/>
                  <a:pt x="87" y="15"/>
                  <a:pt x="92" y="23"/>
                </a:cubicBezTo>
                <a:cubicBezTo>
                  <a:pt x="97" y="30"/>
                  <a:pt x="101" y="38"/>
                  <a:pt x="103" y="47"/>
                </a:cubicBezTo>
                <a:cubicBezTo>
                  <a:pt x="106" y="56"/>
                  <a:pt x="107" y="65"/>
                  <a:pt x="107" y="75"/>
                </a:cubicBezTo>
                <a:close/>
              </a:path>
            </a:pathLst>
          </a:custGeom>
          <a:solidFill>
            <a:srgbClr val="f490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4" name=""/>
          <p:cNvSpPr/>
          <p:nvPr/>
        </p:nvSpPr>
        <p:spPr>
          <a:xfrm>
            <a:off x="1323720" y="6189840"/>
            <a:ext cx="38880" cy="54000"/>
          </a:xfrm>
          <a:custGeom>
            <a:avLst/>
            <a:gdLst/>
            <a:ahLst/>
            <a:rect l="0" t="0" r="r" b="b"/>
            <a:pathLst>
              <a:path w="108" h="150">
                <a:moveTo>
                  <a:pt x="108" y="75"/>
                </a:moveTo>
                <a:cubicBezTo>
                  <a:pt x="108" y="85"/>
                  <a:pt x="106" y="95"/>
                  <a:pt x="104" y="104"/>
                </a:cubicBezTo>
                <a:cubicBezTo>
                  <a:pt x="101" y="113"/>
                  <a:pt x="97" y="121"/>
                  <a:pt x="92" y="128"/>
                </a:cubicBezTo>
                <a:cubicBezTo>
                  <a:pt x="87" y="135"/>
                  <a:pt x="80" y="140"/>
                  <a:pt x="74" y="144"/>
                </a:cubicBezTo>
                <a:cubicBezTo>
                  <a:pt x="67" y="148"/>
                  <a:pt x="61" y="150"/>
                  <a:pt x="53" y="150"/>
                </a:cubicBezTo>
                <a:cubicBezTo>
                  <a:pt x="46" y="150"/>
                  <a:pt x="40" y="148"/>
                  <a:pt x="33" y="144"/>
                </a:cubicBezTo>
                <a:cubicBezTo>
                  <a:pt x="27" y="140"/>
                  <a:pt x="21" y="135"/>
                  <a:pt x="16" y="128"/>
                </a:cubicBezTo>
                <a:cubicBezTo>
                  <a:pt x="11" y="121"/>
                  <a:pt x="7" y="113"/>
                  <a:pt x="4" y="104"/>
                </a:cubicBezTo>
                <a:cubicBezTo>
                  <a:pt x="2" y="95"/>
                  <a:pt x="0" y="85"/>
                  <a:pt x="0" y="75"/>
                </a:cubicBezTo>
                <a:cubicBezTo>
                  <a:pt x="0" y="65"/>
                  <a:pt x="2" y="56"/>
                  <a:pt x="4" y="47"/>
                </a:cubicBezTo>
                <a:cubicBezTo>
                  <a:pt x="7" y="38"/>
                  <a:pt x="11" y="30"/>
                  <a:pt x="16" y="23"/>
                </a:cubicBezTo>
                <a:cubicBezTo>
                  <a:pt x="21" y="15"/>
                  <a:pt x="27" y="9"/>
                  <a:pt x="33" y="5"/>
                </a:cubicBezTo>
                <a:cubicBezTo>
                  <a:pt x="40" y="2"/>
                  <a:pt x="46" y="0"/>
                  <a:pt x="53" y="0"/>
                </a:cubicBezTo>
                <a:cubicBezTo>
                  <a:pt x="61" y="0"/>
                  <a:pt x="67" y="2"/>
                  <a:pt x="74" y="5"/>
                </a:cubicBezTo>
                <a:cubicBezTo>
                  <a:pt x="80" y="9"/>
                  <a:pt x="87" y="15"/>
                  <a:pt x="92" y="23"/>
                </a:cubicBezTo>
                <a:cubicBezTo>
                  <a:pt x="97" y="30"/>
                  <a:pt x="101" y="38"/>
                  <a:pt x="104" y="47"/>
                </a:cubicBezTo>
                <a:cubicBezTo>
                  <a:pt x="106" y="56"/>
                  <a:pt x="108" y="65"/>
                  <a:pt x="108" y="75"/>
                </a:cubicBezTo>
                <a:close/>
              </a:path>
            </a:pathLst>
          </a:custGeom>
          <a:solidFill>
            <a:srgbClr val="f490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5" name=""/>
          <p:cNvSpPr/>
          <p:nvPr/>
        </p:nvSpPr>
        <p:spPr>
          <a:xfrm>
            <a:off x="1339200" y="6174360"/>
            <a:ext cx="245880" cy="84960"/>
          </a:xfrm>
          <a:custGeom>
            <a:avLst/>
            <a:gdLst/>
            <a:ahLst/>
            <a:rect l="0" t="0" r="r" b="b"/>
            <a:pathLst>
              <a:path w="683" h="236">
                <a:moveTo>
                  <a:pt x="683" y="214"/>
                </a:moveTo>
                <a:cubicBezTo>
                  <a:pt x="683" y="226"/>
                  <a:pt x="673" y="236"/>
                  <a:pt x="662" y="236"/>
                </a:cubicBezTo>
                <a:lnTo>
                  <a:pt x="598" y="236"/>
                </a:lnTo>
                <a:cubicBezTo>
                  <a:pt x="586" y="236"/>
                  <a:pt x="576" y="226"/>
                  <a:pt x="576" y="214"/>
                </a:cubicBezTo>
                <a:lnTo>
                  <a:pt x="576" y="21"/>
                </a:lnTo>
                <a:cubicBezTo>
                  <a:pt x="576" y="10"/>
                  <a:pt x="586" y="0"/>
                  <a:pt x="598" y="0"/>
                </a:cubicBezTo>
                <a:lnTo>
                  <a:pt x="662" y="0"/>
                </a:lnTo>
                <a:cubicBezTo>
                  <a:pt x="673" y="0"/>
                  <a:pt x="683" y="10"/>
                  <a:pt x="683" y="21"/>
                </a:cubicBezTo>
                <a:lnTo>
                  <a:pt x="683" y="214"/>
                </a:lnTo>
                <a:moveTo>
                  <a:pt x="107" y="214"/>
                </a:moveTo>
                <a:cubicBezTo>
                  <a:pt x="107" y="226"/>
                  <a:pt x="98" y="236"/>
                  <a:pt x="86" y="236"/>
                </a:cubicBezTo>
                <a:lnTo>
                  <a:pt x="21" y="236"/>
                </a:lnTo>
                <a:cubicBezTo>
                  <a:pt x="9" y="236"/>
                  <a:pt x="0" y="226"/>
                  <a:pt x="0" y="214"/>
                </a:cubicBezTo>
                <a:lnTo>
                  <a:pt x="0" y="21"/>
                </a:lnTo>
                <a:cubicBezTo>
                  <a:pt x="0" y="10"/>
                  <a:pt x="9" y="0"/>
                  <a:pt x="21" y="0"/>
                </a:cubicBezTo>
                <a:lnTo>
                  <a:pt x="86" y="0"/>
                </a:lnTo>
                <a:cubicBezTo>
                  <a:pt x="98" y="0"/>
                  <a:pt x="107" y="10"/>
                  <a:pt x="107" y="21"/>
                </a:cubicBezTo>
                <a:lnTo>
                  <a:pt x="107" y="214"/>
                </a:ln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6" name=""/>
          <p:cNvSpPr/>
          <p:nvPr/>
        </p:nvSpPr>
        <p:spPr>
          <a:xfrm>
            <a:off x="1385280" y="6105240"/>
            <a:ext cx="153720" cy="69480"/>
          </a:xfrm>
          <a:custGeom>
            <a:avLst/>
            <a:gdLst/>
            <a:ahLst/>
            <a:rect l="0" t="0" r="r" b="b"/>
            <a:pathLst>
              <a:path w="427" h="193">
                <a:moveTo>
                  <a:pt x="427" y="107"/>
                </a:moveTo>
                <a:cubicBezTo>
                  <a:pt x="427" y="167"/>
                  <a:pt x="332" y="193"/>
                  <a:pt x="214" y="193"/>
                </a:cubicBezTo>
                <a:cubicBezTo>
                  <a:pt x="95" y="193"/>
                  <a:pt x="0" y="167"/>
                  <a:pt x="0" y="107"/>
                </a:cubicBezTo>
                <a:cubicBezTo>
                  <a:pt x="0" y="48"/>
                  <a:pt x="95" y="0"/>
                  <a:pt x="214" y="0"/>
                </a:cubicBezTo>
                <a:cubicBezTo>
                  <a:pt x="332" y="0"/>
                  <a:pt x="427" y="48"/>
                  <a:pt x="427" y="107"/>
                </a:cubicBez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7" name=""/>
          <p:cNvSpPr/>
          <p:nvPr/>
        </p:nvSpPr>
        <p:spPr>
          <a:xfrm>
            <a:off x="1408320" y="6114240"/>
            <a:ext cx="107640" cy="45000"/>
          </a:xfrm>
          <a:custGeom>
            <a:avLst/>
            <a:gdLst/>
            <a:ahLst/>
            <a:rect l="0" t="0" r="r" b="b"/>
            <a:pathLst>
              <a:path w="299" h="125">
                <a:moveTo>
                  <a:pt x="299" y="62"/>
                </a:moveTo>
                <a:cubicBezTo>
                  <a:pt x="299" y="98"/>
                  <a:pt x="232" y="125"/>
                  <a:pt x="150" y="125"/>
                </a:cubicBezTo>
                <a:cubicBezTo>
                  <a:pt x="66" y="125"/>
                  <a:pt x="0" y="98"/>
                  <a:pt x="0" y="62"/>
                </a:cubicBezTo>
                <a:cubicBezTo>
                  <a:pt x="0" y="28"/>
                  <a:pt x="66" y="0"/>
                  <a:pt x="150" y="0"/>
                </a:cubicBezTo>
                <a:cubicBezTo>
                  <a:pt x="232" y="0"/>
                  <a:pt x="299" y="28"/>
                  <a:pt x="299" y="62"/>
                </a:cubicBezTo>
                <a:close/>
              </a:path>
            </a:pathLst>
          </a:custGeom>
          <a:solidFill>
            <a:srgbClr val="f490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8" name=""/>
          <p:cNvSpPr/>
          <p:nvPr/>
        </p:nvSpPr>
        <p:spPr>
          <a:xfrm>
            <a:off x="1369800" y="6128280"/>
            <a:ext cx="184680" cy="30960"/>
          </a:xfrm>
          <a:custGeom>
            <a:avLst/>
            <a:gdLst/>
            <a:ahLst/>
            <a:rect l="0" t="0" r="r" b="b"/>
            <a:pathLst>
              <a:path w="513" h="86">
                <a:moveTo>
                  <a:pt x="513" y="55"/>
                </a:moveTo>
                <a:cubicBezTo>
                  <a:pt x="513" y="84"/>
                  <a:pt x="489" y="86"/>
                  <a:pt x="459" y="86"/>
                </a:cubicBezTo>
                <a:lnTo>
                  <a:pt x="54" y="86"/>
                </a:lnTo>
                <a:cubicBezTo>
                  <a:pt x="24" y="86"/>
                  <a:pt x="0" y="84"/>
                  <a:pt x="0" y="55"/>
                </a:cubicBezTo>
                <a:cubicBezTo>
                  <a:pt x="0" y="25"/>
                  <a:pt x="24" y="0"/>
                  <a:pt x="54" y="0"/>
                </a:cubicBezTo>
                <a:lnTo>
                  <a:pt x="459" y="0"/>
                </a:lnTo>
                <a:cubicBezTo>
                  <a:pt x="489" y="0"/>
                  <a:pt x="513" y="25"/>
                  <a:pt x="513" y="55"/>
                </a:cubicBezTo>
                <a:close/>
              </a:path>
            </a:pathLst>
          </a:custGeom>
          <a:solidFill>
            <a:srgbClr val="22669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99" name=""/>
          <p:cNvSpPr/>
          <p:nvPr/>
        </p:nvSpPr>
        <p:spPr>
          <a:xfrm>
            <a:off x="1354320" y="6151320"/>
            <a:ext cx="215280" cy="215280"/>
          </a:xfrm>
          <a:custGeom>
            <a:avLst/>
            <a:gdLst/>
            <a:ahLst/>
            <a:rect l="0" t="0" r="r" b="b"/>
            <a:pathLst>
              <a:path w="598" h="598">
                <a:moveTo>
                  <a:pt x="556" y="0"/>
                </a:moveTo>
                <a:lnTo>
                  <a:pt x="43" y="0"/>
                </a:lnTo>
                <a:cubicBezTo>
                  <a:pt x="20" y="0"/>
                  <a:pt x="0" y="19"/>
                  <a:pt x="0" y="43"/>
                </a:cubicBezTo>
                <a:lnTo>
                  <a:pt x="0" y="598"/>
                </a:lnTo>
                <a:lnTo>
                  <a:pt x="598" y="598"/>
                </a:lnTo>
                <a:lnTo>
                  <a:pt x="598" y="43"/>
                </a:lnTo>
                <a:cubicBezTo>
                  <a:pt x="598" y="19"/>
                  <a:pt x="579" y="0"/>
                  <a:pt x="556" y="0"/>
                </a:cubicBezTo>
                <a:close/>
              </a:path>
            </a:pathLst>
          </a:custGeom>
          <a:solidFill>
            <a:srgbClr val="55ac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00" name=""/>
          <p:cNvSpPr/>
          <p:nvPr/>
        </p:nvSpPr>
        <p:spPr>
          <a:xfrm>
            <a:off x="1331640" y="6335640"/>
            <a:ext cx="261000" cy="38520"/>
          </a:xfrm>
          <a:custGeom>
            <a:avLst/>
            <a:gdLst/>
            <a:ahLst/>
            <a:rect l="0" t="0" r="r" b="b"/>
            <a:pathLst>
              <a:path w="725" h="107">
                <a:moveTo>
                  <a:pt x="725" y="65"/>
                </a:moveTo>
                <a:lnTo>
                  <a:pt x="725" y="42"/>
                </a:lnTo>
                <a:cubicBezTo>
                  <a:pt x="725" y="19"/>
                  <a:pt x="706" y="0"/>
                  <a:pt x="683" y="0"/>
                </a:cubicBezTo>
                <a:lnTo>
                  <a:pt x="450" y="0"/>
                </a:lnTo>
                <a:lnTo>
                  <a:pt x="378" y="72"/>
                </a:lnTo>
                <a:cubicBezTo>
                  <a:pt x="370" y="81"/>
                  <a:pt x="356" y="81"/>
                  <a:pt x="348" y="72"/>
                </a:cubicBezTo>
                <a:lnTo>
                  <a:pt x="275" y="0"/>
                </a:lnTo>
                <a:lnTo>
                  <a:pt x="42" y="0"/>
                </a:lnTo>
                <a:cubicBezTo>
                  <a:pt x="19" y="0"/>
                  <a:pt x="0" y="19"/>
                  <a:pt x="0" y="42"/>
                </a:cubicBezTo>
                <a:lnTo>
                  <a:pt x="0" y="65"/>
                </a:lnTo>
                <a:cubicBezTo>
                  <a:pt x="0" y="88"/>
                  <a:pt x="-3" y="107"/>
                  <a:pt x="21" y="107"/>
                </a:cubicBezTo>
                <a:lnTo>
                  <a:pt x="704" y="107"/>
                </a:lnTo>
                <a:cubicBezTo>
                  <a:pt x="727" y="107"/>
                  <a:pt x="725" y="88"/>
                  <a:pt x="725" y="65"/>
                </a:cubicBezTo>
                <a:close/>
              </a:path>
            </a:pathLst>
          </a:custGeom>
          <a:solidFill>
            <a:srgbClr val="3b88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01" name=""/>
          <p:cNvSpPr/>
          <p:nvPr/>
        </p:nvSpPr>
        <p:spPr>
          <a:xfrm>
            <a:off x="1477080" y="6181920"/>
            <a:ext cx="69480" cy="69480"/>
          </a:xfrm>
          <a:custGeom>
            <a:avLst/>
            <a:gdLst/>
            <a:ahLst/>
            <a:rect l="0" t="0" r="r" b="b"/>
            <a:pathLst>
              <a:path w="193" h="193">
                <a:moveTo>
                  <a:pt x="193" y="96"/>
                </a:moveTo>
                <a:cubicBezTo>
                  <a:pt x="193" y="109"/>
                  <a:pt x="191" y="122"/>
                  <a:pt x="186" y="134"/>
                </a:cubicBezTo>
                <a:cubicBezTo>
                  <a:pt x="181" y="146"/>
                  <a:pt x="174" y="156"/>
                  <a:pt x="165" y="165"/>
                </a:cubicBezTo>
                <a:cubicBezTo>
                  <a:pt x="156" y="174"/>
                  <a:pt x="146" y="181"/>
                  <a:pt x="134" y="186"/>
                </a:cubicBezTo>
                <a:cubicBezTo>
                  <a:pt x="122" y="191"/>
                  <a:pt x="110" y="193"/>
                  <a:pt x="97" y="193"/>
                </a:cubicBezTo>
                <a:cubicBezTo>
                  <a:pt x="85" y="193"/>
                  <a:pt x="72" y="191"/>
                  <a:pt x="61" y="186"/>
                </a:cubicBezTo>
                <a:cubicBezTo>
                  <a:pt x="49" y="181"/>
                  <a:pt x="39" y="174"/>
                  <a:pt x="30" y="165"/>
                </a:cubicBezTo>
                <a:cubicBezTo>
                  <a:pt x="21" y="156"/>
                  <a:pt x="14" y="146"/>
                  <a:pt x="9" y="134"/>
                </a:cubicBezTo>
                <a:cubicBezTo>
                  <a:pt x="3" y="122"/>
                  <a:pt x="0" y="109"/>
                  <a:pt x="0" y="96"/>
                </a:cubicBezTo>
                <a:cubicBezTo>
                  <a:pt x="0" y="84"/>
                  <a:pt x="3" y="71"/>
                  <a:pt x="9" y="60"/>
                </a:cubicBezTo>
                <a:cubicBezTo>
                  <a:pt x="14" y="48"/>
                  <a:pt x="21" y="38"/>
                  <a:pt x="30" y="29"/>
                </a:cubicBezTo>
                <a:cubicBezTo>
                  <a:pt x="39" y="20"/>
                  <a:pt x="49" y="13"/>
                  <a:pt x="61" y="8"/>
                </a:cubicBezTo>
                <a:cubicBezTo>
                  <a:pt x="72" y="3"/>
                  <a:pt x="85" y="0"/>
                  <a:pt x="97" y="0"/>
                </a:cubicBezTo>
                <a:cubicBezTo>
                  <a:pt x="110" y="0"/>
                  <a:pt x="122" y="3"/>
                  <a:pt x="134" y="8"/>
                </a:cubicBezTo>
                <a:cubicBezTo>
                  <a:pt x="146" y="13"/>
                  <a:pt x="156" y="20"/>
                  <a:pt x="165" y="29"/>
                </a:cubicBezTo>
                <a:cubicBezTo>
                  <a:pt x="174" y="38"/>
                  <a:pt x="181" y="48"/>
                  <a:pt x="186" y="60"/>
                </a:cubicBezTo>
                <a:cubicBezTo>
                  <a:pt x="191" y="71"/>
                  <a:pt x="193" y="84"/>
                  <a:pt x="193" y="9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2" name=""/>
          <p:cNvSpPr/>
          <p:nvPr/>
        </p:nvSpPr>
        <p:spPr>
          <a:xfrm>
            <a:off x="1490760" y="6195600"/>
            <a:ext cx="42120" cy="42120"/>
          </a:xfrm>
          <a:custGeom>
            <a:avLst/>
            <a:gdLst/>
            <a:ahLst/>
            <a:rect l="0" t="0" r="r" b="b"/>
            <a:pathLst>
              <a:path w="117" h="117">
                <a:moveTo>
                  <a:pt x="117" y="58"/>
                </a:moveTo>
                <a:cubicBezTo>
                  <a:pt x="117" y="66"/>
                  <a:pt x="116" y="73"/>
                  <a:pt x="113" y="81"/>
                </a:cubicBezTo>
                <a:cubicBezTo>
                  <a:pt x="110" y="88"/>
                  <a:pt x="106" y="94"/>
                  <a:pt x="100" y="100"/>
                </a:cubicBezTo>
                <a:cubicBezTo>
                  <a:pt x="95" y="106"/>
                  <a:pt x="89" y="110"/>
                  <a:pt x="82" y="113"/>
                </a:cubicBezTo>
                <a:cubicBezTo>
                  <a:pt x="74" y="116"/>
                  <a:pt x="67" y="117"/>
                  <a:pt x="59" y="117"/>
                </a:cubicBezTo>
                <a:cubicBezTo>
                  <a:pt x="51" y="117"/>
                  <a:pt x="43" y="116"/>
                  <a:pt x="36" y="113"/>
                </a:cubicBezTo>
                <a:cubicBezTo>
                  <a:pt x="29" y="110"/>
                  <a:pt x="23" y="106"/>
                  <a:pt x="17" y="100"/>
                </a:cubicBezTo>
                <a:cubicBezTo>
                  <a:pt x="12" y="94"/>
                  <a:pt x="8" y="88"/>
                  <a:pt x="5" y="81"/>
                </a:cubicBezTo>
                <a:cubicBezTo>
                  <a:pt x="2" y="73"/>
                  <a:pt x="0" y="66"/>
                  <a:pt x="0" y="58"/>
                </a:cubicBezTo>
                <a:cubicBezTo>
                  <a:pt x="0" y="51"/>
                  <a:pt x="2" y="43"/>
                  <a:pt x="5" y="36"/>
                </a:cubicBezTo>
                <a:cubicBezTo>
                  <a:pt x="8" y="29"/>
                  <a:pt x="12" y="23"/>
                  <a:pt x="17" y="17"/>
                </a:cubicBezTo>
                <a:cubicBezTo>
                  <a:pt x="23" y="12"/>
                  <a:pt x="29" y="8"/>
                  <a:pt x="36" y="5"/>
                </a:cubicBezTo>
                <a:cubicBezTo>
                  <a:pt x="43" y="2"/>
                  <a:pt x="51" y="0"/>
                  <a:pt x="59" y="0"/>
                </a:cubicBezTo>
                <a:cubicBezTo>
                  <a:pt x="67" y="0"/>
                  <a:pt x="74" y="2"/>
                  <a:pt x="82" y="5"/>
                </a:cubicBezTo>
                <a:cubicBezTo>
                  <a:pt x="89" y="8"/>
                  <a:pt x="95" y="12"/>
                  <a:pt x="100" y="17"/>
                </a:cubicBezTo>
                <a:cubicBezTo>
                  <a:pt x="106" y="23"/>
                  <a:pt x="110" y="29"/>
                  <a:pt x="113" y="36"/>
                </a:cubicBezTo>
                <a:cubicBezTo>
                  <a:pt x="116" y="43"/>
                  <a:pt x="117" y="51"/>
                  <a:pt x="117" y="58"/>
                </a:cubicBez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03" name=""/>
          <p:cNvSpPr/>
          <p:nvPr/>
        </p:nvSpPr>
        <p:spPr>
          <a:xfrm>
            <a:off x="1377360" y="6181920"/>
            <a:ext cx="69480" cy="69480"/>
          </a:xfrm>
          <a:custGeom>
            <a:avLst/>
            <a:gdLst/>
            <a:ahLst/>
            <a:rect l="0" t="0" r="r" b="b"/>
            <a:pathLst>
              <a:path w="193" h="193">
                <a:moveTo>
                  <a:pt x="193" y="96"/>
                </a:moveTo>
                <a:cubicBezTo>
                  <a:pt x="193" y="109"/>
                  <a:pt x="191" y="122"/>
                  <a:pt x="186" y="134"/>
                </a:cubicBezTo>
                <a:cubicBezTo>
                  <a:pt x="181" y="146"/>
                  <a:pt x="174" y="156"/>
                  <a:pt x="165" y="165"/>
                </a:cubicBezTo>
                <a:cubicBezTo>
                  <a:pt x="156" y="174"/>
                  <a:pt x="146" y="181"/>
                  <a:pt x="134" y="186"/>
                </a:cubicBezTo>
                <a:cubicBezTo>
                  <a:pt x="122" y="191"/>
                  <a:pt x="110" y="193"/>
                  <a:pt x="97" y="193"/>
                </a:cubicBezTo>
                <a:cubicBezTo>
                  <a:pt x="84" y="193"/>
                  <a:pt x="71" y="191"/>
                  <a:pt x="60" y="186"/>
                </a:cubicBezTo>
                <a:cubicBezTo>
                  <a:pt x="48" y="181"/>
                  <a:pt x="37" y="174"/>
                  <a:pt x="28" y="165"/>
                </a:cubicBezTo>
                <a:cubicBezTo>
                  <a:pt x="20" y="156"/>
                  <a:pt x="13" y="146"/>
                  <a:pt x="8" y="134"/>
                </a:cubicBezTo>
                <a:cubicBezTo>
                  <a:pt x="3" y="122"/>
                  <a:pt x="0" y="109"/>
                  <a:pt x="0" y="96"/>
                </a:cubicBezTo>
                <a:cubicBezTo>
                  <a:pt x="0" y="84"/>
                  <a:pt x="3" y="71"/>
                  <a:pt x="8" y="60"/>
                </a:cubicBezTo>
                <a:cubicBezTo>
                  <a:pt x="13" y="48"/>
                  <a:pt x="20" y="38"/>
                  <a:pt x="28" y="29"/>
                </a:cubicBezTo>
                <a:cubicBezTo>
                  <a:pt x="37" y="20"/>
                  <a:pt x="48" y="13"/>
                  <a:pt x="60" y="8"/>
                </a:cubicBezTo>
                <a:cubicBezTo>
                  <a:pt x="71" y="3"/>
                  <a:pt x="84" y="0"/>
                  <a:pt x="97" y="0"/>
                </a:cubicBezTo>
                <a:cubicBezTo>
                  <a:pt x="110" y="0"/>
                  <a:pt x="122" y="3"/>
                  <a:pt x="134" y="8"/>
                </a:cubicBezTo>
                <a:cubicBezTo>
                  <a:pt x="146" y="13"/>
                  <a:pt x="156" y="20"/>
                  <a:pt x="165" y="29"/>
                </a:cubicBezTo>
                <a:cubicBezTo>
                  <a:pt x="174" y="38"/>
                  <a:pt x="181" y="48"/>
                  <a:pt x="186" y="60"/>
                </a:cubicBezTo>
                <a:cubicBezTo>
                  <a:pt x="191" y="71"/>
                  <a:pt x="193" y="84"/>
                  <a:pt x="193" y="9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4" name=""/>
          <p:cNvSpPr/>
          <p:nvPr/>
        </p:nvSpPr>
        <p:spPr>
          <a:xfrm>
            <a:off x="1377360" y="6282000"/>
            <a:ext cx="169200" cy="38520"/>
          </a:xfrm>
          <a:custGeom>
            <a:avLst/>
            <a:gdLst/>
            <a:ahLst/>
            <a:rect l="0" t="0" r="r" b="b"/>
            <a:pathLst>
              <a:path w="470" h="107">
                <a:moveTo>
                  <a:pt x="470" y="53"/>
                </a:moveTo>
                <a:cubicBezTo>
                  <a:pt x="470" y="82"/>
                  <a:pt x="446" y="107"/>
                  <a:pt x="417" y="107"/>
                </a:cubicBezTo>
                <a:lnTo>
                  <a:pt x="54" y="107"/>
                </a:lnTo>
                <a:cubicBezTo>
                  <a:pt x="24" y="107"/>
                  <a:pt x="0" y="82"/>
                  <a:pt x="0" y="53"/>
                </a:cubicBezTo>
                <a:cubicBezTo>
                  <a:pt x="0" y="23"/>
                  <a:pt x="24" y="0"/>
                  <a:pt x="54" y="0"/>
                </a:cubicBezTo>
                <a:lnTo>
                  <a:pt x="417" y="0"/>
                </a:lnTo>
                <a:cubicBezTo>
                  <a:pt x="446" y="0"/>
                  <a:pt x="470" y="23"/>
                  <a:pt x="470" y="53"/>
                </a:cubicBezTo>
                <a:close/>
              </a:path>
            </a:pathLst>
          </a:custGeom>
          <a:solidFill>
            <a:srgbClr val="f5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5" name=""/>
          <p:cNvSpPr/>
          <p:nvPr/>
        </p:nvSpPr>
        <p:spPr>
          <a:xfrm>
            <a:off x="1377360" y="6282000"/>
            <a:ext cx="169200" cy="38520"/>
          </a:xfrm>
          <a:custGeom>
            <a:avLst/>
            <a:gdLst/>
            <a:ahLst/>
            <a:rect l="0" t="0" r="r" b="b"/>
            <a:pathLst>
              <a:path w="470" h="107">
                <a:moveTo>
                  <a:pt x="215" y="0"/>
                </a:moveTo>
                <a:lnTo>
                  <a:pt x="257" y="0"/>
                </a:lnTo>
                <a:lnTo>
                  <a:pt x="257" y="107"/>
                </a:lnTo>
                <a:lnTo>
                  <a:pt x="215" y="107"/>
                </a:lnTo>
                <a:lnTo>
                  <a:pt x="215" y="0"/>
                </a:lnTo>
                <a:moveTo>
                  <a:pt x="107" y="0"/>
                </a:moveTo>
                <a:lnTo>
                  <a:pt x="150" y="0"/>
                </a:lnTo>
                <a:lnTo>
                  <a:pt x="150" y="107"/>
                </a:lnTo>
                <a:lnTo>
                  <a:pt x="107" y="107"/>
                </a:lnTo>
                <a:lnTo>
                  <a:pt x="107" y="0"/>
                </a:lnTo>
                <a:moveTo>
                  <a:pt x="321" y="0"/>
                </a:moveTo>
                <a:lnTo>
                  <a:pt x="364" y="0"/>
                </a:lnTo>
                <a:lnTo>
                  <a:pt x="364" y="107"/>
                </a:lnTo>
                <a:lnTo>
                  <a:pt x="321" y="107"/>
                </a:lnTo>
                <a:lnTo>
                  <a:pt x="321" y="0"/>
                </a:lnTo>
                <a:moveTo>
                  <a:pt x="0" y="53"/>
                </a:moveTo>
                <a:cubicBezTo>
                  <a:pt x="0" y="79"/>
                  <a:pt x="19" y="101"/>
                  <a:pt x="43" y="106"/>
                </a:cubicBezTo>
                <a:lnTo>
                  <a:pt x="43" y="1"/>
                </a:lnTo>
                <a:cubicBezTo>
                  <a:pt x="19" y="6"/>
                  <a:pt x="0" y="27"/>
                  <a:pt x="0" y="53"/>
                </a:cubicBezTo>
                <a:moveTo>
                  <a:pt x="428" y="1"/>
                </a:moveTo>
                <a:lnTo>
                  <a:pt x="428" y="106"/>
                </a:lnTo>
                <a:cubicBezTo>
                  <a:pt x="452" y="101"/>
                  <a:pt x="470" y="79"/>
                  <a:pt x="470" y="53"/>
                </a:cubicBezTo>
                <a:cubicBezTo>
                  <a:pt x="470" y="27"/>
                  <a:pt x="452" y="6"/>
                  <a:pt x="428" y="1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6" name=""/>
          <p:cNvSpPr/>
          <p:nvPr/>
        </p:nvSpPr>
        <p:spPr>
          <a:xfrm>
            <a:off x="1391040" y="6195600"/>
            <a:ext cx="42120" cy="42120"/>
          </a:xfrm>
          <a:custGeom>
            <a:avLst/>
            <a:gdLst/>
            <a:ahLst/>
            <a:rect l="0" t="0" r="r" b="b"/>
            <a:pathLst>
              <a:path w="117" h="117">
                <a:moveTo>
                  <a:pt x="117" y="58"/>
                </a:moveTo>
                <a:cubicBezTo>
                  <a:pt x="117" y="66"/>
                  <a:pt x="116" y="73"/>
                  <a:pt x="113" y="81"/>
                </a:cubicBezTo>
                <a:cubicBezTo>
                  <a:pt x="110" y="88"/>
                  <a:pt x="106" y="94"/>
                  <a:pt x="99" y="100"/>
                </a:cubicBezTo>
                <a:cubicBezTo>
                  <a:pt x="94" y="106"/>
                  <a:pt x="88" y="110"/>
                  <a:pt x="81" y="113"/>
                </a:cubicBezTo>
                <a:cubicBezTo>
                  <a:pt x="73" y="116"/>
                  <a:pt x="66" y="117"/>
                  <a:pt x="58" y="117"/>
                </a:cubicBezTo>
                <a:cubicBezTo>
                  <a:pt x="51" y="117"/>
                  <a:pt x="43" y="116"/>
                  <a:pt x="36" y="113"/>
                </a:cubicBezTo>
                <a:cubicBezTo>
                  <a:pt x="29" y="110"/>
                  <a:pt x="23" y="106"/>
                  <a:pt x="17" y="100"/>
                </a:cubicBezTo>
                <a:cubicBezTo>
                  <a:pt x="12" y="94"/>
                  <a:pt x="8" y="88"/>
                  <a:pt x="5" y="81"/>
                </a:cubicBezTo>
                <a:cubicBezTo>
                  <a:pt x="2" y="73"/>
                  <a:pt x="0" y="66"/>
                  <a:pt x="0" y="58"/>
                </a:cubicBezTo>
                <a:cubicBezTo>
                  <a:pt x="0" y="51"/>
                  <a:pt x="2" y="43"/>
                  <a:pt x="5" y="36"/>
                </a:cubicBezTo>
                <a:cubicBezTo>
                  <a:pt x="8" y="29"/>
                  <a:pt x="12" y="23"/>
                  <a:pt x="17" y="17"/>
                </a:cubicBezTo>
                <a:cubicBezTo>
                  <a:pt x="23" y="12"/>
                  <a:pt x="29" y="8"/>
                  <a:pt x="36" y="5"/>
                </a:cubicBezTo>
                <a:cubicBezTo>
                  <a:pt x="43" y="2"/>
                  <a:pt x="51" y="0"/>
                  <a:pt x="58" y="0"/>
                </a:cubicBezTo>
                <a:cubicBezTo>
                  <a:pt x="66" y="0"/>
                  <a:pt x="73" y="2"/>
                  <a:pt x="81" y="5"/>
                </a:cubicBezTo>
                <a:cubicBezTo>
                  <a:pt x="88" y="8"/>
                  <a:pt x="94" y="12"/>
                  <a:pt x="99" y="17"/>
                </a:cubicBezTo>
                <a:cubicBezTo>
                  <a:pt x="106" y="23"/>
                  <a:pt x="110" y="29"/>
                  <a:pt x="113" y="36"/>
                </a:cubicBezTo>
                <a:cubicBezTo>
                  <a:pt x="116" y="43"/>
                  <a:pt x="117" y="51"/>
                  <a:pt x="117" y="58"/>
                </a:cubicBez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07" name=""/>
          <p:cNvSpPr txBox="1"/>
          <p:nvPr/>
        </p:nvSpPr>
        <p:spPr>
          <a:xfrm>
            <a:off x="1617480" y="5617440"/>
            <a:ext cx="52250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 </a:t>
            </a:r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DDoS mitigation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— unlimited, unmetered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8" name=""/>
          <p:cNvSpPr/>
          <p:nvPr/>
        </p:nvSpPr>
        <p:spPr>
          <a:xfrm>
            <a:off x="1076040" y="67150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5"/>
                  <a:pt x="236" y="151"/>
                  <a:pt x="230" y="165"/>
                </a:cubicBezTo>
                <a:cubicBezTo>
                  <a:pt x="223" y="180"/>
                  <a:pt x="215" y="193"/>
                  <a:pt x="204" y="204"/>
                </a:cubicBezTo>
                <a:cubicBezTo>
                  <a:pt x="192" y="215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5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5"/>
                </a:cubicBezTo>
                <a:cubicBezTo>
                  <a:pt x="46" y="23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3"/>
                  <a:pt x="204" y="35"/>
                </a:cubicBezTo>
                <a:cubicBezTo>
                  <a:pt x="215" y="47"/>
                  <a:pt x="223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09" name=""/>
          <p:cNvSpPr/>
          <p:nvPr/>
        </p:nvSpPr>
        <p:spPr>
          <a:xfrm>
            <a:off x="1331640" y="6591600"/>
            <a:ext cx="261000" cy="276120"/>
          </a:xfrm>
          <a:custGeom>
            <a:avLst/>
            <a:gdLst/>
            <a:ahLst/>
            <a:rect l="0" t="0" r="r" b="b"/>
            <a:pathLst>
              <a:path w="725" h="767">
                <a:moveTo>
                  <a:pt x="725" y="404"/>
                </a:moveTo>
                <a:cubicBezTo>
                  <a:pt x="725" y="360"/>
                  <a:pt x="717" y="318"/>
                  <a:pt x="703" y="279"/>
                </a:cubicBezTo>
                <a:cubicBezTo>
                  <a:pt x="693" y="393"/>
                  <a:pt x="632" y="452"/>
                  <a:pt x="568" y="425"/>
                </a:cubicBezTo>
                <a:cubicBezTo>
                  <a:pt x="508" y="399"/>
                  <a:pt x="548" y="299"/>
                  <a:pt x="551" y="251"/>
                </a:cubicBezTo>
                <a:cubicBezTo>
                  <a:pt x="556" y="170"/>
                  <a:pt x="551" y="77"/>
                  <a:pt x="404" y="0"/>
                </a:cubicBezTo>
                <a:cubicBezTo>
                  <a:pt x="465" y="117"/>
                  <a:pt x="411" y="190"/>
                  <a:pt x="354" y="194"/>
                </a:cubicBezTo>
                <a:cubicBezTo>
                  <a:pt x="291" y="199"/>
                  <a:pt x="232" y="140"/>
                  <a:pt x="254" y="44"/>
                </a:cubicBezTo>
                <a:cubicBezTo>
                  <a:pt x="185" y="95"/>
                  <a:pt x="182" y="180"/>
                  <a:pt x="204" y="236"/>
                </a:cubicBezTo>
                <a:cubicBezTo>
                  <a:pt x="226" y="293"/>
                  <a:pt x="203" y="341"/>
                  <a:pt x="149" y="347"/>
                </a:cubicBezTo>
                <a:cubicBezTo>
                  <a:pt x="88" y="353"/>
                  <a:pt x="55" y="282"/>
                  <a:pt x="86" y="169"/>
                </a:cubicBezTo>
                <a:cubicBezTo>
                  <a:pt x="32" y="232"/>
                  <a:pt x="0" y="314"/>
                  <a:pt x="0" y="404"/>
                </a:cubicBezTo>
                <a:cubicBezTo>
                  <a:pt x="0" y="605"/>
                  <a:pt x="162" y="767"/>
                  <a:pt x="363" y="767"/>
                </a:cubicBezTo>
                <a:cubicBezTo>
                  <a:pt x="563" y="767"/>
                  <a:pt x="725" y="605"/>
                  <a:pt x="725" y="404"/>
                </a:cubicBezTo>
                <a:close/>
              </a:path>
            </a:pathLst>
          </a:custGeom>
          <a:solidFill>
            <a:srgbClr val="f490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0" name=""/>
          <p:cNvSpPr/>
          <p:nvPr/>
        </p:nvSpPr>
        <p:spPr>
          <a:xfrm>
            <a:off x="1369800" y="6717240"/>
            <a:ext cx="184680" cy="150480"/>
          </a:xfrm>
          <a:custGeom>
            <a:avLst/>
            <a:gdLst/>
            <a:ahLst/>
            <a:rect l="0" t="0" r="r" b="b"/>
            <a:pathLst>
              <a:path w="513" h="418">
                <a:moveTo>
                  <a:pt x="478" y="161"/>
                </a:moveTo>
                <a:cubicBezTo>
                  <a:pt x="482" y="227"/>
                  <a:pt x="424" y="253"/>
                  <a:pt x="393" y="240"/>
                </a:cubicBezTo>
                <a:cubicBezTo>
                  <a:pt x="348" y="222"/>
                  <a:pt x="360" y="191"/>
                  <a:pt x="348" y="127"/>
                </a:cubicBezTo>
                <a:cubicBezTo>
                  <a:pt x="337" y="64"/>
                  <a:pt x="292" y="19"/>
                  <a:pt x="227" y="0"/>
                </a:cubicBezTo>
                <a:cubicBezTo>
                  <a:pt x="275" y="135"/>
                  <a:pt x="200" y="184"/>
                  <a:pt x="161" y="193"/>
                </a:cubicBezTo>
                <a:cubicBezTo>
                  <a:pt x="121" y="202"/>
                  <a:pt x="81" y="193"/>
                  <a:pt x="76" y="108"/>
                </a:cubicBezTo>
                <a:cubicBezTo>
                  <a:pt x="30" y="154"/>
                  <a:pt x="0" y="218"/>
                  <a:pt x="0" y="289"/>
                </a:cubicBezTo>
                <a:cubicBezTo>
                  <a:pt x="0" y="297"/>
                  <a:pt x="1" y="305"/>
                  <a:pt x="1" y="312"/>
                </a:cubicBezTo>
                <a:cubicBezTo>
                  <a:pt x="68" y="378"/>
                  <a:pt x="158" y="418"/>
                  <a:pt x="257" y="418"/>
                </a:cubicBezTo>
                <a:cubicBezTo>
                  <a:pt x="356" y="418"/>
                  <a:pt x="446" y="378"/>
                  <a:pt x="511" y="312"/>
                </a:cubicBezTo>
                <a:cubicBezTo>
                  <a:pt x="512" y="305"/>
                  <a:pt x="513" y="297"/>
                  <a:pt x="513" y="289"/>
                </a:cubicBezTo>
                <a:cubicBezTo>
                  <a:pt x="513" y="242"/>
                  <a:pt x="500" y="199"/>
                  <a:pt x="478" y="161"/>
                </a:cubicBez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1" name=""/>
          <p:cNvSpPr txBox="1"/>
          <p:nvPr/>
        </p:nvSpPr>
        <p:spPr>
          <a:xfrm>
            <a:off x="1617480" y="6103080"/>
            <a:ext cx="47055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 </a:t>
            </a:r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Bot Fight Mode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— basic bot blocking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2" name=""/>
          <p:cNvSpPr txBox="1"/>
          <p:nvPr/>
        </p:nvSpPr>
        <p:spPr>
          <a:xfrm>
            <a:off x="1617480" y="6589080"/>
            <a:ext cx="29271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 </a:t>
            </a:r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WAF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— 5 custom rules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4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6" name=""/>
          <p:cNvSpPr/>
          <p:nvPr/>
        </p:nvSpPr>
        <p:spPr>
          <a:xfrm>
            <a:off x="752400" y="1457280"/>
            <a:ext cx="962280" cy="952560"/>
          </a:xfrm>
          <a:custGeom>
            <a:avLst/>
            <a:gdLst/>
            <a:ahLst/>
            <a:rect l="0" t="0" r="r" b="b"/>
            <a:pathLst>
              <a:path w="2673" h="2646">
                <a:moveTo>
                  <a:pt x="0" y="0"/>
                </a:moveTo>
                <a:lnTo>
                  <a:pt x="2673" y="0"/>
                </a:lnTo>
                <a:lnTo>
                  <a:pt x="2673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7" name=""/>
          <p:cNvSpPr/>
          <p:nvPr/>
        </p:nvSpPr>
        <p:spPr>
          <a:xfrm>
            <a:off x="1714320" y="1457280"/>
            <a:ext cx="3267360" cy="952560"/>
          </a:xfrm>
          <a:custGeom>
            <a:avLst/>
            <a:gdLst/>
            <a:ahLst/>
            <a:rect l="0" t="0" r="r" b="b"/>
            <a:pathLst>
              <a:path w="9076" h="2646">
                <a:moveTo>
                  <a:pt x="0" y="0"/>
                </a:moveTo>
                <a:lnTo>
                  <a:pt x="9076" y="0"/>
                </a:lnTo>
                <a:lnTo>
                  <a:pt x="9076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8" name=""/>
          <p:cNvSpPr/>
          <p:nvPr/>
        </p:nvSpPr>
        <p:spPr>
          <a:xfrm>
            <a:off x="4981320" y="1457280"/>
            <a:ext cx="2524680" cy="952560"/>
          </a:xfrm>
          <a:custGeom>
            <a:avLst/>
            <a:gdLst/>
            <a:ahLst/>
            <a:rect l="0" t="0" r="r" b="b"/>
            <a:pathLst>
              <a:path w="7013" h="2646">
                <a:moveTo>
                  <a:pt x="0" y="0"/>
                </a:moveTo>
                <a:lnTo>
                  <a:pt x="7013" y="0"/>
                </a:lnTo>
                <a:lnTo>
                  <a:pt x="7013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9" name=""/>
          <p:cNvSpPr/>
          <p:nvPr/>
        </p:nvSpPr>
        <p:spPr>
          <a:xfrm>
            <a:off x="7505640" y="1457280"/>
            <a:ext cx="2343240" cy="952560"/>
          </a:xfrm>
          <a:custGeom>
            <a:avLst/>
            <a:gdLst/>
            <a:ahLst/>
            <a:rect l="0" t="0" r="r" b="b"/>
            <a:pathLst>
              <a:path w="6509" h="2646">
                <a:moveTo>
                  <a:pt x="0" y="0"/>
                </a:moveTo>
                <a:lnTo>
                  <a:pt x="6509" y="0"/>
                </a:lnTo>
                <a:lnTo>
                  <a:pt x="6509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0" name=""/>
          <p:cNvSpPr/>
          <p:nvPr/>
        </p:nvSpPr>
        <p:spPr>
          <a:xfrm>
            <a:off x="9848520" y="1457280"/>
            <a:ext cx="1591200" cy="952560"/>
          </a:xfrm>
          <a:custGeom>
            <a:avLst/>
            <a:gdLst/>
            <a:ahLst/>
            <a:rect l="0" t="0" r="r" b="b"/>
            <a:pathLst>
              <a:path w="4420" h="2646">
                <a:moveTo>
                  <a:pt x="0" y="0"/>
                </a:moveTo>
                <a:lnTo>
                  <a:pt x="4420" y="0"/>
                </a:lnTo>
                <a:lnTo>
                  <a:pt x="4420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1" name=""/>
          <p:cNvSpPr/>
          <p:nvPr/>
        </p:nvSpPr>
        <p:spPr>
          <a:xfrm>
            <a:off x="752400" y="2409480"/>
            <a:ext cx="962280" cy="952920"/>
          </a:xfrm>
          <a:custGeom>
            <a:avLst/>
            <a:gdLst/>
            <a:ahLst/>
            <a:rect l="0" t="0" r="r" b="b"/>
            <a:pathLst>
              <a:path w="2673" h="2647">
                <a:moveTo>
                  <a:pt x="0" y="0"/>
                </a:moveTo>
                <a:lnTo>
                  <a:pt x="2673" y="0"/>
                </a:lnTo>
                <a:lnTo>
                  <a:pt x="2673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2" name=""/>
          <p:cNvSpPr/>
          <p:nvPr/>
        </p:nvSpPr>
        <p:spPr>
          <a:xfrm>
            <a:off x="1714320" y="2409480"/>
            <a:ext cx="3267360" cy="952920"/>
          </a:xfrm>
          <a:custGeom>
            <a:avLst/>
            <a:gdLst/>
            <a:ahLst/>
            <a:rect l="0" t="0" r="r" b="b"/>
            <a:pathLst>
              <a:path w="9076" h="2647">
                <a:moveTo>
                  <a:pt x="0" y="0"/>
                </a:moveTo>
                <a:lnTo>
                  <a:pt x="9076" y="0"/>
                </a:lnTo>
                <a:lnTo>
                  <a:pt x="9076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3" name=""/>
          <p:cNvSpPr/>
          <p:nvPr/>
        </p:nvSpPr>
        <p:spPr>
          <a:xfrm>
            <a:off x="4981320" y="2409480"/>
            <a:ext cx="2524680" cy="952920"/>
          </a:xfrm>
          <a:custGeom>
            <a:avLst/>
            <a:gdLst/>
            <a:ahLst/>
            <a:rect l="0" t="0" r="r" b="b"/>
            <a:pathLst>
              <a:path w="7013" h="2647">
                <a:moveTo>
                  <a:pt x="0" y="0"/>
                </a:moveTo>
                <a:lnTo>
                  <a:pt x="7013" y="0"/>
                </a:lnTo>
                <a:lnTo>
                  <a:pt x="7013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4" name=""/>
          <p:cNvSpPr/>
          <p:nvPr/>
        </p:nvSpPr>
        <p:spPr>
          <a:xfrm>
            <a:off x="7505640" y="2409480"/>
            <a:ext cx="2343240" cy="952920"/>
          </a:xfrm>
          <a:custGeom>
            <a:avLst/>
            <a:gdLst/>
            <a:ahLst/>
            <a:rect l="0" t="0" r="r" b="b"/>
            <a:pathLst>
              <a:path w="6509" h="2647">
                <a:moveTo>
                  <a:pt x="0" y="0"/>
                </a:moveTo>
                <a:lnTo>
                  <a:pt x="6509" y="0"/>
                </a:lnTo>
                <a:lnTo>
                  <a:pt x="6509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5" name=""/>
          <p:cNvSpPr/>
          <p:nvPr/>
        </p:nvSpPr>
        <p:spPr>
          <a:xfrm>
            <a:off x="9848520" y="2409480"/>
            <a:ext cx="1591200" cy="952920"/>
          </a:xfrm>
          <a:custGeom>
            <a:avLst/>
            <a:gdLst/>
            <a:ahLst/>
            <a:rect l="0" t="0" r="r" b="b"/>
            <a:pathLst>
              <a:path w="4420" h="2647">
                <a:moveTo>
                  <a:pt x="0" y="0"/>
                </a:moveTo>
                <a:lnTo>
                  <a:pt x="4420" y="0"/>
                </a:lnTo>
                <a:lnTo>
                  <a:pt x="4420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6" name=""/>
          <p:cNvSpPr/>
          <p:nvPr/>
        </p:nvSpPr>
        <p:spPr>
          <a:xfrm>
            <a:off x="752400" y="3362040"/>
            <a:ext cx="962280" cy="952920"/>
          </a:xfrm>
          <a:custGeom>
            <a:avLst/>
            <a:gdLst/>
            <a:ahLst/>
            <a:rect l="0" t="0" r="r" b="b"/>
            <a:pathLst>
              <a:path w="2673" h="2647">
                <a:moveTo>
                  <a:pt x="0" y="0"/>
                </a:moveTo>
                <a:lnTo>
                  <a:pt x="2673" y="0"/>
                </a:lnTo>
                <a:lnTo>
                  <a:pt x="2673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7" name=""/>
          <p:cNvSpPr/>
          <p:nvPr/>
        </p:nvSpPr>
        <p:spPr>
          <a:xfrm>
            <a:off x="1714320" y="3362040"/>
            <a:ext cx="3267360" cy="952920"/>
          </a:xfrm>
          <a:custGeom>
            <a:avLst/>
            <a:gdLst/>
            <a:ahLst/>
            <a:rect l="0" t="0" r="r" b="b"/>
            <a:pathLst>
              <a:path w="9076" h="2647">
                <a:moveTo>
                  <a:pt x="0" y="0"/>
                </a:moveTo>
                <a:lnTo>
                  <a:pt x="9076" y="0"/>
                </a:lnTo>
                <a:lnTo>
                  <a:pt x="9076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8" name=""/>
          <p:cNvSpPr/>
          <p:nvPr/>
        </p:nvSpPr>
        <p:spPr>
          <a:xfrm>
            <a:off x="4981320" y="3362040"/>
            <a:ext cx="2524680" cy="952920"/>
          </a:xfrm>
          <a:custGeom>
            <a:avLst/>
            <a:gdLst/>
            <a:ahLst/>
            <a:rect l="0" t="0" r="r" b="b"/>
            <a:pathLst>
              <a:path w="7013" h="2647">
                <a:moveTo>
                  <a:pt x="0" y="0"/>
                </a:moveTo>
                <a:lnTo>
                  <a:pt x="7013" y="0"/>
                </a:lnTo>
                <a:lnTo>
                  <a:pt x="7013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9" name=""/>
          <p:cNvSpPr/>
          <p:nvPr/>
        </p:nvSpPr>
        <p:spPr>
          <a:xfrm>
            <a:off x="7505640" y="3362040"/>
            <a:ext cx="2343240" cy="952920"/>
          </a:xfrm>
          <a:custGeom>
            <a:avLst/>
            <a:gdLst/>
            <a:ahLst/>
            <a:rect l="0" t="0" r="r" b="b"/>
            <a:pathLst>
              <a:path w="6509" h="2647">
                <a:moveTo>
                  <a:pt x="0" y="0"/>
                </a:moveTo>
                <a:lnTo>
                  <a:pt x="6509" y="0"/>
                </a:lnTo>
                <a:lnTo>
                  <a:pt x="6509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0" name=""/>
          <p:cNvSpPr/>
          <p:nvPr/>
        </p:nvSpPr>
        <p:spPr>
          <a:xfrm>
            <a:off x="9848520" y="3362040"/>
            <a:ext cx="1591200" cy="952920"/>
          </a:xfrm>
          <a:custGeom>
            <a:avLst/>
            <a:gdLst/>
            <a:ahLst/>
            <a:rect l="0" t="0" r="r" b="b"/>
            <a:pathLst>
              <a:path w="4420" h="2647">
                <a:moveTo>
                  <a:pt x="0" y="0"/>
                </a:moveTo>
                <a:lnTo>
                  <a:pt x="4420" y="0"/>
                </a:lnTo>
                <a:lnTo>
                  <a:pt x="4420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1" name=""/>
          <p:cNvSpPr/>
          <p:nvPr/>
        </p:nvSpPr>
        <p:spPr>
          <a:xfrm>
            <a:off x="752400" y="4314600"/>
            <a:ext cx="962280" cy="952920"/>
          </a:xfrm>
          <a:custGeom>
            <a:avLst/>
            <a:gdLst/>
            <a:ahLst/>
            <a:rect l="0" t="0" r="r" b="b"/>
            <a:pathLst>
              <a:path w="2673" h="2647">
                <a:moveTo>
                  <a:pt x="0" y="0"/>
                </a:moveTo>
                <a:lnTo>
                  <a:pt x="2673" y="0"/>
                </a:lnTo>
                <a:lnTo>
                  <a:pt x="2673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2" name=""/>
          <p:cNvSpPr/>
          <p:nvPr/>
        </p:nvSpPr>
        <p:spPr>
          <a:xfrm>
            <a:off x="1714320" y="4314600"/>
            <a:ext cx="3267360" cy="952920"/>
          </a:xfrm>
          <a:custGeom>
            <a:avLst/>
            <a:gdLst/>
            <a:ahLst/>
            <a:rect l="0" t="0" r="r" b="b"/>
            <a:pathLst>
              <a:path w="9076" h="2647">
                <a:moveTo>
                  <a:pt x="0" y="0"/>
                </a:moveTo>
                <a:lnTo>
                  <a:pt x="9076" y="0"/>
                </a:lnTo>
                <a:lnTo>
                  <a:pt x="9076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3" name=""/>
          <p:cNvSpPr/>
          <p:nvPr/>
        </p:nvSpPr>
        <p:spPr>
          <a:xfrm>
            <a:off x="4981320" y="4314600"/>
            <a:ext cx="2524680" cy="952920"/>
          </a:xfrm>
          <a:custGeom>
            <a:avLst/>
            <a:gdLst/>
            <a:ahLst/>
            <a:rect l="0" t="0" r="r" b="b"/>
            <a:pathLst>
              <a:path w="7013" h="2647">
                <a:moveTo>
                  <a:pt x="0" y="0"/>
                </a:moveTo>
                <a:lnTo>
                  <a:pt x="7013" y="0"/>
                </a:lnTo>
                <a:lnTo>
                  <a:pt x="7013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4" name=""/>
          <p:cNvSpPr/>
          <p:nvPr/>
        </p:nvSpPr>
        <p:spPr>
          <a:xfrm>
            <a:off x="7505640" y="4314600"/>
            <a:ext cx="2343240" cy="952920"/>
          </a:xfrm>
          <a:custGeom>
            <a:avLst/>
            <a:gdLst/>
            <a:ahLst/>
            <a:rect l="0" t="0" r="r" b="b"/>
            <a:pathLst>
              <a:path w="6509" h="2647">
                <a:moveTo>
                  <a:pt x="0" y="0"/>
                </a:moveTo>
                <a:lnTo>
                  <a:pt x="6509" y="0"/>
                </a:lnTo>
                <a:lnTo>
                  <a:pt x="6509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5" name=""/>
          <p:cNvSpPr/>
          <p:nvPr/>
        </p:nvSpPr>
        <p:spPr>
          <a:xfrm>
            <a:off x="9848520" y="4314600"/>
            <a:ext cx="1591200" cy="952920"/>
          </a:xfrm>
          <a:custGeom>
            <a:avLst/>
            <a:gdLst/>
            <a:ahLst/>
            <a:rect l="0" t="0" r="r" b="b"/>
            <a:pathLst>
              <a:path w="4420" h="2647">
                <a:moveTo>
                  <a:pt x="0" y="0"/>
                </a:moveTo>
                <a:lnTo>
                  <a:pt x="4420" y="0"/>
                </a:lnTo>
                <a:lnTo>
                  <a:pt x="4420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6" name=""/>
          <p:cNvSpPr/>
          <p:nvPr/>
        </p:nvSpPr>
        <p:spPr>
          <a:xfrm>
            <a:off x="752400" y="5267160"/>
            <a:ext cx="962280" cy="952920"/>
          </a:xfrm>
          <a:custGeom>
            <a:avLst/>
            <a:gdLst/>
            <a:ahLst/>
            <a:rect l="0" t="0" r="r" b="b"/>
            <a:pathLst>
              <a:path w="2673" h="2647">
                <a:moveTo>
                  <a:pt x="0" y="0"/>
                </a:moveTo>
                <a:lnTo>
                  <a:pt x="2673" y="0"/>
                </a:lnTo>
                <a:lnTo>
                  <a:pt x="2673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7" name=""/>
          <p:cNvSpPr/>
          <p:nvPr/>
        </p:nvSpPr>
        <p:spPr>
          <a:xfrm>
            <a:off x="1714320" y="5267160"/>
            <a:ext cx="3267360" cy="952920"/>
          </a:xfrm>
          <a:custGeom>
            <a:avLst/>
            <a:gdLst/>
            <a:ahLst/>
            <a:rect l="0" t="0" r="r" b="b"/>
            <a:pathLst>
              <a:path w="9076" h="2647">
                <a:moveTo>
                  <a:pt x="0" y="0"/>
                </a:moveTo>
                <a:lnTo>
                  <a:pt x="9076" y="0"/>
                </a:lnTo>
                <a:lnTo>
                  <a:pt x="9076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8" name=""/>
          <p:cNvSpPr/>
          <p:nvPr/>
        </p:nvSpPr>
        <p:spPr>
          <a:xfrm>
            <a:off x="4981320" y="5267160"/>
            <a:ext cx="2524680" cy="952920"/>
          </a:xfrm>
          <a:custGeom>
            <a:avLst/>
            <a:gdLst/>
            <a:ahLst/>
            <a:rect l="0" t="0" r="r" b="b"/>
            <a:pathLst>
              <a:path w="7013" h="2647">
                <a:moveTo>
                  <a:pt x="0" y="0"/>
                </a:moveTo>
                <a:lnTo>
                  <a:pt x="7013" y="0"/>
                </a:lnTo>
                <a:lnTo>
                  <a:pt x="7013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9" name=""/>
          <p:cNvSpPr/>
          <p:nvPr/>
        </p:nvSpPr>
        <p:spPr>
          <a:xfrm>
            <a:off x="7505640" y="5267160"/>
            <a:ext cx="2343240" cy="952920"/>
          </a:xfrm>
          <a:custGeom>
            <a:avLst/>
            <a:gdLst/>
            <a:ahLst/>
            <a:rect l="0" t="0" r="r" b="b"/>
            <a:pathLst>
              <a:path w="6509" h="2647">
                <a:moveTo>
                  <a:pt x="0" y="0"/>
                </a:moveTo>
                <a:lnTo>
                  <a:pt x="6509" y="0"/>
                </a:lnTo>
                <a:lnTo>
                  <a:pt x="6509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0" name=""/>
          <p:cNvSpPr/>
          <p:nvPr/>
        </p:nvSpPr>
        <p:spPr>
          <a:xfrm>
            <a:off x="9848520" y="5267160"/>
            <a:ext cx="1591200" cy="952920"/>
          </a:xfrm>
          <a:custGeom>
            <a:avLst/>
            <a:gdLst/>
            <a:ahLst/>
            <a:rect l="0" t="0" r="r" b="b"/>
            <a:pathLst>
              <a:path w="4420" h="2647">
                <a:moveTo>
                  <a:pt x="0" y="0"/>
                </a:moveTo>
                <a:lnTo>
                  <a:pt x="4420" y="0"/>
                </a:lnTo>
                <a:lnTo>
                  <a:pt x="4420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1" name=""/>
          <p:cNvSpPr/>
          <p:nvPr/>
        </p:nvSpPr>
        <p:spPr>
          <a:xfrm>
            <a:off x="752400" y="6219720"/>
            <a:ext cx="962280" cy="543240"/>
          </a:xfrm>
          <a:custGeom>
            <a:avLst/>
            <a:gdLst/>
            <a:ahLst/>
            <a:rect l="0" t="0" r="r" b="b"/>
            <a:pathLst>
              <a:path w="2673" h="1509">
                <a:moveTo>
                  <a:pt x="0" y="0"/>
                </a:moveTo>
                <a:lnTo>
                  <a:pt x="2673" y="0"/>
                </a:lnTo>
                <a:lnTo>
                  <a:pt x="2673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2" name=""/>
          <p:cNvSpPr/>
          <p:nvPr/>
        </p:nvSpPr>
        <p:spPr>
          <a:xfrm>
            <a:off x="1714320" y="6219720"/>
            <a:ext cx="3267360" cy="543240"/>
          </a:xfrm>
          <a:custGeom>
            <a:avLst/>
            <a:gdLst/>
            <a:ahLst/>
            <a:rect l="0" t="0" r="r" b="b"/>
            <a:pathLst>
              <a:path w="9076" h="1509">
                <a:moveTo>
                  <a:pt x="0" y="0"/>
                </a:moveTo>
                <a:lnTo>
                  <a:pt x="9076" y="0"/>
                </a:lnTo>
                <a:lnTo>
                  <a:pt x="9076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3" name=""/>
          <p:cNvSpPr/>
          <p:nvPr/>
        </p:nvSpPr>
        <p:spPr>
          <a:xfrm>
            <a:off x="4981320" y="6219720"/>
            <a:ext cx="2524680" cy="543240"/>
          </a:xfrm>
          <a:custGeom>
            <a:avLst/>
            <a:gdLst/>
            <a:ahLst/>
            <a:rect l="0" t="0" r="r" b="b"/>
            <a:pathLst>
              <a:path w="7013" h="1509">
                <a:moveTo>
                  <a:pt x="0" y="0"/>
                </a:moveTo>
                <a:lnTo>
                  <a:pt x="7013" y="0"/>
                </a:lnTo>
                <a:lnTo>
                  <a:pt x="7013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4" name=""/>
          <p:cNvSpPr/>
          <p:nvPr/>
        </p:nvSpPr>
        <p:spPr>
          <a:xfrm>
            <a:off x="7505640" y="6219720"/>
            <a:ext cx="2343240" cy="543240"/>
          </a:xfrm>
          <a:custGeom>
            <a:avLst/>
            <a:gdLst/>
            <a:ahLst/>
            <a:rect l="0" t="0" r="r" b="b"/>
            <a:pathLst>
              <a:path w="6509" h="1509">
                <a:moveTo>
                  <a:pt x="0" y="0"/>
                </a:moveTo>
                <a:lnTo>
                  <a:pt x="6509" y="0"/>
                </a:lnTo>
                <a:lnTo>
                  <a:pt x="6509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5" name=""/>
          <p:cNvSpPr/>
          <p:nvPr/>
        </p:nvSpPr>
        <p:spPr>
          <a:xfrm>
            <a:off x="9848520" y="6219720"/>
            <a:ext cx="1591200" cy="543240"/>
          </a:xfrm>
          <a:custGeom>
            <a:avLst/>
            <a:gdLst/>
            <a:ahLst/>
            <a:rect l="0" t="0" r="r" b="b"/>
            <a:pathLst>
              <a:path w="4420" h="1509">
                <a:moveTo>
                  <a:pt x="0" y="0"/>
                </a:moveTo>
                <a:lnTo>
                  <a:pt x="4420" y="0"/>
                </a:lnTo>
                <a:lnTo>
                  <a:pt x="442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6" name=""/>
          <p:cNvSpPr/>
          <p:nvPr/>
        </p:nvSpPr>
        <p:spPr>
          <a:xfrm>
            <a:off x="752400" y="1457280"/>
            <a:ext cx="9720" cy="962280"/>
          </a:xfrm>
          <a:custGeom>
            <a:avLst/>
            <a:gdLst/>
            <a:ahLst/>
            <a:rect l="0" t="0" r="r" b="b"/>
            <a:pathLst>
              <a:path w="27" h="2673">
                <a:moveTo>
                  <a:pt x="0" y="0"/>
                </a:moveTo>
                <a:lnTo>
                  <a:pt x="27" y="0"/>
                </a:lnTo>
                <a:lnTo>
                  <a:pt x="27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7" name=""/>
          <p:cNvSpPr/>
          <p:nvPr/>
        </p:nvSpPr>
        <p:spPr>
          <a:xfrm>
            <a:off x="752400" y="1457280"/>
            <a:ext cx="971640" cy="9720"/>
          </a:xfrm>
          <a:custGeom>
            <a:avLst/>
            <a:gdLst/>
            <a:ahLst/>
            <a:rect l="0" t="0" r="r" b="b"/>
            <a:pathLst>
              <a:path w="2699" h="27">
                <a:moveTo>
                  <a:pt x="0" y="0"/>
                </a:moveTo>
                <a:lnTo>
                  <a:pt x="2699" y="0"/>
                </a:lnTo>
                <a:lnTo>
                  <a:pt x="26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8" name=""/>
          <p:cNvSpPr/>
          <p:nvPr/>
        </p:nvSpPr>
        <p:spPr>
          <a:xfrm>
            <a:off x="1714320" y="1457280"/>
            <a:ext cx="9720" cy="962280"/>
          </a:xfrm>
          <a:custGeom>
            <a:avLst/>
            <a:gdLst/>
            <a:ahLst/>
            <a:rect l="0" t="0" r="r" b="b"/>
            <a:pathLst>
              <a:path w="27" h="2673">
                <a:moveTo>
                  <a:pt x="0" y="0"/>
                </a:moveTo>
                <a:lnTo>
                  <a:pt x="27" y="0"/>
                </a:lnTo>
                <a:lnTo>
                  <a:pt x="27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9" name=""/>
          <p:cNvSpPr/>
          <p:nvPr/>
        </p:nvSpPr>
        <p:spPr>
          <a:xfrm>
            <a:off x="1723680" y="1457280"/>
            <a:ext cx="3258000" cy="9720"/>
          </a:xfrm>
          <a:custGeom>
            <a:avLst/>
            <a:gdLst/>
            <a:ahLst/>
            <a:rect l="0" t="0" r="r" b="b"/>
            <a:pathLst>
              <a:path w="9050" h="27">
                <a:moveTo>
                  <a:pt x="0" y="0"/>
                </a:moveTo>
                <a:lnTo>
                  <a:pt x="9050" y="0"/>
                </a:lnTo>
                <a:lnTo>
                  <a:pt x="90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0" name=""/>
          <p:cNvSpPr/>
          <p:nvPr/>
        </p:nvSpPr>
        <p:spPr>
          <a:xfrm>
            <a:off x="4971960" y="1457280"/>
            <a:ext cx="9720" cy="962280"/>
          </a:xfrm>
          <a:custGeom>
            <a:avLst/>
            <a:gdLst/>
            <a:ahLst/>
            <a:rect l="0" t="0" r="r" b="b"/>
            <a:pathLst>
              <a:path w="27" h="2673">
                <a:moveTo>
                  <a:pt x="0" y="0"/>
                </a:moveTo>
                <a:lnTo>
                  <a:pt x="27" y="0"/>
                </a:lnTo>
                <a:lnTo>
                  <a:pt x="27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1" name=""/>
          <p:cNvSpPr/>
          <p:nvPr/>
        </p:nvSpPr>
        <p:spPr>
          <a:xfrm>
            <a:off x="4981320" y="1457280"/>
            <a:ext cx="2524680" cy="9720"/>
          </a:xfrm>
          <a:custGeom>
            <a:avLst/>
            <a:gdLst/>
            <a:ahLst/>
            <a:rect l="0" t="0" r="r" b="b"/>
            <a:pathLst>
              <a:path w="7013" h="27">
                <a:moveTo>
                  <a:pt x="0" y="0"/>
                </a:moveTo>
                <a:lnTo>
                  <a:pt x="7013" y="0"/>
                </a:lnTo>
                <a:lnTo>
                  <a:pt x="70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2" name=""/>
          <p:cNvSpPr/>
          <p:nvPr/>
        </p:nvSpPr>
        <p:spPr>
          <a:xfrm>
            <a:off x="7495920" y="1457280"/>
            <a:ext cx="10080" cy="962280"/>
          </a:xfrm>
          <a:custGeom>
            <a:avLst/>
            <a:gdLst/>
            <a:ahLst/>
            <a:rect l="0" t="0" r="r" b="b"/>
            <a:pathLst>
              <a:path w="28" h="2673">
                <a:moveTo>
                  <a:pt x="0" y="0"/>
                </a:moveTo>
                <a:lnTo>
                  <a:pt x="28" y="0"/>
                </a:lnTo>
                <a:lnTo>
                  <a:pt x="28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3" name=""/>
          <p:cNvSpPr/>
          <p:nvPr/>
        </p:nvSpPr>
        <p:spPr>
          <a:xfrm>
            <a:off x="7505640" y="1457280"/>
            <a:ext cx="2343240" cy="9720"/>
          </a:xfrm>
          <a:custGeom>
            <a:avLst/>
            <a:gdLst/>
            <a:ahLst/>
            <a:rect l="0" t="0" r="r" b="b"/>
            <a:pathLst>
              <a:path w="6509" h="27">
                <a:moveTo>
                  <a:pt x="0" y="0"/>
                </a:moveTo>
                <a:lnTo>
                  <a:pt x="6509" y="0"/>
                </a:lnTo>
                <a:lnTo>
                  <a:pt x="65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4" name=""/>
          <p:cNvSpPr/>
          <p:nvPr/>
        </p:nvSpPr>
        <p:spPr>
          <a:xfrm>
            <a:off x="9839160" y="1457280"/>
            <a:ext cx="9720" cy="962280"/>
          </a:xfrm>
          <a:custGeom>
            <a:avLst/>
            <a:gdLst/>
            <a:ahLst/>
            <a:rect l="0" t="0" r="r" b="b"/>
            <a:pathLst>
              <a:path w="27" h="2673">
                <a:moveTo>
                  <a:pt x="0" y="0"/>
                </a:moveTo>
                <a:lnTo>
                  <a:pt x="27" y="0"/>
                </a:lnTo>
                <a:lnTo>
                  <a:pt x="27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5" name=""/>
          <p:cNvSpPr/>
          <p:nvPr/>
        </p:nvSpPr>
        <p:spPr>
          <a:xfrm>
            <a:off x="9848520" y="1457280"/>
            <a:ext cx="1600560" cy="9720"/>
          </a:xfrm>
          <a:custGeom>
            <a:avLst/>
            <a:gdLst/>
            <a:ahLst/>
            <a:rect l="0" t="0" r="r" b="b"/>
            <a:pathLst>
              <a:path w="4446" h="27">
                <a:moveTo>
                  <a:pt x="0" y="0"/>
                </a:moveTo>
                <a:lnTo>
                  <a:pt x="4446" y="0"/>
                </a:lnTo>
                <a:lnTo>
                  <a:pt x="444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6" name=""/>
          <p:cNvSpPr/>
          <p:nvPr/>
        </p:nvSpPr>
        <p:spPr>
          <a:xfrm>
            <a:off x="11439360" y="1457280"/>
            <a:ext cx="9720" cy="962280"/>
          </a:xfrm>
          <a:custGeom>
            <a:avLst/>
            <a:gdLst/>
            <a:ahLst/>
            <a:rect l="0" t="0" r="r" b="b"/>
            <a:pathLst>
              <a:path w="27" h="2673">
                <a:moveTo>
                  <a:pt x="0" y="0"/>
                </a:moveTo>
                <a:lnTo>
                  <a:pt x="27" y="0"/>
                </a:lnTo>
                <a:lnTo>
                  <a:pt x="27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7" name=""/>
          <p:cNvSpPr/>
          <p:nvPr/>
        </p:nvSpPr>
        <p:spPr>
          <a:xfrm>
            <a:off x="752400" y="2409480"/>
            <a:ext cx="971640" cy="10080"/>
          </a:xfrm>
          <a:custGeom>
            <a:avLst/>
            <a:gdLst/>
            <a:ahLst/>
            <a:rect l="0" t="0" r="r" b="b"/>
            <a:pathLst>
              <a:path w="2699" h="28">
                <a:moveTo>
                  <a:pt x="0" y="0"/>
                </a:moveTo>
                <a:lnTo>
                  <a:pt x="2699" y="0"/>
                </a:lnTo>
                <a:lnTo>
                  <a:pt x="269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8" name=""/>
          <p:cNvSpPr/>
          <p:nvPr/>
        </p:nvSpPr>
        <p:spPr>
          <a:xfrm>
            <a:off x="1723680" y="2409480"/>
            <a:ext cx="3258000" cy="10080"/>
          </a:xfrm>
          <a:custGeom>
            <a:avLst/>
            <a:gdLst/>
            <a:ahLst/>
            <a:rect l="0" t="0" r="r" b="b"/>
            <a:pathLst>
              <a:path w="9050" h="28">
                <a:moveTo>
                  <a:pt x="0" y="0"/>
                </a:moveTo>
                <a:lnTo>
                  <a:pt x="9050" y="0"/>
                </a:lnTo>
                <a:lnTo>
                  <a:pt x="905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9" name=""/>
          <p:cNvSpPr/>
          <p:nvPr/>
        </p:nvSpPr>
        <p:spPr>
          <a:xfrm>
            <a:off x="4981320" y="2409480"/>
            <a:ext cx="2524680" cy="10080"/>
          </a:xfrm>
          <a:custGeom>
            <a:avLst/>
            <a:gdLst/>
            <a:ahLst/>
            <a:rect l="0" t="0" r="r" b="b"/>
            <a:pathLst>
              <a:path w="7013" h="28">
                <a:moveTo>
                  <a:pt x="0" y="0"/>
                </a:moveTo>
                <a:lnTo>
                  <a:pt x="7013" y="0"/>
                </a:lnTo>
                <a:lnTo>
                  <a:pt x="701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0" name=""/>
          <p:cNvSpPr/>
          <p:nvPr/>
        </p:nvSpPr>
        <p:spPr>
          <a:xfrm>
            <a:off x="7505640" y="2409480"/>
            <a:ext cx="2343240" cy="10080"/>
          </a:xfrm>
          <a:custGeom>
            <a:avLst/>
            <a:gdLst/>
            <a:ahLst/>
            <a:rect l="0" t="0" r="r" b="b"/>
            <a:pathLst>
              <a:path w="6509" h="28">
                <a:moveTo>
                  <a:pt x="0" y="0"/>
                </a:moveTo>
                <a:lnTo>
                  <a:pt x="6509" y="0"/>
                </a:lnTo>
                <a:lnTo>
                  <a:pt x="650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1" name=""/>
          <p:cNvSpPr/>
          <p:nvPr/>
        </p:nvSpPr>
        <p:spPr>
          <a:xfrm>
            <a:off x="9848520" y="2409480"/>
            <a:ext cx="1600560" cy="10080"/>
          </a:xfrm>
          <a:custGeom>
            <a:avLst/>
            <a:gdLst/>
            <a:ahLst/>
            <a:rect l="0" t="0" r="r" b="b"/>
            <a:pathLst>
              <a:path w="4446" h="28">
                <a:moveTo>
                  <a:pt x="0" y="0"/>
                </a:moveTo>
                <a:lnTo>
                  <a:pt x="4446" y="0"/>
                </a:lnTo>
                <a:lnTo>
                  <a:pt x="444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2" name=""/>
          <p:cNvSpPr/>
          <p:nvPr/>
        </p:nvSpPr>
        <p:spPr>
          <a:xfrm>
            <a:off x="752400" y="241920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3" name=""/>
          <p:cNvSpPr/>
          <p:nvPr/>
        </p:nvSpPr>
        <p:spPr>
          <a:xfrm>
            <a:off x="1714320" y="241920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4" name=""/>
          <p:cNvSpPr/>
          <p:nvPr/>
        </p:nvSpPr>
        <p:spPr>
          <a:xfrm>
            <a:off x="4971960" y="241920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5" name=""/>
          <p:cNvSpPr/>
          <p:nvPr/>
        </p:nvSpPr>
        <p:spPr>
          <a:xfrm>
            <a:off x="7495920" y="2419200"/>
            <a:ext cx="10080" cy="952920"/>
          </a:xfrm>
          <a:custGeom>
            <a:avLst/>
            <a:gdLst/>
            <a:ahLst/>
            <a:rect l="0" t="0" r="r" b="b"/>
            <a:pathLst>
              <a:path w="28" h="2647">
                <a:moveTo>
                  <a:pt x="0" y="0"/>
                </a:moveTo>
                <a:lnTo>
                  <a:pt x="28" y="0"/>
                </a:lnTo>
                <a:lnTo>
                  <a:pt x="2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6" name=""/>
          <p:cNvSpPr/>
          <p:nvPr/>
        </p:nvSpPr>
        <p:spPr>
          <a:xfrm>
            <a:off x="9839160" y="241920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7" name=""/>
          <p:cNvSpPr/>
          <p:nvPr/>
        </p:nvSpPr>
        <p:spPr>
          <a:xfrm>
            <a:off x="11439360" y="241920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8" name=""/>
          <p:cNvSpPr/>
          <p:nvPr/>
        </p:nvSpPr>
        <p:spPr>
          <a:xfrm>
            <a:off x="752400" y="337176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9" name=""/>
          <p:cNvSpPr/>
          <p:nvPr/>
        </p:nvSpPr>
        <p:spPr>
          <a:xfrm>
            <a:off x="752400" y="3362040"/>
            <a:ext cx="971640" cy="10080"/>
          </a:xfrm>
          <a:custGeom>
            <a:avLst/>
            <a:gdLst/>
            <a:ahLst/>
            <a:rect l="0" t="0" r="r" b="b"/>
            <a:pathLst>
              <a:path w="2699" h="28">
                <a:moveTo>
                  <a:pt x="0" y="0"/>
                </a:moveTo>
                <a:lnTo>
                  <a:pt x="2699" y="0"/>
                </a:lnTo>
                <a:lnTo>
                  <a:pt x="269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0" name=""/>
          <p:cNvSpPr/>
          <p:nvPr/>
        </p:nvSpPr>
        <p:spPr>
          <a:xfrm>
            <a:off x="1714320" y="337176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1" name=""/>
          <p:cNvSpPr/>
          <p:nvPr/>
        </p:nvSpPr>
        <p:spPr>
          <a:xfrm>
            <a:off x="1723680" y="3362040"/>
            <a:ext cx="3258000" cy="10080"/>
          </a:xfrm>
          <a:custGeom>
            <a:avLst/>
            <a:gdLst/>
            <a:ahLst/>
            <a:rect l="0" t="0" r="r" b="b"/>
            <a:pathLst>
              <a:path w="9050" h="28">
                <a:moveTo>
                  <a:pt x="0" y="0"/>
                </a:moveTo>
                <a:lnTo>
                  <a:pt x="9050" y="0"/>
                </a:lnTo>
                <a:lnTo>
                  <a:pt x="905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2" name=""/>
          <p:cNvSpPr/>
          <p:nvPr/>
        </p:nvSpPr>
        <p:spPr>
          <a:xfrm>
            <a:off x="4971960" y="337176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3" name=""/>
          <p:cNvSpPr/>
          <p:nvPr/>
        </p:nvSpPr>
        <p:spPr>
          <a:xfrm>
            <a:off x="4981320" y="3362040"/>
            <a:ext cx="2524680" cy="10080"/>
          </a:xfrm>
          <a:custGeom>
            <a:avLst/>
            <a:gdLst/>
            <a:ahLst/>
            <a:rect l="0" t="0" r="r" b="b"/>
            <a:pathLst>
              <a:path w="7013" h="28">
                <a:moveTo>
                  <a:pt x="0" y="0"/>
                </a:moveTo>
                <a:lnTo>
                  <a:pt x="7013" y="0"/>
                </a:lnTo>
                <a:lnTo>
                  <a:pt x="701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4" name=""/>
          <p:cNvSpPr/>
          <p:nvPr/>
        </p:nvSpPr>
        <p:spPr>
          <a:xfrm>
            <a:off x="7495920" y="3371760"/>
            <a:ext cx="10080" cy="952920"/>
          </a:xfrm>
          <a:custGeom>
            <a:avLst/>
            <a:gdLst/>
            <a:ahLst/>
            <a:rect l="0" t="0" r="r" b="b"/>
            <a:pathLst>
              <a:path w="28" h="2647">
                <a:moveTo>
                  <a:pt x="0" y="0"/>
                </a:moveTo>
                <a:lnTo>
                  <a:pt x="28" y="0"/>
                </a:lnTo>
                <a:lnTo>
                  <a:pt x="2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5" name=""/>
          <p:cNvSpPr/>
          <p:nvPr/>
        </p:nvSpPr>
        <p:spPr>
          <a:xfrm>
            <a:off x="7505640" y="3362040"/>
            <a:ext cx="2343240" cy="10080"/>
          </a:xfrm>
          <a:custGeom>
            <a:avLst/>
            <a:gdLst/>
            <a:ahLst/>
            <a:rect l="0" t="0" r="r" b="b"/>
            <a:pathLst>
              <a:path w="6509" h="28">
                <a:moveTo>
                  <a:pt x="0" y="0"/>
                </a:moveTo>
                <a:lnTo>
                  <a:pt x="6509" y="0"/>
                </a:lnTo>
                <a:lnTo>
                  <a:pt x="650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6" name=""/>
          <p:cNvSpPr/>
          <p:nvPr/>
        </p:nvSpPr>
        <p:spPr>
          <a:xfrm>
            <a:off x="9839160" y="337176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7" name=""/>
          <p:cNvSpPr/>
          <p:nvPr/>
        </p:nvSpPr>
        <p:spPr>
          <a:xfrm>
            <a:off x="9848520" y="3362040"/>
            <a:ext cx="1600560" cy="10080"/>
          </a:xfrm>
          <a:custGeom>
            <a:avLst/>
            <a:gdLst/>
            <a:ahLst/>
            <a:rect l="0" t="0" r="r" b="b"/>
            <a:pathLst>
              <a:path w="4446" h="28">
                <a:moveTo>
                  <a:pt x="0" y="0"/>
                </a:moveTo>
                <a:lnTo>
                  <a:pt x="4446" y="0"/>
                </a:lnTo>
                <a:lnTo>
                  <a:pt x="444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8" name=""/>
          <p:cNvSpPr/>
          <p:nvPr/>
        </p:nvSpPr>
        <p:spPr>
          <a:xfrm>
            <a:off x="11439360" y="337176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9" name=""/>
          <p:cNvSpPr/>
          <p:nvPr/>
        </p:nvSpPr>
        <p:spPr>
          <a:xfrm>
            <a:off x="752400" y="4324320"/>
            <a:ext cx="9720" cy="952560"/>
          </a:xfrm>
          <a:custGeom>
            <a:avLst/>
            <a:gdLst/>
            <a:ahLst/>
            <a:rect l="0" t="0" r="r" b="b"/>
            <a:pathLst>
              <a:path w="27" h="2646">
                <a:moveTo>
                  <a:pt x="0" y="0"/>
                </a:moveTo>
                <a:lnTo>
                  <a:pt x="27" y="0"/>
                </a:lnTo>
                <a:lnTo>
                  <a:pt x="27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0" name=""/>
          <p:cNvSpPr/>
          <p:nvPr/>
        </p:nvSpPr>
        <p:spPr>
          <a:xfrm>
            <a:off x="752400" y="4314600"/>
            <a:ext cx="971640" cy="10080"/>
          </a:xfrm>
          <a:custGeom>
            <a:avLst/>
            <a:gdLst/>
            <a:ahLst/>
            <a:rect l="0" t="0" r="r" b="b"/>
            <a:pathLst>
              <a:path w="2699" h="28">
                <a:moveTo>
                  <a:pt x="0" y="0"/>
                </a:moveTo>
                <a:lnTo>
                  <a:pt x="2699" y="0"/>
                </a:lnTo>
                <a:lnTo>
                  <a:pt x="269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1" name=""/>
          <p:cNvSpPr/>
          <p:nvPr/>
        </p:nvSpPr>
        <p:spPr>
          <a:xfrm>
            <a:off x="1714320" y="4324320"/>
            <a:ext cx="9720" cy="952560"/>
          </a:xfrm>
          <a:custGeom>
            <a:avLst/>
            <a:gdLst/>
            <a:ahLst/>
            <a:rect l="0" t="0" r="r" b="b"/>
            <a:pathLst>
              <a:path w="27" h="2646">
                <a:moveTo>
                  <a:pt x="0" y="0"/>
                </a:moveTo>
                <a:lnTo>
                  <a:pt x="27" y="0"/>
                </a:lnTo>
                <a:lnTo>
                  <a:pt x="27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2" name=""/>
          <p:cNvSpPr/>
          <p:nvPr/>
        </p:nvSpPr>
        <p:spPr>
          <a:xfrm>
            <a:off x="1723680" y="4314600"/>
            <a:ext cx="3258000" cy="10080"/>
          </a:xfrm>
          <a:custGeom>
            <a:avLst/>
            <a:gdLst/>
            <a:ahLst/>
            <a:rect l="0" t="0" r="r" b="b"/>
            <a:pathLst>
              <a:path w="9050" h="28">
                <a:moveTo>
                  <a:pt x="0" y="0"/>
                </a:moveTo>
                <a:lnTo>
                  <a:pt x="9050" y="0"/>
                </a:lnTo>
                <a:lnTo>
                  <a:pt x="905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3" name=""/>
          <p:cNvSpPr/>
          <p:nvPr/>
        </p:nvSpPr>
        <p:spPr>
          <a:xfrm>
            <a:off x="4971960" y="4324320"/>
            <a:ext cx="9720" cy="952560"/>
          </a:xfrm>
          <a:custGeom>
            <a:avLst/>
            <a:gdLst/>
            <a:ahLst/>
            <a:rect l="0" t="0" r="r" b="b"/>
            <a:pathLst>
              <a:path w="27" h="2646">
                <a:moveTo>
                  <a:pt x="0" y="0"/>
                </a:moveTo>
                <a:lnTo>
                  <a:pt x="27" y="0"/>
                </a:lnTo>
                <a:lnTo>
                  <a:pt x="27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4" name=""/>
          <p:cNvSpPr/>
          <p:nvPr/>
        </p:nvSpPr>
        <p:spPr>
          <a:xfrm>
            <a:off x="4981320" y="4314600"/>
            <a:ext cx="2524680" cy="10080"/>
          </a:xfrm>
          <a:custGeom>
            <a:avLst/>
            <a:gdLst/>
            <a:ahLst/>
            <a:rect l="0" t="0" r="r" b="b"/>
            <a:pathLst>
              <a:path w="7013" h="28">
                <a:moveTo>
                  <a:pt x="0" y="0"/>
                </a:moveTo>
                <a:lnTo>
                  <a:pt x="7013" y="0"/>
                </a:lnTo>
                <a:lnTo>
                  <a:pt x="701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5" name=""/>
          <p:cNvSpPr/>
          <p:nvPr/>
        </p:nvSpPr>
        <p:spPr>
          <a:xfrm>
            <a:off x="7495920" y="4324320"/>
            <a:ext cx="10080" cy="952560"/>
          </a:xfrm>
          <a:custGeom>
            <a:avLst/>
            <a:gdLst/>
            <a:ahLst/>
            <a:rect l="0" t="0" r="r" b="b"/>
            <a:pathLst>
              <a:path w="28" h="2646">
                <a:moveTo>
                  <a:pt x="0" y="0"/>
                </a:moveTo>
                <a:lnTo>
                  <a:pt x="28" y="0"/>
                </a:lnTo>
                <a:lnTo>
                  <a:pt x="28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6" name=""/>
          <p:cNvSpPr/>
          <p:nvPr/>
        </p:nvSpPr>
        <p:spPr>
          <a:xfrm>
            <a:off x="7505640" y="4314600"/>
            <a:ext cx="2343240" cy="10080"/>
          </a:xfrm>
          <a:custGeom>
            <a:avLst/>
            <a:gdLst/>
            <a:ahLst/>
            <a:rect l="0" t="0" r="r" b="b"/>
            <a:pathLst>
              <a:path w="6509" h="28">
                <a:moveTo>
                  <a:pt x="0" y="0"/>
                </a:moveTo>
                <a:lnTo>
                  <a:pt x="6509" y="0"/>
                </a:lnTo>
                <a:lnTo>
                  <a:pt x="650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7" name=""/>
          <p:cNvSpPr/>
          <p:nvPr/>
        </p:nvSpPr>
        <p:spPr>
          <a:xfrm>
            <a:off x="9839160" y="4324320"/>
            <a:ext cx="9720" cy="952560"/>
          </a:xfrm>
          <a:custGeom>
            <a:avLst/>
            <a:gdLst/>
            <a:ahLst/>
            <a:rect l="0" t="0" r="r" b="b"/>
            <a:pathLst>
              <a:path w="27" h="2646">
                <a:moveTo>
                  <a:pt x="0" y="0"/>
                </a:moveTo>
                <a:lnTo>
                  <a:pt x="27" y="0"/>
                </a:lnTo>
                <a:lnTo>
                  <a:pt x="27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8" name=""/>
          <p:cNvSpPr/>
          <p:nvPr/>
        </p:nvSpPr>
        <p:spPr>
          <a:xfrm>
            <a:off x="9848520" y="4314600"/>
            <a:ext cx="1600560" cy="10080"/>
          </a:xfrm>
          <a:custGeom>
            <a:avLst/>
            <a:gdLst/>
            <a:ahLst/>
            <a:rect l="0" t="0" r="r" b="b"/>
            <a:pathLst>
              <a:path w="4446" h="28">
                <a:moveTo>
                  <a:pt x="0" y="0"/>
                </a:moveTo>
                <a:lnTo>
                  <a:pt x="4446" y="0"/>
                </a:lnTo>
                <a:lnTo>
                  <a:pt x="444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9" name=""/>
          <p:cNvSpPr/>
          <p:nvPr/>
        </p:nvSpPr>
        <p:spPr>
          <a:xfrm>
            <a:off x="11439360" y="4324320"/>
            <a:ext cx="9720" cy="952560"/>
          </a:xfrm>
          <a:custGeom>
            <a:avLst/>
            <a:gdLst/>
            <a:ahLst/>
            <a:rect l="0" t="0" r="r" b="b"/>
            <a:pathLst>
              <a:path w="27" h="2646">
                <a:moveTo>
                  <a:pt x="0" y="0"/>
                </a:moveTo>
                <a:lnTo>
                  <a:pt x="27" y="0"/>
                </a:lnTo>
                <a:lnTo>
                  <a:pt x="27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0" name=""/>
          <p:cNvSpPr/>
          <p:nvPr/>
        </p:nvSpPr>
        <p:spPr>
          <a:xfrm>
            <a:off x="752400" y="527652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1" name=""/>
          <p:cNvSpPr/>
          <p:nvPr/>
        </p:nvSpPr>
        <p:spPr>
          <a:xfrm>
            <a:off x="752400" y="5267160"/>
            <a:ext cx="971640" cy="9720"/>
          </a:xfrm>
          <a:custGeom>
            <a:avLst/>
            <a:gdLst/>
            <a:ahLst/>
            <a:rect l="0" t="0" r="r" b="b"/>
            <a:pathLst>
              <a:path w="2699" h="27">
                <a:moveTo>
                  <a:pt x="0" y="0"/>
                </a:moveTo>
                <a:lnTo>
                  <a:pt x="2699" y="0"/>
                </a:lnTo>
                <a:lnTo>
                  <a:pt x="26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2" name=""/>
          <p:cNvSpPr/>
          <p:nvPr/>
        </p:nvSpPr>
        <p:spPr>
          <a:xfrm>
            <a:off x="1714320" y="527652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3" name=""/>
          <p:cNvSpPr/>
          <p:nvPr/>
        </p:nvSpPr>
        <p:spPr>
          <a:xfrm>
            <a:off x="1723680" y="5267160"/>
            <a:ext cx="3258000" cy="9720"/>
          </a:xfrm>
          <a:custGeom>
            <a:avLst/>
            <a:gdLst/>
            <a:ahLst/>
            <a:rect l="0" t="0" r="r" b="b"/>
            <a:pathLst>
              <a:path w="9050" h="27">
                <a:moveTo>
                  <a:pt x="0" y="0"/>
                </a:moveTo>
                <a:lnTo>
                  <a:pt x="9050" y="0"/>
                </a:lnTo>
                <a:lnTo>
                  <a:pt x="90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4" name=""/>
          <p:cNvSpPr/>
          <p:nvPr/>
        </p:nvSpPr>
        <p:spPr>
          <a:xfrm>
            <a:off x="4971960" y="527652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5" name=""/>
          <p:cNvSpPr/>
          <p:nvPr/>
        </p:nvSpPr>
        <p:spPr>
          <a:xfrm>
            <a:off x="4981320" y="5267160"/>
            <a:ext cx="2524680" cy="9720"/>
          </a:xfrm>
          <a:custGeom>
            <a:avLst/>
            <a:gdLst/>
            <a:ahLst/>
            <a:rect l="0" t="0" r="r" b="b"/>
            <a:pathLst>
              <a:path w="7013" h="27">
                <a:moveTo>
                  <a:pt x="0" y="0"/>
                </a:moveTo>
                <a:lnTo>
                  <a:pt x="7013" y="0"/>
                </a:lnTo>
                <a:lnTo>
                  <a:pt x="70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6" name=""/>
          <p:cNvSpPr/>
          <p:nvPr/>
        </p:nvSpPr>
        <p:spPr>
          <a:xfrm>
            <a:off x="7495920" y="5276520"/>
            <a:ext cx="10080" cy="952920"/>
          </a:xfrm>
          <a:custGeom>
            <a:avLst/>
            <a:gdLst/>
            <a:ahLst/>
            <a:rect l="0" t="0" r="r" b="b"/>
            <a:pathLst>
              <a:path w="28" h="2647">
                <a:moveTo>
                  <a:pt x="0" y="0"/>
                </a:moveTo>
                <a:lnTo>
                  <a:pt x="28" y="0"/>
                </a:lnTo>
                <a:lnTo>
                  <a:pt x="2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7" name=""/>
          <p:cNvSpPr/>
          <p:nvPr/>
        </p:nvSpPr>
        <p:spPr>
          <a:xfrm>
            <a:off x="7505640" y="5267160"/>
            <a:ext cx="2343240" cy="9720"/>
          </a:xfrm>
          <a:custGeom>
            <a:avLst/>
            <a:gdLst/>
            <a:ahLst/>
            <a:rect l="0" t="0" r="r" b="b"/>
            <a:pathLst>
              <a:path w="6509" h="27">
                <a:moveTo>
                  <a:pt x="0" y="0"/>
                </a:moveTo>
                <a:lnTo>
                  <a:pt x="6509" y="0"/>
                </a:lnTo>
                <a:lnTo>
                  <a:pt x="65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8" name=""/>
          <p:cNvSpPr/>
          <p:nvPr/>
        </p:nvSpPr>
        <p:spPr>
          <a:xfrm>
            <a:off x="9839160" y="527652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9" name=""/>
          <p:cNvSpPr/>
          <p:nvPr/>
        </p:nvSpPr>
        <p:spPr>
          <a:xfrm>
            <a:off x="9848520" y="5267160"/>
            <a:ext cx="1600560" cy="9720"/>
          </a:xfrm>
          <a:custGeom>
            <a:avLst/>
            <a:gdLst/>
            <a:ahLst/>
            <a:rect l="0" t="0" r="r" b="b"/>
            <a:pathLst>
              <a:path w="4446" h="27">
                <a:moveTo>
                  <a:pt x="0" y="0"/>
                </a:moveTo>
                <a:lnTo>
                  <a:pt x="4446" y="0"/>
                </a:lnTo>
                <a:lnTo>
                  <a:pt x="444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0" name=""/>
          <p:cNvSpPr/>
          <p:nvPr/>
        </p:nvSpPr>
        <p:spPr>
          <a:xfrm>
            <a:off x="11439360" y="527652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1" name=""/>
          <p:cNvSpPr/>
          <p:nvPr/>
        </p:nvSpPr>
        <p:spPr>
          <a:xfrm>
            <a:off x="752400" y="622908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2" name=""/>
          <p:cNvSpPr/>
          <p:nvPr/>
        </p:nvSpPr>
        <p:spPr>
          <a:xfrm>
            <a:off x="752400" y="6219720"/>
            <a:ext cx="971640" cy="9720"/>
          </a:xfrm>
          <a:custGeom>
            <a:avLst/>
            <a:gdLst/>
            <a:ahLst/>
            <a:rect l="0" t="0" r="r" b="b"/>
            <a:pathLst>
              <a:path w="2699" h="27">
                <a:moveTo>
                  <a:pt x="0" y="0"/>
                </a:moveTo>
                <a:lnTo>
                  <a:pt x="2699" y="0"/>
                </a:lnTo>
                <a:lnTo>
                  <a:pt x="26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3" name=""/>
          <p:cNvSpPr/>
          <p:nvPr/>
        </p:nvSpPr>
        <p:spPr>
          <a:xfrm>
            <a:off x="1714320" y="622908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4" name=""/>
          <p:cNvSpPr/>
          <p:nvPr/>
        </p:nvSpPr>
        <p:spPr>
          <a:xfrm>
            <a:off x="1723680" y="6219720"/>
            <a:ext cx="3258000" cy="9720"/>
          </a:xfrm>
          <a:custGeom>
            <a:avLst/>
            <a:gdLst/>
            <a:ahLst/>
            <a:rect l="0" t="0" r="r" b="b"/>
            <a:pathLst>
              <a:path w="9050" h="27">
                <a:moveTo>
                  <a:pt x="0" y="0"/>
                </a:moveTo>
                <a:lnTo>
                  <a:pt x="9050" y="0"/>
                </a:lnTo>
                <a:lnTo>
                  <a:pt x="90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5" name=""/>
          <p:cNvSpPr/>
          <p:nvPr/>
        </p:nvSpPr>
        <p:spPr>
          <a:xfrm>
            <a:off x="4971960" y="622908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6" name=""/>
          <p:cNvSpPr/>
          <p:nvPr/>
        </p:nvSpPr>
        <p:spPr>
          <a:xfrm>
            <a:off x="4981320" y="6219720"/>
            <a:ext cx="2524680" cy="9720"/>
          </a:xfrm>
          <a:custGeom>
            <a:avLst/>
            <a:gdLst/>
            <a:ahLst/>
            <a:rect l="0" t="0" r="r" b="b"/>
            <a:pathLst>
              <a:path w="7013" h="27">
                <a:moveTo>
                  <a:pt x="0" y="0"/>
                </a:moveTo>
                <a:lnTo>
                  <a:pt x="7013" y="0"/>
                </a:lnTo>
                <a:lnTo>
                  <a:pt x="70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7" name=""/>
          <p:cNvSpPr/>
          <p:nvPr/>
        </p:nvSpPr>
        <p:spPr>
          <a:xfrm>
            <a:off x="7495920" y="622908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8" name=""/>
          <p:cNvSpPr/>
          <p:nvPr/>
        </p:nvSpPr>
        <p:spPr>
          <a:xfrm>
            <a:off x="7505640" y="6219720"/>
            <a:ext cx="2343240" cy="9720"/>
          </a:xfrm>
          <a:custGeom>
            <a:avLst/>
            <a:gdLst/>
            <a:ahLst/>
            <a:rect l="0" t="0" r="r" b="b"/>
            <a:pathLst>
              <a:path w="6509" h="27">
                <a:moveTo>
                  <a:pt x="0" y="0"/>
                </a:moveTo>
                <a:lnTo>
                  <a:pt x="6509" y="0"/>
                </a:lnTo>
                <a:lnTo>
                  <a:pt x="65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9" name=""/>
          <p:cNvSpPr/>
          <p:nvPr/>
        </p:nvSpPr>
        <p:spPr>
          <a:xfrm>
            <a:off x="9839160" y="622908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0" name=""/>
          <p:cNvSpPr/>
          <p:nvPr/>
        </p:nvSpPr>
        <p:spPr>
          <a:xfrm>
            <a:off x="9848520" y="6219720"/>
            <a:ext cx="1600560" cy="9720"/>
          </a:xfrm>
          <a:custGeom>
            <a:avLst/>
            <a:gdLst/>
            <a:ahLst/>
            <a:rect l="0" t="0" r="r" b="b"/>
            <a:pathLst>
              <a:path w="4446" h="27">
                <a:moveTo>
                  <a:pt x="0" y="0"/>
                </a:moveTo>
                <a:lnTo>
                  <a:pt x="4446" y="0"/>
                </a:lnTo>
                <a:lnTo>
                  <a:pt x="444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1" name=""/>
          <p:cNvSpPr/>
          <p:nvPr/>
        </p:nvSpPr>
        <p:spPr>
          <a:xfrm>
            <a:off x="11439360" y="622908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2" name=""/>
          <p:cNvSpPr/>
          <p:nvPr/>
        </p:nvSpPr>
        <p:spPr>
          <a:xfrm>
            <a:off x="752400" y="6752880"/>
            <a:ext cx="971640" cy="10440"/>
          </a:xfrm>
          <a:custGeom>
            <a:avLst/>
            <a:gdLst/>
            <a:ahLst/>
            <a:rect l="0" t="0" r="r" b="b"/>
            <a:pathLst>
              <a:path w="2699" h="29">
                <a:moveTo>
                  <a:pt x="0" y="0"/>
                </a:moveTo>
                <a:lnTo>
                  <a:pt x="2699" y="0"/>
                </a:lnTo>
                <a:lnTo>
                  <a:pt x="2699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3" name=""/>
          <p:cNvSpPr/>
          <p:nvPr/>
        </p:nvSpPr>
        <p:spPr>
          <a:xfrm>
            <a:off x="1723680" y="6752880"/>
            <a:ext cx="3258000" cy="10440"/>
          </a:xfrm>
          <a:custGeom>
            <a:avLst/>
            <a:gdLst/>
            <a:ahLst/>
            <a:rect l="0" t="0" r="r" b="b"/>
            <a:pathLst>
              <a:path w="9050" h="29">
                <a:moveTo>
                  <a:pt x="0" y="0"/>
                </a:moveTo>
                <a:lnTo>
                  <a:pt x="9050" y="0"/>
                </a:lnTo>
                <a:lnTo>
                  <a:pt x="9050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4" name=""/>
          <p:cNvSpPr/>
          <p:nvPr/>
        </p:nvSpPr>
        <p:spPr>
          <a:xfrm>
            <a:off x="4981320" y="6752880"/>
            <a:ext cx="2524680" cy="10440"/>
          </a:xfrm>
          <a:custGeom>
            <a:avLst/>
            <a:gdLst/>
            <a:ahLst/>
            <a:rect l="0" t="0" r="r" b="b"/>
            <a:pathLst>
              <a:path w="7013" h="29">
                <a:moveTo>
                  <a:pt x="0" y="0"/>
                </a:moveTo>
                <a:lnTo>
                  <a:pt x="7013" y="0"/>
                </a:lnTo>
                <a:lnTo>
                  <a:pt x="7013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5" name=""/>
          <p:cNvSpPr/>
          <p:nvPr/>
        </p:nvSpPr>
        <p:spPr>
          <a:xfrm>
            <a:off x="7505640" y="6752880"/>
            <a:ext cx="2343240" cy="10440"/>
          </a:xfrm>
          <a:custGeom>
            <a:avLst/>
            <a:gdLst/>
            <a:ahLst/>
            <a:rect l="0" t="0" r="r" b="b"/>
            <a:pathLst>
              <a:path w="6509" h="29">
                <a:moveTo>
                  <a:pt x="0" y="0"/>
                </a:moveTo>
                <a:lnTo>
                  <a:pt x="6509" y="0"/>
                </a:lnTo>
                <a:lnTo>
                  <a:pt x="6509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6" name=""/>
          <p:cNvSpPr/>
          <p:nvPr/>
        </p:nvSpPr>
        <p:spPr>
          <a:xfrm>
            <a:off x="9848520" y="6752880"/>
            <a:ext cx="1600560" cy="10440"/>
          </a:xfrm>
          <a:custGeom>
            <a:avLst/>
            <a:gdLst/>
            <a:ahLst/>
            <a:rect l="0" t="0" r="r" b="b"/>
            <a:pathLst>
              <a:path w="4446" h="29">
                <a:moveTo>
                  <a:pt x="0" y="0"/>
                </a:moveTo>
                <a:lnTo>
                  <a:pt x="4446" y="0"/>
                </a:lnTo>
                <a:lnTo>
                  <a:pt x="4446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7" name=""/>
          <p:cNvSpPr txBox="1"/>
          <p:nvPr/>
        </p:nvSpPr>
        <p:spPr>
          <a:xfrm>
            <a:off x="747720" y="770400"/>
            <a:ext cx="257796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  <a:ea typeface="Arial"/>
              </a:rPr>
              <a:t>The full picture</a:t>
            </a:r>
            <a:endParaRPr b="0" lang="en-US" sz="28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8" name=""/>
          <p:cNvSpPr txBox="1"/>
          <p:nvPr/>
        </p:nvSpPr>
        <p:spPr>
          <a:xfrm>
            <a:off x="880920" y="1778760"/>
            <a:ext cx="7048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Level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9" name=""/>
          <p:cNvSpPr txBox="1"/>
          <p:nvPr/>
        </p:nvSpPr>
        <p:spPr>
          <a:xfrm>
            <a:off x="2979720" y="1778760"/>
            <a:ext cx="7351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Stack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0" name=""/>
          <p:cNvSpPr txBox="1"/>
          <p:nvPr/>
        </p:nvSpPr>
        <p:spPr>
          <a:xfrm>
            <a:off x="5444280" y="1778760"/>
            <a:ext cx="15948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p95 Latency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1" name=""/>
          <p:cNvSpPr txBox="1"/>
          <p:nvPr/>
        </p:nvSpPr>
        <p:spPr>
          <a:xfrm>
            <a:off x="8018640" y="1569240"/>
            <a:ext cx="13114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CPU @ 50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2" name=""/>
          <p:cNvSpPr txBox="1"/>
          <p:nvPr/>
        </p:nvSpPr>
        <p:spPr>
          <a:xfrm>
            <a:off x="7825680" y="1978920"/>
            <a:ext cx="17013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Virtual Users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3" name=""/>
          <p:cNvSpPr txBox="1"/>
          <p:nvPr/>
        </p:nvSpPr>
        <p:spPr>
          <a:xfrm>
            <a:off x="10443240" y="1569240"/>
            <a:ext cx="3985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DB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4" name=""/>
          <p:cNvSpPr txBox="1"/>
          <p:nvPr/>
        </p:nvSpPr>
        <p:spPr>
          <a:xfrm>
            <a:off x="10105200" y="1978920"/>
            <a:ext cx="10735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Threads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5" name=""/>
          <p:cNvSpPr txBox="1"/>
          <p:nvPr/>
        </p:nvSpPr>
        <p:spPr>
          <a:xfrm>
            <a:off x="880920" y="273132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0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6" name=""/>
          <p:cNvSpPr/>
          <p:nvPr/>
        </p:nvSpPr>
        <p:spPr>
          <a:xfrm>
            <a:off x="5133960" y="2523960"/>
            <a:ext cx="276480" cy="277560"/>
          </a:xfrm>
          <a:custGeom>
            <a:avLst/>
            <a:gdLst/>
            <a:ahLst/>
            <a:rect l="0" t="0" r="r" b="b"/>
            <a:pathLst>
              <a:path w="768" h="771">
                <a:moveTo>
                  <a:pt x="468" y="0"/>
                </a:moveTo>
                <a:lnTo>
                  <a:pt x="383" y="171"/>
                </a:lnTo>
                <a:lnTo>
                  <a:pt x="277" y="64"/>
                </a:lnTo>
                <a:lnTo>
                  <a:pt x="277" y="214"/>
                </a:lnTo>
                <a:lnTo>
                  <a:pt x="63" y="171"/>
                </a:lnTo>
                <a:lnTo>
                  <a:pt x="234" y="343"/>
                </a:lnTo>
                <a:lnTo>
                  <a:pt x="0" y="471"/>
                </a:lnTo>
                <a:lnTo>
                  <a:pt x="255" y="471"/>
                </a:lnTo>
                <a:lnTo>
                  <a:pt x="127" y="728"/>
                </a:lnTo>
                <a:lnTo>
                  <a:pt x="383" y="557"/>
                </a:lnTo>
                <a:lnTo>
                  <a:pt x="618" y="771"/>
                </a:lnTo>
                <a:lnTo>
                  <a:pt x="554" y="471"/>
                </a:lnTo>
                <a:lnTo>
                  <a:pt x="768" y="471"/>
                </a:lnTo>
                <a:lnTo>
                  <a:pt x="596" y="343"/>
                </a:lnTo>
                <a:lnTo>
                  <a:pt x="768" y="150"/>
                </a:lnTo>
                <a:lnTo>
                  <a:pt x="511" y="214"/>
                </a:lnTo>
                <a:lnTo>
                  <a:pt x="468" y="0"/>
                </a:lnTo>
                <a:close/>
              </a:path>
            </a:pathLst>
          </a:custGeom>
          <a:solidFill>
            <a:srgbClr val="bb1a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27" name=""/>
          <p:cNvSpPr/>
          <p:nvPr/>
        </p:nvSpPr>
        <p:spPr>
          <a:xfrm>
            <a:off x="5207040" y="2578320"/>
            <a:ext cx="157320" cy="171000"/>
          </a:xfrm>
          <a:custGeom>
            <a:avLst/>
            <a:gdLst/>
            <a:ahLst/>
            <a:rect l="0" t="0" r="r" b="b"/>
            <a:pathLst>
              <a:path w="437" h="475">
                <a:moveTo>
                  <a:pt x="286" y="124"/>
                </a:moveTo>
                <a:lnTo>
                  <a:pt x="326" y="114"/>
                </a:lnTo>
                <a:lnTo>
                  <a:pt x="437" y="87"/>
                </a:lnTo>
                <a:lnTo>
                  <a:pt x="365" y="168"/>
                </a:lnTo>
                <a:lnTo>
                  <a:pt x="337" y="201"/>
                </a:lnTo>
                <a:lnTo>
                  <a:pt x="371" y="226"/>
                </a:lnTo>
                <a:lnTo>
                  <a:pt x="433" y="273"/>
                </a:lnTo>
                <a:lnTo>
                  <a:pt x="307" y="273"/>
                </a:lnTo>
                <a:lnTo>
                  <a:pt x="317" y="320"/>
                </a:lnTo>
                <a:lnTo>
                  <a:pt x="350" y="475"/>
                </a:lnTo>
                <a:lnTo>
                  <a:pt x="225" y="361"/>
                </a:lnTo>
                <a:lnTo>
                  <a:pt x="203" y="341"/>
                </a:lnTo>
                <a:lnTo>
                  <a:pt x="178" y="358"/>
                </a:lnTo>
                <a:lnTo>
                  <a:pt x="65" y="433"/>
                </a:lnTo>
                <a:lnTo>
                  <a:pt x="117" y="330"/>
                </a:lnTo>
                <a:lnTo>
                  <a:pt x="145" y="273"/>
                </a:lnTo>
                <a:lnTo>
                  <a:pt x="0" y="273"/>
                </a:lnTo>
                <a:lnTo>
                  <a:pt x="81" y="229"/>
                </a:lnTo>
                <a:lnTo>
                  <a:pt x="127" y="204"/>
                </a:lnTo>
                <a:lnTo>
                  <a:pt x="89" y="166"/>
                </a:lnTo>
                <a:lnTo>
                  <a:pt x="25" y="101"/>
                </a:lnTo>
                <a:lnTo>
                  <a:pt x="93" y="115"/>
                </a:lnTo>
                <a:lnTo>
                  <a:pt x="141" y="124"/>
                </a:lnTo>
                <a:lnTo>
                  <a:pt x="141" y="34"/>
                </a:lnTo>
                <a:lnTo>
                  <a:pt x="172" y="65"/>
                </a:lnTo>
                <a:lnTo>
                  <a:pt x="210" y="103"/>
                </a:lnTo>
                <a:lnTo>
                  <a:pt x="234" y="55"/>
                </a:lnTo>
                <a:lnTo>
                  <a:pt x="261" y="0"/>
                </a:lnTo>
                <a:lnTo>
                  <a:pt x="286" y="124"/>
                </a:lnTo>
                <a:close/>
              </a:path>
            </a:pathLst>
          </a:custGeom>
          <a:solidFill>
            <a:srgbClr val="fcab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8" name=""/>
          <p:cNvSpPr/>
          <p:nvPr/>
        </p:nvSpPr>
        <p:spPr>
          <a:xfrm>
            <a:off x="5256720" y="2615400"/>
            <a:ext cx="64800" cy="70560"/>
          </a:xfrm>
          <a:custGeom>
            <a:avLst/>
            <a:gdLst/>
            <a:ahLst/>
            <a:rect l="0" t="0" r="r" b="b"/>
            <a:pathLst>
              <a:path w="180" h="196">
                <a:moveTo>
                  <a:pt x="117" y="52"/>
                </a:moveTo>
                <a:lnTo>
                  <a:pt x="133" y="47"/>
                </a:lnTo>
                <a:lnTo>
                  <a:pt x="180" y="35"/>
                </a:lnTo>
                <a:lnTo>
                  <a:pt x="150" y="70"/>
                </a:lnTo>
                <a:lnTo>
                  <a:pt x="138" y="83"/>
                </a:lnTo>
                <a:lnTo>
                  <a:pt x="152" y="93"/>
                </a:lnTo>
                <a:lnTo>
                  <a:pt x="179" y="113"/>
                </a:lnTo>
                <a:lnTo>
                  <a:pt x="126" y="113"/>
                </a:lnTo>
                <a:lnTo>
                  <a:pt x="130" y="132"/>
                </a:lnTo>
                <a:lnTo>
                  <a:pt x="143" y="196"/>
                </a:lnTo>
                <a:lnTo>
                  <a:pt x="92" y="149"/>
                </a:lnTo>
                <a:lnTo>
                  <a:pt x="83" y="141"/>
                </a:lnTo>
                <a:lnTo>
                  <a:pt x="72" y="148"/>
                </a:lnTo>
                <a:lnTo>
                  <a:pt x="26" y="179"/>
                </a:lnTo>
                <a:lnTo>
                  <a:pt x="47" y="136"/>
                </a:lnTo>
                <a:lnTo>
                  <a:pt x="59" y="113"/>
                </a:lnTo>
                <a:lnTo>
                  <a:pt x="0" y="113"/>
                </a:lnTo>
                <a:lnTo>
                  <a:pt x="33" y="95"/>
                </a:lnTo>
                <a:lnTo>
                  <a:pt x="52" y="84"/>
                </a:lnTo>
                <a:lnTo>
                  <a:pt x="36" y="69"/>
                </a:lnTo>
                <a:lnTo>
                  <a:pt x="10" y="41"/>
                </a:lnTo>
                <a:lnTo>
                  <a:pt x="38" y="47"/>
                </a:lnTo>
                <a:lnTo>
                  <a:pt x="57" y="52"/>
                </a:lnTo>
                <a:lnTo>
                  <a:pt x="57" y="13"/>
                </a:lnTo>
                <a:lnTo>
                  <a:pt x="70" y="26"/>
                </a:lnTo>
                <a:lnTo>
                  <a:pt x="86" y="42"/>
                </a:lnTo>
                <a:lnTo>
                  <a:pt x="96" y="22"/>
                </a:lnTo>
                <a:lnTo>
                  <a:pt x="107" y="0"/>
                </a:lnTo>
                <a:lnTo>
                  <a:pt x="117" y="52"/>
                </a:lnTo>
                <a:close/>
              </a:path>
            </a:pathLst>
          </a:custGeom>
          <a:solidFill>
            <a:srgbClr val="f5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9" name=""/>
          <p:cNvSpPr txBox="1"/>
          <p:nvPr/>
        </p:nvSpPr>
        <p:spPr>
          <a:xfrm>
            <a:off x="1844640" y="2731320"/>
            <a:ext cx="23994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Apache + mod_php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0" name=""/>
          <p:cNvSpPr txBox="1"/>
          <p:nvPr/>
        </p:nvSpPr>
        <p:spPr>
          <a:xfrm>
            <a:off x="5426280" y="2521800"/>
            <a:ext cx="12945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crash ~50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1" name=""/>
          <p:cNvSpPr txBox="1"/>
          <p:nvPr/>
        </p:nvSpPr>
        <p:spPr>
          <a:xfrm>
            <a:off x="5109120" y="2931480"/>
            <a:ext cx="15782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Virtual Users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2" name=""/>
          <p:cNvSpPr txBox="1"/>
          <p:nvPr/>
        </p:nvSpPr>
        <p:spPr>
          <a:xfrm>
            <a:off x="7633440" y="2731320"/>
            <a:ext cx="7048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100%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3" name=""/>
          <p:cNvSpPr txBox="1"/>
          <p:nvPr/>
        </p:nvSpPr>
        <p:spPr>
          <a:xfrm>
            <a:off x="9974160" y="2731320"/>
            <a:ext cx="7671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20–30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4" name=""/>
          <p:cNvSpPr txBox="1"/>
          <p:nvPr/>
        </p:nvSpPr>
        <p:spPr>
          <a:xfrm>
            <a:off x="880920" y="368388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1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5" name=""/>
          <p:cNvSpPr txBox="1"/>
          <p:nvPr/>
        </p:nvSpPr>
        <p:spPr>
          <a:xfrm>
            <a:off x="1844640" y="3474360"/>
            <a:ext cx="18403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Nginx + FPM +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6" name=""/>
          <p:cNvSpPr txBox="1"/>
          <p:nvPr/>
        </p:nvSpPr>
        <p:spPr>
          <a:xfrm>
            <a:off x="1844640" y="3884040"/>
            <a:ext cx="21542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OPcache + Redis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7" name=""/>
          <p:cNvSpPr txBox="1"/>
          <p:nvPr/>
        </p:nvSpPr>
        <p:spPr>
          <a:xfrm>
            <a:off x="5109120" y="3683880"/>
            <a:ext cx="9349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133 ms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8" name=""/>
          <p:cNvSpPr txBox="1"/>
          <p:nvPr/>
        </p:nvSpPr>
        <p:spPr>
          <a:xfrm>
            <a:off x="7633440" y="3683880"/>
            <a:ext cx="5522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25%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9" name=""/>
          <p:cNvSpPr txBox="1"/>
          <p:nvPr/>
        </p:nvSpPr>
        <p:spPr>
          <a:xfrm>
            <a:off x="9974160" y="3683880"/>
            <a:ext cx="5371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12.5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0" name=""/>
          <p:cNvSpPr txBox="1"/>
          <p:nvPr/>
        </p:nvSpPr>
        <p:spPr>
          <a:xfrm>
            <a:off x="880920" y="463644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2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1" name=""/>
          <p:cNvSpPr txBox="1"/>
          <p:nvPr/>
        </p:nvSpPr>
        <p:spPr>
          <a:xfrm>
            <a:off x="1844640" y="4426920"/>
            <a:ext cx="22302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Level 1 + FastCGI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2" name=""/>
          <p:cNvSpPr txBox="1"/>
          <p:nvPr/>
        </p:nvSpPr>
        <p:spPr>
          <a:xfrm>
            <a:off x="1844640" y="4836240"/>
            <a:ext cx="21236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cache + MariaDB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3" name=""/>
          <p:cNvSpPr txBox="1"/>
          <p:nvPr/>
        </p:nvSpPr>
        <p:spPr>
          <a:xfrm>
            <a:off x="5109120" y="4636440"/>
            <a:ext cx="7826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79 ms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4" name=""/>
          <p:cNvSpPr txBox="1"/>
          <p:nvPr/>
        </p:nvSpPr>
        <p:spPr>
          <a:xfrm>
            <a:off x="7633440" y="4636440"/>
            <a:ext cx="5522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18%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5" name=""/>
          <p:cNvSpPr txBox="1"/>
          <p:nvPr/>
        </p:nvSpPr>
        <p:spPr>
          <a:xfrm>
            <a:off x="9974160" y="463644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3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6" name=""/>
          <p:cNvSpPr txBox="1"/>
          <p:nvPr/>
        </p:nvSpPr>
        <p:spPr>
          <a:xfrm>
            <a:off x="880920" y="558900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3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7" name=""/>
          <p:cNvSpPr txBox="1"/>
          <p:nvPr/>
        </p:nvSpPr>
        <p:spPr>
          <a:xfrm>
            <a:off x="1844640" y="5379120"/>
            <a:ext cx="24606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Level 2 + Cloudflare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8" name=""/>
          <p:cNvSpPr txBox="1"/>
          <p:nvPr/>
        </p:nvSpPr>
        <p:spPr>
          <a:xfrm>
            <a:off x="1844640" y="5788800"/>
            <a:ext cx="5979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CDN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9" name=""/>
          <p:cNvSpPr txBox="1"/>
          <p:nvPr/>
        </p:nvSpPr>
        <p:spPr>
          <a:xfrm>
            <a:off x="5109120" y="5589000"/>
            <a:ext cx="17866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~20 ms (edge)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0" name=""/>
          <p:cNvSpPr txBox="1"/>
          <p:nvPr/>
        </p:nvSpPr>
        <p:spPr>
          <a:xfrm>
            <a:off x="7633440" y="5589000"/>
            <a:ext cx="5601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&lt;5%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1" name=""/>
          <p:cNvSpPr txBox="1"/>
          <p:nvPr/>
        </p:nvSpPr>
        <p:spPr>
          <a:xfrm>
            <a:off x="9974160" y="5589000"/>
            <a:ext cx="3146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&lt;1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2" name=""/>
          <p:cNvSpPr txBox="1"/>
          <p:nvPr/>
        </p:nvSpPr>
        <p:spPr>
          <a:xfrm>
            <a:off x="880920" y="633168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4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3" name=""/>
          <p:cNvSpPr txBox="1"/>
          <p:nvPr/>
        </p:nvSpPr>
        <p:spPr>
          <a:xfrm>
            <a:off x="1844640" y="6331680"/>
            <a:ext cx="27972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Level 2 + Simply Static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4" name=""/>
          <p:cNvSpPr txBox="1"/>
          <p:nvPr/>
        </p:nvSpPr>
        <p:spPr>
          <a:xfrm>
            <a:off x="5109120" y="6331680"/>
            <a:ext cx="7581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~4 ms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5" name=""/>
          <p:cNvSpPr txBox="1"/>
          <p:nvPr/>
        </p:nvSpPr>
        <p:spPr>
          <a:xfrm>
            <a:off x="7633440" y="6331680"/>
            <a:ext cx="5601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&lt;5%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6" name=""/>
          <p:cNvSpPr txBox="1"/>
          <p:nvPr/>
        </p:nvSpPr>
        <p:spPr>
          <a:xfrm>
            <a:off x="9974160" y="6331680"/>
            <a:ext cx="3146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&lt;1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8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0" name=""/>
          <p:cNvSpPr/>
          <p:nvPr/>
        </p:nvSpPr>
        <p:spPr>
          <a:xfrm>
            <a:off x="757080" y="1461960"/>
            <a:ext cx="10687320" cy="4372200"/>
          </a:xfrm>
          <a:custGeom>
            <a:avLst/>
            <a:gdLst/>
            <a:ahLst/>
            <a:rect l="0" t="0" r="r" b="b"/>
            <a:pathLst>
              <a:path w="29687" h="12145">
                <a:moveTo>
                  <a:pt x="0" y="12000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4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2000"/>
                </a:lnTo>
                <a:cubicBezTo>
                  <a:pt x="29687" y="12009"/>
                  <a:pt x="29686" y="12019"/>
                  <a:pt x="29684" y="12028"/>
                </a:cubicBezTo>
                <a:cubicBezTo>
                  <a:pt x="29683" y="12037"/>
                  <a:pt x="29680" y="12047"/>
                  <a:pt x="29676" y="12055"/>
                </a:cubicBezTo>
                <a:cubicBezTo>
                  <a:pt x="29672" y="12064"/>
                  <a:pt x="29668" y="12073"/>
                  <a:pt x="29663" y="12081"/>
                </a:cubicBezTo>
                <a:cubicBezTo>
                  <a:pt x="29657" y="12088"/>
                  <a:pt x="29651" y="12096"/>
                  <a:pt x="29645" y="12103"/>
                </a:cubicBezTo>
                <a:cubicBezTo>
                  <a:pt x="29638" y="12109"/>
                  <a:pt x="29630" y="12115"/>
                  <a:pt x="29623" y="12121"/>
                </a:cubicBezTo>
                <a:cubicBezTo>
                  <a:pt x="29615" y="12126"/>
                  <a:pt x="29606" y="12130"/>
                  <a:pt x="29597" y="12134"/>
                </a:cubicBezTo>
                <a:cubicBezTo>
                  <a:pt x="29589" y="12138"/>
                  <a:pt x="29579" y="12141"/>
                  <a:pt x="29570" y="12142"/>
                </a:cubicBezTo>
                <a:cubicBezTo>
                  <a:pt x="29561" y="12144"/>
                  <a:pt x="29551" y="12145"/>
                  <a:pt x="29542" y="12145"/>
                </a:cubicBezTo>
                <a:lnTo>
                  <a:pt x="145" y="12145"/>
                </a:lnTo>
                <a:cubicBezTo>
                  <a:pt x="136" y="12145"/>
                  <a:pt x="126" y="12144"/>
                  <a:pt x="117" y="12142"/>
                </a:cubicBezTo>
                <a:cubicBezTo>
                  <a:pt x="108" y="12141"/>
                  <a:pt x="99" y="12138"/>
                  <a:pt x="90" y="12134"/>
                </a:cubicBezTo>
                <a:cubicBezTo>
                  <a:pt x="81" y="12130"/>
                  <a:pt x="73" y="12126"/>
                  <a:pt x="65" y="12121"/>
                </a:cubicBezTo>
                <a:cubicBezTo>
                  <a:pt x="57" y="12115"/>
                  <a:pt x="49" y="12109"/>
                  <a:pt x="43" y="12103"/>
                </a:cubicBezTo>
                <a:cubicBezTo>
                  <a:pt x="36" y="12096"/>
                  <a:pt x="30" y="12088"/>
                  <a:pt x="24" y="12081"/>
                </a:cubicBezTo>
                <a:cubicBezTo>
                  <a:pt x="19" y="12073"/>
                  <a:pt x="15" y="12064"/>
                  <a:pt x="11" y="12055"/>
                </a:cubicBezTo>
                <a:cubicBezTo>
                  <a:pt x="7" y="12047"/>
                  <a:pt x="5" y="12037"/>
                  <a:pt x="3" y="12028"/>
                </a:cubicBezTo>
                <a:cubicBezTo>
                  <a:pt x="1" y="12019"/>
                  <a:pt x="0" y="12009"/>
                  <a:pt x="0" y="12000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1" name=""/>
          <p:cNvSpPr/>
          <p:nvPr/>
        </p:nvSpPr>
        <p:spPr>
          <a:xfrm>
            <a:off x="757080" y="1461960"/>
            <a:ext cx="10687320" cy="4372200"/>
          </a:xfrm>
          <a:custGeom>
            <a:avLst/>
            <a:gdLst/>
            <a:ahLst/>
            <a:rect l="0" t="0" r="r" b="b"/>
            <a:pathLst>
              <a:path w="29687" h="12145">
                <a:moveTo>
                  <a:pt x="0" y="12000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4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2000"/>
                </a:lnTo>
                <a:cubicBezTo>
                  <a:pt x="29687" y="12009"/>
                  <a:pt x="29686" y="12019"/>
                  <a:pt x="29684" y="12028"/>
                </a:cubicBezTo>
                <a:cubicBezTo>
                  <a:pt x="29683" y="12037"/>
                  <a:pt x="29680" y="12047"/>
                  <a:pt x="29676" y="12055"/>
                </a:cubicBezTo>
                <a:cubicBezTo>
                  <a:pt x="29672" y="12064"/>
                  <a:pt x="29668" y="12073"/>
                  <a:pt x="29663" y="12081"/>
                </a:cubicBezTo>
                <a:cubicBezTo>
                  <a:pt x="29657" y="12088"/>
                  <a:pt x="29651" y="12096"/>
                  <a:pt x="29645" y="12103"/>
                </a:cubicBezTo>
                <a:cubicBezTo>
                  <a:pt x="29638" y="12109"/>
                  <a:pt x="29630" y="12115"/>
                  <a:pt x="29623" y="12121"/>
                </a:cubicBezTo>
                <a:cubicBezTo>
                  <a:pt x="29615" y="12126"/>
                  <a:pt x="29606" y="12130"/>
                  <a:pt x="29597" y="12134"/>
                </a:cubicBezTo>
                <a:cubicBezTo>
                  <a:pt x="29589" y="12138"/>
                  <a:pt x="29579" y="12141"/>
                  <a:pt x="29570" y="12142"/>
                </a:cubicBezTo>
                <a:cubicBezTo>
                  <a:pt x="29561" y="12144"/>
                  <a:pt x="29551" y="12145"/>
                  <a:pt x="29542" y="12145"/>
                </a:cubicBezTo>
                <a:lnTo>
                  <a:pt x="145" y="12145"/>
                </a:lnTo>
                <a:cubicBezTo>
                  <a:pt x="136" y="12145"/>
                  <a:pt x="126" y="12144"/>
                  <a:pt x="117" y="12142"/>
                </a:cubicBezTo>
                <a:cubicBezTo>
                  <a:pt x="108" y="12141"/>
                  <a:pt x="99" y="12138"/>
                  <a:pt x="90" y="12134"/>
                </a:cubicBezTo>
                <a:cubicBezTo>
                  <a:pt x="81" y="12130"/>
                  <a:pt x="73" y="12126"/>
                  <a:pt x="65" y="12121"/>
                </a:cubicBezTo>
                <a:cubicBezTo>
                  <a:pt x="57" y="12115"/>
                  <a:pt x="49" y="12109"/>
                  <a:pt x="43" y="12103"/>
                </a:cubicBezTo>
                <a:cubicBezTo>
                  <a:pt x="36" y="12096"/>
                  <a:pt x="30" y="12088"/>
                  <a:pt x="24" y="12081"/>
                </a:cubicBezTo>
                <a:cubicBezTo>
                  <a:pt x="19" y="12073"/>
                  <a:pt x="15" y="12064"/>
                  <a:pt x="11" y="12055"/>
                </a:cubicBezTo>
                <a:cubicBezTo>
                  <a:pt x="7" y="12047"/>
                  <a:pt x="5" y="12037"/>
                  <a:pt x="3" y="12028"/>
                </a:cubicBezTo>
                <a:cubicBezTo>
                  <a:pt x="1" y="12019"/>
                  <a:pt x="0" y="12009"/>
                  <a:pt x="0" y="12000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2" name=""/>
          <p:cNvSpPr/>
          <p:nvPr/>
        </p:nvSpPr>
        <p:spPr>
          <a:xfrm>
            <a:off x="752400" y="5991120"/>
            <a:ext cx="66960" cy="829080"/>
          </a:xfrm>
          <a:custGeom>
            <a:avLst/>
            <a:gdLst/>
            <a:ahLst/>
            <a:rect l="0" t="0" r="r" b="b"/>
            <a:pathLst>
              <a:path w="186" h="2303">
                <a:moveTo>
                  <a:pt x="0" y="0"/>
                </a:moveTo>
                <a:lnTo>
                  <a:pt x="186" y="0"/>
                </a:lnTo>
                <a:lnTo>
                  <a:pt x="186" y="2303"/>
                </a:lnTo>
                <a:lnTo>
                  <a:pt x="0" y="23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3" name=""/>
          <p:cNvSpPr txBox="1"/>
          <p:nvPr/>
        </p:nvSpPr>
        <p:spPr>
          <a:xfrm>
            <a:off x="747720" y="770400"/>
            <a:ext cx="411696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  <a:ea typeface="Arial"/>
              </a:rPr>
              <a:t>The full cache hierarchy</a:t>
            </a:r>
            <a:endParaRPr b="0" lang="en-US" sz="28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4" name=""/>
          <p:cNvSpPr txBox="1"/>
          <p:nvPr/>
        </p:nvSpPr>
        <p:spPr>
          <a:xfrm>
            <a:off x="914400" y="1623600"/>
            <a:ext cx="28170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Request from browser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5" name=""/>
          <p:cNvSpPr txBox="1"/>
          <p:nvPr/>
        </p:nvSpPr>
        <p:spPr>
          <a:xfrm>
            <a:off x="914400" y="1890360"/>
            <a:ext cx="4230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  │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6" name=""/>
          <p:cNvSpPr txBox="1"/>
          <p:nvPr/>
        </p:nvSpPr>
        <p:spPr>
          <a:xfrm>
            <a:off x="914400" y="2166480"/>
            <a:ext cx="4230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  ▼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7" name=""/>
          <p:cNvSpPr txBox="1"/>
          <p:nvPr/>
        </p:nvSpPr>
        <p:spPr>
          <a:xfrm>
            <a:off x="914400" y="2433240"/>
            <a:ext cx="73234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[Cloudflare CDN]  ← Level 3 (edge cache, global PoP)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8" name=""/>
          <p:cNvSpPr txBox="1"/>
          <p:nvPr/>
        </p:nvSpPr>
        <p:spPr>
          <a:xfrm>
            <a:off x="914400" y="2700000"/>
            <a:ext cx="11253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  │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miss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9" name=""/>
          <p:cNvSpPr txBox="1"/>
          <p:nvPr/>
        </p:nvSpPr>
        <p:spPr>
          <a:xfrm>
            <a:off x="914400" y="2976120"/>
            <a:ext cx="4230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  ▼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0" name=""/>
          <p:cNvSpPr txBox="1"/>
          <p:nvPr/>
        </p:nvSpPr>
        <p:spPr>
          <a:xfrm>
            <a:off x="914400" y="3242880"/>
            <a:ext cx="80276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[Nginx FastCGI Cache]  ← Level 2 (disk cache, 60-min TTL)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1" name=""/>
          <p:cNvSpPr txBox="1"/>
          <p:nvPr/>
        </p:nvSpPr>
        <p:spPr>
          <a:xfrm>
            <a:off x="914400" y="3509640"/>
            <a:ext cx="11253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  │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miss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2" name=""/>
          <p:cNvSpPr txBox="1"/>
          <p:nvPr/>
        </p:nvSpPr>
        <p:spPr>
          <a:xfrm>
            <a:off x="914400" y="3785760"/>
            <a:ext cx="4230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  ▼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3" name=""/>
          <p:cNvSpPr txBox="1"/>
          <p:nvPr/>
        </p:nvSpPr>
        <p:spPr>
          <a:xfrm>
            <a:off x="914400" y="4052520"/>
            <a:ext cx="66193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[PHP-FPM]  ← always running, pool of 20 workers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4" name=""/>
          <p:cNvSpPr txBox="1"/>
          <p:nvPr/>
        </p:nvSpPr>
        <p:spPr>
          <a:xfrm>
            <a:off x="914400" y="4319280"/>
            <a:ext cx="74635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  ├──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[OPcache]  ← Level 1 (compiled bytecode in RAM)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5" name=""/>
          <p:cNvSpPr txBox="1"/>
          <p:nvPr/>
        </p:nvSpPr>
        <p:spPr>
          <a:xfrm>
            <a:off x="914400" y="4595400"/>
            <a:ext cx="88718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  └──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[Redis Object Cache]  ← Level 1 (DB query results in RAM)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6" name=""/>
          <p:cNvSpPr txBox="1"/>
          <p:nvPr/>
        </p:nvSpPr>
        <p:spPr>
          <a:xfrm>
            <a:off x="914400" y="4862160"/>
            <a:ext cx="43653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│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miss (first time only)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7" name=""/>
          <p:cNvSpPr txBox="1"/>
          <p:nvPr/>
        </p:nvSpPr>
        <p:spPr>
          <a:xfrm>
            <a:off x="914400" y="5128920"/>
            <a:ext cx="1126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▼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8" name=""/>
          <p:cNvSpPr txBox="1"/>
          <p:nvPr/>
        </p:nvSpPr>
        <p:spPr>
          <a:xfrm>
            <a:off x="914400" y="5405040"/>
            <a:ext cx="73220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 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[MariaDB]  ← tuned at Level 2: 512MB buffer pool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9" name=""/>
          <p:cNvSpPr txBox="1"/>
          <p:nvPr/>
        </p:nvSpPr>
        <p:spPr>
          <a:xfrm>
            <a:off x="1090440" y="6036480"/>
            <a:ext cx="61102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59636e"/>
                </a:solidFill>
                <a:latin typeface="Arial"/>
                <a:ea typeface="Arial"/>
              </a:rPr>
              <a:t>Each layer absorbed ~70–95% of what reached it.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0" name=""/>
          <p:cNvSpPr txBox="1"/>
          <p:nvPr/>
        </p:nvSpPr>
        <p:spPr>
          <a:xfrm>
            <a:off x="1090440" y="6446160"/>
            <a:ext cx="67521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59636e"/>
                </a:solidFill>
                <a:latin typeface="Arial"/>
                <a:ea typeface="Arial"/>
              </a:rPr>
              <a:t>MariaDB only sees the requests Redis couldn't answer.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2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4" name=""/>
          <p:cNvSpPr/>
          <p:nvPr/>
        </p:nvSpPr>
        <p:spPr>
          <a:xfrm>
            <a:off x="757080" y="4967280"/>
            <a:ext cx="10687320" cy="1133640"/>
          </a:xfrm>
          <a:custGeom>
            <a:avLst/>
            <a:gdLst/>
            <a:ahLst/>
            <a:rect l="0" t="0" r="r" b="b"/>
            <a:pathLst>
              <a:path w="29687" h="3149">
                <a:moveTo>
                  <a:pt x="0" y="3004"/>
                </a:moveTo>
                <a:lnTo>
                  <a:pt x="0" y="145"/>
                </a:lnTo>
                <a:cubicBezTo>
                  <a:pt x="0" y="135"/>
                  <a:pt x="1" y="126"/>
                  <a:pt x="3" y="117"/>
                </a:cubicBezTo>
                <a:cubicBezTo>
                  <a:pt x="5" y="107"/>
                  <a:pt x="7" y="98"/>
                  <a:pt x="11" y="89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0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0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29"/>
                  <a:pt x="29638" y="35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89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5"/>
                  <a:pt x="29687" y="145"/>
                </a:cubicBezTo>
                <a:lnTo>
                  <a:pt x="29687" y="3004"/>
                </a:lnTo>
                <a:cubicBezTo>
                  <a:pt x="29687" y="3013"/>
                  <a:pt x="29686" y="3023"/>
                  <a:pt x="29684" y="3032"/>
                </a:cubicBezTo>
                <a:cubicBezTo>
                  <a:pt x="29683" y="3041"/>
                  <a:pt x="29680" y="3050"/>
                  <a:pt x="29676" y="3059"/>
                </a:cubicBezTo>
                <a:cubicBezTo>
                  <a:pt x="29672" y="3068"/>
                  <a:pt x="29668" y="3076"/>
                  <a:pt x="29663" y="3084"/>
                </a:cubicBezTo>
                <a:cubicBezTo>
                  <a:pt x="29657" y="3092"/>
                  <a:pt x="29651" y="3100"/>
                  <a:pt x="29645" y="3106"/>
                </a:cubicBezTo>
                <a:cubicBezTo>
                  <a:pt x="29638" y="3113"/>
                  <a:pt x="29630" y="3119"/>
                  <a:pt x="29623" y="3125"/>
                </a:cubicBezTo>
                <a:cubicBezTo>
                  <a:pt x="29615" y="3130"/>
                  <a:pt x="29606" y="3134"/>
                  <a:pt x="29597" y="3138"/>
                </a:cubicBezTo>
                <a:cubicBezTo>
                  <a:pt x="29589" y="3142"/>
                  <a:pt x="29579" y="3144"/>
                  <a:pt x="29570" y="3146"/>
                </a:cubicBezTo>
                <a:cubicBezTo>
                  <a:pt x="29561" y="3148"/>
                  <a:pt x="29551" y="3149"/>
                  <a:pt x="29542" y="3149"/>
                </a:cubicBezTo>
                <a:lnTo>
                  <a:pt x="145" y="3149"/>
                </a:lnTo>
                <a:cubicBezTo>
                  <a:pt x="136" y="3149"/>
                  <a:pt x="126" y="3148"/>
                  <a:pt x="117" y="3146"/>
                </a:cubicBezTo>
                <a:cubicBezTo>
                  <a:pt x="108" y="3144"/>
                  <a:pt x="99" y="3142"/>
                  <a:pt x="90" y="3138"/>
                </a:cubicBezTo>
                <a:cubicBezTo>
                  <a:pt x="81" y="3134"/>
                  <a:pt x="73" y="3130"/>
                  <a:pt x="65" y="3125"/>
                </a:cubicBezTo>
                <a:cubicBezTo>
                  <a:pt x="57" y="3119"/>
                  <a:pt x="49" y="3113"/>
                  <a:pt x="43" y="3106"/>
                </a:cubicBezTo>
                <a:cubicBezTo>
                  <a:pt x="36" y="3100"/>
                  <a:pt x="30" y="3092"/>
                  <a:pt x="24" y="3084"/>
                </a:cubicBezTo>
                <a:cubicBezTo>
                  <a:pt x="19" y="3076"/>
                  <a:pt x="15" y="3068"/>
                  <a:pt x="11" y="3059"/>
                </a:cubicBezTo>
                <a:cubicBezTo>
                  <a:pt x="7" y="3050"/>
                  <a:pt x="5" y="3041"/>
                  <a:pt x="3" y="3032"/>
                </a:cubicBezTo>
                <a:cubicBezTo>
                  <a:pt x="1" y="3023"/>
                  <a:pt x="0" y="3013"/>
                  <a:pt x="0" y="3004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5" name=""/>
          <p:cNvSpPr/>
          <p:nvPr/>
        </p:nvSpPr>
        <p:spPr>
          <a:xfrm>
            <a:off x="757080" y="4967280"/>
            <a:ext cx="10687320" cy="1133640"/>
          </a:xfrm>
          <a:custGeom>
            <a:avLst/>
            <a:gdLst/>
            <a:ahLst/>
            <a:rect l="0" t="0" r="r" b="b"/>
            <a:pathLst>
              <a:path w="29687" h="3149">
                <a:moveTo>
                  <a:pt x="0" y="3004"/>
                </a:moveTo>
                <a:lnTo>
                  <a:pt x="0" y="145"/>
                </a:lnTo>
                <a:cubicBezTo>
                  <a:pt x="0" y="135"/>
                  <a:pt x="1" y="126"/>
                  <a:pt x="3" y="117"/>
                </a:cubicBezTo>
                <a:cubicBezTo>
                  <a:pt x="5" y="107"/>
                  <a:pt x="7" y="98"/>
                  <a:pt x="11" y="89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0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0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29"/>
                  <a:pt x="29638" y="35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89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5"/>
                  <a:pt x="29687" y="145"/>
                </a:cubicBezTo>
                <a:lnTo>
                  <a:pt x="29687" y="3004"/>
                </a:lnTo>
                <a:cubicBezTo>
                  <a:pt x="29687" y="3013"/>
                  <a:pt x="29686" y="3023"/>
                  <a:pt x="29684" y="3032"/>
                </a:cubicBezTo>
                <a:cubicBezTo>
                  <a:pt x="29683" y="3041"/>
                  <a:pt x="29680" y="3050"/>
                  <a:pt x="29676" y="3059"/>
                </a:cubicBezTo>
                <a:cubicBezTo>
                  <a:pt x="29672" y="3068"/>
                  <a:pt x="29668" y="3076"/>
                  <a:pt x="29663" y="3084"/>
                </a:cubicBezTo>
                <a:cubicBezTo>
                  <a:pt x="29657" y="3092"/>
                  <a:pt x="29651" y="3100"/>
                  <a:pt x="29645" y="3106"/>
                </a:cubicBezTo>
                <a:cubicBezTo>
                  <a:pt x="29638" y="3113"/>
                  <a:pt x="29630" y="3119"/>
                  <a:pt x="29623" y="3125"/>
                </a:cubicBezTo>
                <a:cubicBezTo>
                  <a:pt x="29615" y="3130"/>
                  <a:pt x="29606" y="3134"/>
                  <a:pt x="29597" y="3138"/>
                </a:cubicBezTo>
                <a:cubicBezTo>
                  <a:pt x="29589" y="3142"/>
                  <a:pt x="29579" y="3144"/>
                  <a:pt x="29570" y="3146"/>
                </a:cubicBezTo>
                <a:cubicBezTo>
                  <a:pt x="29561" y="3148"/>
                  <a:pt x="29551" y="3149"/>
                  <a:pt x="29542" y="3149"/>
                </a:cubicBezTo>
                <a:lnTo>
                  <a:pt x="145" y="3149"/>
                </a:lnTo>
                <a:cubicBezTo>
                  <a:pt x="136" y="3149"/>
                  <a:pt x="126" y="3148"/>
                  <a:pt x="117" y="3146"/>
                </a:cubicBezTo>
                <a:cubicBezTo>
                  <a:pt x="108" y="3144"/>
                  <a:pt x="99" y="3142"/>
                  <a:pt x="90" y="3138"/>
                </a:cubicBezTo>
                <a:cubicBezTo>
                  <a:pt x="81" y="3134"/>
                  <a:pt x="73" y="3130"/>
                  <a:pt x="65" y="3125"/>
                </a:cubicBezTo>
                <a:cubicBezTo>
                  <a:pt x="57" y="3119"/>
                  <a:pt x="49" y="3113"/>
                  <a:pt x="43" y="3106"/>
                </a:cubicBezTo>
                <a:cubicBezTo>
                  <a:pt x="36" y="3100"/>
                  <a:pt x="30" y="3092"/>
                  <a:pt x="24" y="3084"/>
                </a:cubicBezTo>
                <a:cubicBezTo>
                  <a:pt x="19" y="3076"/>
                  <a:pt x="15" y="3068"/>
                  <a:pt x="11" y="3059"/>
                </a:cubicBezTo>
                <a:cubicBezTo>
                  <a:pt x="7" y="3050"/>
                  <a:pt x="5" y="3041"/>
                  <a:pt x="3" y="3032"/>
                </a:cubicBezTo>
                <a:cubicBezTo>
                  <a:pt x="1" y="3023"/>
                  <a:pt x="0" y="3013"/>
                  <a:pt x="0" y="3004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6" name=""/>
          <p:cNvSpPr txBox="1"/>
          <p:nvPr/>
        </p:nvSpPr>
        <p:spPr>
          <a:xfrm>
            <a:off x="747720" y="770400"/>
            <a:ext cx="283824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  <a:ea typeface="Arial"/>
              </a:rPr>
              <a:t>Lessons learned</a:t>
            </a:r>
            <a:endParaRPr b="0" lang="en-US" sz="28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7" name=""/>
          <p:cNvSpPr txBox="1"/>
          <p:nvPr/>
        </p:nvSpPr>
        <p:spPr>
          <a:xfrm>
            <a:off x="747720" y="1502640"/>
            <a:ext cx="33109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1. Measure before you fix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8" name=""/>
          <p:cNvSpPr txBox="1"/>
          <p:nvPr/>
        </p:nvSpPr>
        <p:spPr>
          <a:xfrm>
            <a:off x="747720" y="2064600"/>
            <a:ext cx="36720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Set up Prometheus + Grafana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9" name=""/>
          <p:cNvSpPr txBox="1"/>
          <p:nvPr/>
        </p:nvSpPr>
        <p:spPr>
          <a:xfrm>
            <a:off x="747720" y="2483640"/>
            <a:ext cx="23446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before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you need it.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0" name=""/>
          <p:cNvSpPr/>
          <p:nvPr/>
        </p:nvSpPr>
        <p:spPr>
          <a:xfrm>
            <a:off x="752400" y="3466800"/>
            <a:ext cx="1733760" cy="362520"/>
          </a:xfrm>
          <a:custGeom>
            <a:avLst/>
            <a:gdLst/>
            <a:ahLst/>
            <a:rect l="0" t="0" r="r" b="b"/>
            <a:pathLst>
              <a:path w="4816" h="1007">
                <a:moveTo>
                  <a:pt x="0" y="847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4657" y="0"/>
                </a:lnTo>
                <a:cubicBezTo>
                  <a:pt x="4668" y="0"/>
                  <a:pt x="4678" y="1"/>
                  <a:pt x="4688" y="3"/>
                </a:cubicBezTo>
                <a:cubicBezTo>
                  <a:pt x="4699" y="5"/>
                  <a:pt x="4708" y="8"/>
                  <a:pt x="4718" y="12"/>
                </a:cubicBezTo>
                <a:cubicBezTo>
                  <a:pt x="4728" y="16"/>
                  <a:pt x="4737" y="21"/>
                  <a:pt x="4746" y="27"/>
                </a:cubicBezTo>
                <a:cubicBezTo>
                  <a:pt x="4754" y="33"/>
                  <a:pt x="4762" y="39"/>
                  <a:pt x="4770" y="47"/>
                </a:cubicBezTo>
                <a:cubicBezTo>
                  <a:pt x="4777" y="54"/>
                  <a:pt x="4784" y="62"/>
                  <a:pt x="4789" y="71"/>
                </a:cubicBezTo>
                <a:cubicBezTo>
                  <a:pt x="4795" y="80"/>
                  <a:pt x="4800" y="89"/>
                  <a:pt x="4804" y="98"/>
                </a:cubicBezTo>
                <a:cubicBezTo>
                  <a:pt x="4808" y="108"/>
                  <a:pt x="4811" y="118"/>
                  <a:pt x="4813" y="128"/>
                </a:cubicBezTo>
                <a:cubicBezTo>
                  <a:pt x="4815" y="138"/>
                  <a:pt x="4816" y="149"/>
                  <a:pt x="4816" y="159"/>
                </a:cubicBezTo>
                <a:lnTo>
                  <a:pt x="4816" y="847"/>
                </a:lnTo>
                <a:cubicBezTo>
                  <a:pt x="4816" y="857"/>
                  <a:pt x="4815" y="868"/>
                  <a:pt x="4813" y="878"/>
                </a:cubicBezTo>
                <a:cubicBezTo>
                  <a:pt x="4811" y="888"/>
                  <a:pt x="4808" y="898"/>
                  <a:pt x="4804" y="908"/>
                </a:cubicBezTo>
                <a:cubicBezTo>
                  <a:pt x="4800" y="917"/>
                  <a:pt x="4795" y="928"/>
                  <a:pt x="4789" y="936"/>
                </a:cubicBezTo>
                <a:cubicBezTo>
                  <a:pt x="4784" y="945"/>
                  <a:pt x="4777" y="953"/>
                  <a:pt x="4770" y="960"/>
                </a:cubicBezTo>
                <a:cubicBezTo>
                  <a:pt x="4762" y="968"/>
                  <a:pt x="4754" y="974"/>
                  <a:pt x="4746" y="980"/>
                </a:cubicBezTo>
                <a:cubicBezTo>
                  <a:pt x="4737" y="986"/>
                  <a:pt x="4728" y="991"/>
                  <a:pt x="4718" y="995"/>
                </a:cubicBezTo>
                <a:cubicBezTo>
                  <a:pt x="4708" y="999"/>
                  <a:pt x="4699" y="1002"/>
                  <a:pt x="4688" y="1004"/>
                </a:cubicBezTo>
                <a:cubicBezTo>
                  <a:pt x="4678" y="1006"/>
                  <a:pt x="4668" y="1007"/>
                  <a:pt x="4657" y="1007"/>
                </a:cubicBezTo>
                <a:lnTo>
                  <a:pt x="158" y="1007"/>
                </a:lnTo>
                <a:cubicBezTo>
                  <a:pt x="148" y="1007"/>
                  <a:pt x="138" y="1006"/>
                  <a:pt x="127" y="1004"/>
                </a:cubicBezTo>
                <a:cubicBezTo>
                  <a:pt x="117" y="1002"/>
                  <a:pt x="107" y="999"/>
                  <a:pt x="98" y="995"/>
                </a:cubicBezTo>
                <a:cubicBezTo>
                  <a:pt x="88" y="991"/>
                  <a:pt x="79" y="986"/>
                  <a:pt x="70" y="980"/>
                </a:cubicBezTo>
                <a:cubicBezTo>
                  <a:pt x="62" y="974"/>
                  <a:pt x="54" y="968"/>
                  <a:pt x="46" y="960"/>
                </a:cubicBezTo>
                <a:cubicBezTo>
                  <a:pt x="39" y="953"/>
                  <a:pt x="32" y="945"/>
                  <a:pt x="26" y="936"/>
                </a:cubicBezTo>
                <a:cubicBezTo>
                  <a:pt x="21" y="928"/>
                  <a:pt x="16" y="917"/>
                  <a:pt x="12" y="908"/>
                </a:cubicBezTo>
                <a:cubicBezTo>
                  <a:pt x="8" y="898"/>
                  <a:pt x="5" y="888"/>
                  <a:pt x="3" y="878"/>
                </a:cubicBezTo>
                <a:cubicBezTo>
                  <a:pt x="1" y="868"/>
                  <a:pt x="0" y="857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91" name=""/>
          <p:cNvSpPr txBox="1"/>
          <p:nvPr/>
        </p:nvSpPr>
        <p:spPr>
          <a:xfrm>
            <a:off x="747720" y="2893320"/>
            <a:ext cx="44308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You cannot fix what you cannot see.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2" name=""/>
          <p:cNvSpPr txBox="1"/>
          <p:nvPr/>
        </p:nvSpPr>
        <p:spPr>
          <a:xfrm>
            <a:off x="841680" y="3518280"/>
            <a:ext cx="15490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make obs-up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3" name=""/>
          <p:cNvSpPr txBox="1"/>
          <p:nvPr/>
        </p:nvSpPr>
        <p:spPr>
          <a:xfrm>
            <a:off x="2484720" y="3464640"/>
            <a:ext cx="19166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 —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30 seconds.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4" name=""/>
          <p:cNvSpPr txBox="1"/>
          <p:nvPr/>
        </p:nvSpPr>
        <p:spPr>
          <a:xfrm>
            <a:off x="747720" y="4446000"/>
            <a:ext cx="38016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2. The three WP cache layers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5" name=""/>
          <p:cNvSpPr txBox="1"/>
          <p:nvPr/>
        </p:nvSpPr>
        <p:spPr>
          <a:xfrm>
            <a:off x="914400" y="5128920"/>
            <a:ext cx="50695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OPcache  → PHP bytecode  → always on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6" name=""/>
          <p:cNvSpPr txBox="1"/>
          <p:nvPr/>
        </p:nvSpPr>
        <p:spPr>
          <a:xfrm>
            <a:off x="914400" y="5395680"/>
            <a:ext cx="59155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Redis    → DB queries    → wp redis enable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7" name=""/>
          <p:cNvSpPr txBox="1"/>
          <p:nvPr/>
        </p:nvSpPr>
        <p:spPr>
          <a:xfrm>
            <a:off x="914400" y="5671800"/>
            <a:ext cx="52113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FastCGI  → Full pages    → nginx.conf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8" name=""/>
          <p:cNvSpPr txBox="1"/>
          <p:nvPr/>
        </p:nvSpPr>
        <p:spPr>
          <a:xfrm>
            <a:off x="747720" y="6303240"/>
            <a:ext cx="33580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Most sites use 0 of these 3.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9" name=""/>
          <p:cNvSpPr txBox="1"/>
          <p:nvPr/>
        </p:nvSpPr>
        <p:spPr>
          <a:xfrm>
            <a:off x="747720" y="6722280"/>
            <a:ext cx="46764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All three: completely different machine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1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3" name=""/>
          <p:cNvSpPr/>
          <p:nvPr/>
        </p:nvSpPr>
        <p:spPr>
          <a:xfrm>
            <a:off x="752400" y="1457280"/>
            <a:ext cx="2248200" cy="543240"/>
          </a:xfrm>
          <a:custGeom>
            <a:avLst/>
            <a:gdLst/>
            <a:ahLst/>
            <a:rect l="0" t="0" r="r" b="b"/>
            <a:pathLst>
              <a:path w="6245" h="1509">
                <a:moveTo>
                  <a:pt x="0" y="0"/>
                </a:moveTo>
                <a:lnTo>
                  <a:pt x="6245" y="0"/>
                </a:lnTo>
                <a:lnTo>
                  <a:pt x="624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4" name=""/>
          <p:cNvSpPr/>
          <p:nvPr/>
        </p:nvSpPr>
        <p:spPr>
          <a:xfrm>
            <a:off x="3000240" y="1457280"/>
            <a:ext cx="6991560" cy="543240"/>
          </a:xfrm>
          <a:custGeom>
            <a:avLst/>
            <a:gdLst/>
            <a:ahLst/>
            <a:rect l="0" t="0" r="r" b="b"/>
            <a:pathLst>
              <a:path w="19421" h="1509">
                <a:moveTo>
                  <a:pt x="0" y="0"/>
                </a:moveTo>
                <a:lnTo>
                  <a:pt x="19421" y="0"/>
                </a:lnTo>
                <a:lnTo>
                  <a:pt x="19421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5" name=""/>
          <p:cNvSpPr/>
          <p:nvPr/>
        </p:nvSpPr>
        <p:spPr>
          <a:xfrm>
            <a:off x="752400" y="2000160"/>
            <a:ext cx="2248200" cy="533520"/>
          </a:xfrm>
          <a:custGeom>
            <a:avLst/>
            <a:gdLst/>
            <a:ahLst/>
            <a:rect l="0" t="0" r="r" b="b"/>
            <a:pathLst>
              <a:path w="6245" h="1482">
                <a:moveTo>
                  <a:pt x="0" y="0"/>
                </a:moveTo>
                <a:lnTo>
                  <a:pt x="6245" y="0"/>
                </a:lnTo>
                <a:lnTo>
                  <a:pt x="6245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6" name=""/>
          <p:cNvSpPr/>
          <p:nvPr/>
        </p:nvSpPr>
        <p:spPr>
          <a:xfrm>
            <a:off x="3000240" y="2000160"/>
            <a:ext cx="6991560" cy="533520"/>
          </a:xfrm>
          <a:custGeom>
            <a:avLst/>
            <a:gdLst/>
            <a:ahLst/>
            <a:rect l="0" t="0" r="r" b="b"/>
            <a:pathLst>
              <a:path w="19421" h="1482">
                <a:moveTo>
                  <a:pt x="0" y="0"/>
                </a:moveTo>
                <a:lnTo>
                  <a:pt x="19421" y="0"/>
                </a:lnTo>
                <a:lnTo>
                  <a:pt x="19421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7" name=""/>
          <p:cNvSpPr/>
          <p:nvPr/>
        </p:nvSpPr>
        <p:spPr>
          <a:xfrm>
            <a:off x="752400" y="2533320"/>
            <a:ext cx="2248200" cy="543600"/>
          </a:xfrm>
          <a:custGeom>
            <a:avLst/>
            <a:gdLst/>
            <a:ahLst/>
            <a:rect l="0" t="0" r="r" b="b"/>
            <a:pathLst>
              <a:path w="6245" h="1510">
                <a:moveTo>
                  <a:pt x="0" y="0"/>
                </a:moveTo>
                <a:lnTo>
                  <a:pt x="6245" y="0"/>
                </a:lnTo>
                <a:lnTo>
                  <a:pt x="6245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8" name=""/>
          <p:cNvSpPr/>
          <p:nvPr/>
        </p:nvSpPr>
        <p:spPr>
          <a:xfrm>
            <a:off x="3000240" y="2533320"/>
            <a:ext cx="6991560" cy="543600"/>
          </a:xfrm>
          <a:custGeom>
            <a:avLst/>
            <a:gdLst/>
            <a:ahLst/>
            <a:rect l="0" t="0" r="r" b="b"/>
            <a:pathLst>
              <a:path w="19421" h="1510">
                <a:moveTo>
                  <a:pt x="0" y="0"/>
                </a:moveTo>
                <a:lnTo>
                  <a:pt x="19421" y="0"/>
                </a:lnTo>
                <a:lnTo>
                  <a:pt x="19421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9" name=""/>
          <p:cNvSpPr/>
          <p:nvPr/>
        </p:nvSpPr>
        <p:spPr>
          <a:xfrm>
            <a:off x="752400" y="3076560"/>
            <a:ext cx="2248200" cy="533520"/>
          </a:xfrm>
          <a:custGeom>
            <a:avLst/>
            <a:gdLst/>
            <a:ahLst/>
            <a:rect l="0" t="0" r="r" b="b"/>
            <a:pathLst>
              <a:path w="6245" h="1482">
                <a:moveTo>
                  <a:pt x="0" y="0"/>
                </a:moveTo>
                <a:lnTo>
                  <a:pt x="6245" y="0"/>
                </a:lnTo>
                <a:lnTo>
                  <a:pt x="6245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0" name=""/>
          <p:cNvSpPr/>
          <p:nvPr/>
        </p:nvSpPr>
        <p:spPr>
          <a:xfrm>
            <a:off x="3000240" y="3076560"/>
            <a:ext cx="6991560" cy="533520"/>
          </a:xfrm>
          <a:custGeom>
            <a:avLst/>
            <a:gdLst/>
            <a:ahLst/>
            <a:rect l="0" t="0" r="r" b="b"/>
            <a:pathLst>
              <a:path w="19421" h="1482">
                <a:moveTo>
                  <a:pt x="0" y="0"/>
                </a:moveTo>
                <a:lnTo>
                  <a:pt x="19421" y="0"/>
                </a:lnTo>
                <a:lnTo>
                  <a:pt x="19421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1" name=""/>
          <p:cNvSpPr/>
          <p:nvPr/>
        </p:nvSpPr>
        <p:spPr>
          <a:xfrm>
            <a:off x="752400" y="3609720"/>
            <a:ext cx="2248200" cy="543240"/>
          </a:xfrm>
          <a:custGeom>
            <a:avLst/>
            <a:gdLst/>
            <a:ahLst/>
            <a:rect l="0" t="0" r="r" b="b"/>
            <a:pathLst>
              <a:path w="6245" h="1509">
                <a:moveTo>
                  <a:pt x="0" y="0"/>
                </a:moveTo>
                <a:lnTo>
                  <a:pt x="6245" y="0"/>
                </a:lnTo>
                <a:lnTo>
                  <a:pt x="624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2" name=""/>
          <p:cNvSpPr/>
          <p:nvPr/>
        </p:nvSpPr>
        <p:spPr>
          <a:xfrm>
            <a:off x="3000240" y="3609720"/>
            <a:ext cx="6991560" cy="543240"/>
          </a:xfrm>
          <a:custGeom>
            <a:avLst/>
            <a:gdLst/>
            <a:ahLst/>
            <a:rect l="0" t="0" r="r" b="b"/>
            <a:pathLst>
              <a:path w="19421" h="1509">
                <a:moveTo>
                  <a:pt x="0" y="0"/>
                </a:moveTo>
                <a:lnTo>
                  <a:pt x="19421" y="0"/>
                </a:lnTo>
                <a:lnTo>
                  <a:pt x="19421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3" name=""/>
          <p:cNvSpPr/>
          <p:nvPr/>
        </p:nvSpPr>
        <p:spPr>
          <a:xfrm>
            <a:off x="752400" y="14572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4" name=""/>
          <p:cNvSpPr/>
          <p:nvPr/>
        </p:nvSpPr>
        <p:spPr>
          <a:xfrm>
            <a:off x="752400" y="1457280"/>
            <a:ext cx="2248200" cy="9720"/>
          </a:xfrm>
          <a:custGeom>
            <a:avLst/>
            <a:gdLst/>
            <a:ahLst/>
            <a:rect l="0" t="0" r="r" b="b"/>
            <a:pathLst>
              <a:path w="6245" h="27">
                <a:moveTo>
                  <a:pt x="0" y="0"/>
                </a:moveTo>
                <a:lnTo>
                  <a:pt x="6245" y="0"/>
                </a:lnTo>
                <a:lnTo>
                  <a:pt x="624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5" name=""/>
          <p:cNvSpPr/>
          <p:nvPr/>
        </p:nvSpPr>
        <p:spPr>
          <a:xfrm>
            <a:off x="2990520" y="145728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6" name=""/>
          <p:cNvSpPr/>
          <p:nvPr/>
        </p:nvSpPr>
        <p:spPr>
          <a:xfrm>
            <a:off x="3000240" y="1457280"/>
            <a:ext cx="7001280" cy="9720"/>
          </a:xfrm>
          <a:custGeom>
            <a:avLst/>
            <a:gdLst/>
            <a:ahLst/>
            <a:rect l="0" t="0" r="r" b="b"/>
            <a:pathLst>
              <a:path w="19448" h="27">
                <a:moveTo>
                  <a:pt x="0" y="0"/>
                </a:moveTo>
                <a:lnTo>
                  <a:pt x="19448" y="0"/>
                </a:lnTo>
                <a:lnTo>
                  <a:pt x="1944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7" name=""/>
          <p:cNvSpPr/>
          <p:nvPr/>
        </p:nvSpPr>
        <p:spPr>
          <a:xfrm>
            <a:off x="9991440" y="1457280"/>
            <a:ext cx="10440" cy="543240"/>
          </a:xfrm>
          <a:custGeom>
            <a:avLst/>
            <a:gdLst/>
            <a:ahLst/>
            <a:rect l="0" t="0" r="r" b="b"/>
            <a:pathLst>
              <a:path w="29" h="1509">
                <a:moveTo>
                  <a:pt x="0" y="0"/>
                </a:moveTo>
                <a:lnTo>
                  <a:pt x="29" y="0"/>
                </a:lnTo>
                <a:lnTo>
                  <a:pt x="29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8" name=""/>
          <p:cNvSpPr/>
          <p:nvPr/>
        </p:nvSpPr>
        <p:spPr>
          <a:xfrm>
            <a:off x="752400" y="1990440"/>
            <a:ext cx="2248200" cy="10080"/>
          </a:xfrm>
          <a:custGeom>
            <a:avLst/>
            <a:gdLst/>
            <a:ahLst/>
            <a:rect l="0" t="0" r="r" b="b"/>
            <a:pathLst>
              <a:path w="6245" h="28">
                <a:moveTo>
                  <a:pt x="0" y="0"/>
                </a:moveTo>
                <a:lnTo>
                  <a:pt x="6245" y="0"/>
                </a:lnTo>
                <a:lnTo>
                  <a:pt x="624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9" name=""/>
          <p:cNvSpPr/>
          <p:nvPr/>
        </p:nvSpPr>
        <p:spPr>
          <a:xfrm>
            <a:off x="3000240" y="1990440"/>
            <a:ext cx="7001280" cy="10080"/>
          </a:xfrm>
          <a:custGeom>
            <a:avLst/>
            <a:gdLst/>
            <a:ahLst/>
            <a:rect l="0" t="0" r="r" b="b"/>
            <a:pathLst>
              <a:path w="19448" h="28">
                <a:moveTo>
                  <a:pt x="0" y="0"/>
                </a:moveTo>
                <a:lnTo>
                  <a:pt x="19448" y="0"/>
                </a:lnTo>
                <a:lnTo>
                  <a:pt x="1944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0" name=""/>
          <p:cNvSpPr/>
          <p:nvPr/>
        </p:nvSpPr>
        <p:spPr>
          <a:xfrm>
            <a:off x="752400" y="20001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1" name=""/>
          <p:cNvSpPr/>
          <p:nvPr/>
        </p:nvSpPr>
        <p:spPr>
          <a:xfrm>
            <a:off x="2990520" y="200016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2" name=""/>
          <p:cNvSpPr/>
          <p:nvPr/>
        </p:nvSpPr>
        <p:spPr>
          <a:xfrm>
            <a:off x="9991440" y="2000160"/>
            <a:ext cx="10440" cy="543240"/>
          </a:xfrm>
          <a:custGeom>
            <a:avLst/>
            <a:gdLst/>
            <a:ahLst/>
            <a:rect l="0" t="0" r="r" b="b"/>
            <a:pathLst>
              <a:path w="29" h="1509">
                <a:moveTo>
                  <a:pt x="0" y="0"/>
                </a:moveTo>
                <a:lnTo>
                  <a:pt x="29" y="0"/>
                </a:lnTo>
                <a:lnTo>
                  <a:pt x="29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3" name=""/>
          <p:cNvSpPr/>
          <p:nvPr/>
        </p:nvSpPr>
        <p:spPr>
          <a:xfrm>
            <a:off x="752400" y="254304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4" name=""/>
          <p:cNvSpPr/>
          <p:nvPr/>
        </p:nvSpPr>
        <p:spPr>
          <a:xfrm>
            <a:off x="752400" y="2533320"/>
            <a:ext cx="2248200" cy="10080"/>
          </a:xfrm>
          <a:custGeom>
            <a:avLst/>
            <a:gdLst/>
            <a:ahLst/>
            <a:rect l="0" t="0" r="r" b="b"/>
            <a:pathLst>
              <a:path w="6245" h="28">
                <a:moveTo>
                  <a:pt x="0" y="0"/>
                </a:moveTo>
                <a:lnTo>
                  <a:pt x="6245" y="0"/>
                </a:lnTo>
                <a:lnTo>
                  <a:pt x="624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5" name=""/>
          <p:cNvSpPr/>
          <p:nvPr/>
        </p:nvSpPr>
        <p:spPr>
          <a:xfrm>
            <a:off x="2990520" y="254304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6" name=""/>
          <p:cNvSpPr/>
          <p:nvPr/>
        </p:nvSpPr>
        <p:spPr>
          <a:xfrm>
            <a:off x="3000240" y="2533320"/>
            <a:ext cx="7001280" cy="10080"/>
          </a:xfrm>
          <a:custGeom>
            <a:avLst/>
            <a:gdLst/>
            <a:ahLst/>
            <a:rect l="0" t="0" r="r" b="b"/>
            <a:pathLst>
              <a:path w="19448" h="28">
                <a:moveTo>
                  <a:pt x="0" y="0"/>
                </a:moveTo>
                <a:lnTo>
                  <a:pt x="19448" y="0"/>
                </a:lnTo>
                <a:lnTo>
                  <a:pt x="1944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7" name=""/>
          <p:cNvSpPr/>
          <p:nvPr/>
        </p:nvSpPr>
        <p:spPr>
          <a:xfrm>
            <a:off x="9991440" y="2543040"/>
            <a:ext cx="10440" cy="533880"/>
          </a:xfrm>
          <a:custGeom>
            <a:avLst/>
            <a:gdLst/>
            <a:ahLst/>
            <a:rect l="0" t="0" r="r" b="b"/>
            <a:pathLst>
              <a:path w="29" h="1483">
                <a:moveTo>
                  <a:pt x="0" y="0"/>
                </a:moveTo>
                <a:lnTo>
                  <a:pt x="29" y="0"/>
                </a:lnTo>
                <a:lnTo>
                  <a:pt x="29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8" name=""/>
          <p:cNvSpPr/>
          <p:nvPr/>
        </p:nvSpPr>
        <p:spPr>
          <a:xfrm>
            <a:off x="752400" y="30765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9" name=""/>
          <p:cNvSpPr/>
          <p:nvPr/>
        </p:nvSpPr>
        <p:spPr>
          <a:xfrm>
            <a:off x="752400" y="3066840"/>
            <a:ext cx="2248200" cy="10080"/>
          </a:xfrm>
          <a:custGeom>
            <a:avLst/>
            <a:gdLst/>
            <a:ahLst/>
            <a:rect l="0" t="0" r="r" b="b"/>
            <a:pathLst>
              <a:path w="6245" h="28">
                <a:moveTo>
                  <a:pt x="0" y="0"/>
                </a:moveTo>
                <a:lnTo>
                  <a:pt x="6245" y="0"/>
                </a:lnTo>
                <a:lnTo>
                  <a:pt x="624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0" name=""/>
          <p:cNvSpPr/>
          <p:nvPr/>
        </p:nvSpPr>
        <p:spPr>
          <a:xfrm>
            <a:off x="2990520" y="307656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1" name=""/>
          <p:cNvSpPr/>
          <p:nvPr/>
        </p:nvSpPr>
        <p:spPr>
          <a:xfrm>
            <a:off x="3000240" y="3066840"/>
            <a:ext cx="7001280" cy="10080"/>
          </a:xfrm>
          <a:custGeom>
            <a:avLst/>
            <a:gdLst/>
            <a:ahLst/>
            <a:rect l="0" t="0" r="r" b="b"/>
            <a:pathLst>
              <a:path w="19448" h="28">
                <a:moveTo>
                  <a:pt x="0" y="0"/>
                </a:moveTo>
                <a:lnTo>
                  <a:pt x="19448" y="0"/>
                </a:lnTo>
                <a:lnTo>
                  <a:pt x="1944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2" name=""/>
          <p:cNvSpPr/>
          <p:nvPr/>
        </p:nvSpPr>
        <p:spPr>
          <a:xfrm>
            <a:off x="9991440" y="3076560"/>
            <a:ext cx="10440" cy="543240"/>
          </a:xfrm>
          <a:custGeom>
            <a:avLst/>
            <a:gdLst/>
            <a:ahLst/>
            <a:rect l="0" t="0" r="r" b="b"/>
            <a:pathLst>
              <a:path w="29" h="1509">
                <a:moveTo>
                  <a:pt x="0" y="0"/>
                </a:moveTo>
                <a:lnTo>
                  <a:pt x="29" y="0"/>
                </a:lnTo>
                <a:lnTo>
                  <a:pt x="29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3" name=""/>
          <p:cNvSpPr/>
          <p:nvPr/>
        </p:nvSpPr>
        <p:spPr>
          <a:xfrm>
            <a:off x="752400" y="361944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4" name=""/>
          <p:cNvSpPr/>
          <p:nvPr/>
        </p:nvSpPr>
        <p:spPr>
          <a:xfrm>
            <a:off x="752400" y="3609720"/>
            <a:ext cx="2248200" cy="10080"/>
          </a:xfrm>
          <a:custGeom>
            <a:avLst/>
            <a:gdLst/>
            <a:ahLst/>
            <a:rect l="0" t="0" r="r" b="b"/>
            <a:pathLst>
              <a:path w="6245" h="28">
                <a:moveTo>
                  <a:pt x="0" y="0"/>
                </a:moveTo>
                <a:lnTo>
                  <a:pt x="6245" y="0"/>
                </a:lnTo>
                <a:lnTo>
                  <a:pt x="624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5" name=""/>
          <p:cNvSpPr/>
          <p:nvPr/>
        </p:nvSpPr>
        <p:spPr>
          <a:xfrm>
            <a:off x="2990520" y="3619440"/>
            <a:ext cx="10080" cy="533520"/>
          </a:xfrm>
          <a:custGeom>
            <a:avLst/>
            <a:gdLst/>
            <a:ahLst/>
            <a:rect l="0" t="0" r="r" b="b"/>
            <a:pathLst>
              <a:path w="28" h="1482">
                <a:moveTo>
                  <a:pt x="0" y="0"/>
                </a:moveTo>
                <a:lnTo>
                  <a:pt x="28" y="0"/>
                </a:lnTo>
                <a:lnTo>
                  <a:pt x="2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6" name=""/>
          <p:cNvSpPr/>
          <p:nvPr/>
        </p:nvSpPr>
        <p:spPr>
          <a:xfrm>
            <a:off x="3000240" y="3609720"/>
            <a:ext cx="7001280" cy="10080"/>
          </a:xfrm>
          <a:custGeom>
            <a:avLst/>
            <a:gdLst/>
            <a:ahLst/>
            <a:rect l="0" t="0" r="r" b="b"/>
            <a:pathLst>
              <a:path w="19448" h="28">
                <a:moveTo>
                  <a:pt x="0" y="0"/>
                </a:moveTo>
                <a:lnTo>
                  <a:pt x="19448" y="0"/>
                </a:lnTo>
                <a:lnTo>
                  <a:pt x="1944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7" name=""/>
          <p:cNvSpPr/>
          <p:nvPr/>
        </p:nvSpPr>
        <p:spPr>
          <a:xfrm>
            <a:off x="9991440" y="3619440"/>
            <a:ext cx="10440" cy="533520"/>
          </a:xfrm>
          <a:custGeom>
            <a:avLst/>
            <a:gdLst/>
            <a:ahLst/>
            <a:rect l="0" t="0" r="r" b="b"/>
            <a:pathLst>
              <a:path w="29" h="1482">
                <a:moveTo>
                  <a:pt x="0" y="0"/>
                </a:moveTo>
                <a:lnTo>
                  <a:pt x="29" y="0"/>
                </a:lnTo>
                <a:lnTo>
                  <a:pt x="29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8" name=""/>
          <p:cNvSpPr/>
          <p:nvPr/>
        </p:nvSpPr>
        <p:spPr>
          <a:xfrm>
            <a:off x="752400" y="4143240"/>
            <a:ext cx="2248200" cy="9720"/>
          </a:xfrm>
          <a:custGeom>
            <a:avLst/>
            <a:gdLst/>
            <a:ahLst/>
            <a:rect l="0" t="0" r="r" b="b"/>
            <a:pathLst>
              <a:path w="6245" h="27">
                <a:moveTo>
                  <a:pt x="0" y="0"/>
                </a:moveTo>
                <a:lnTo>
                  <a:pt x="6245" y="0"/>
                </a:lnTo>
                <a:lnTo>
                  <a:pt x="624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9" name=""/>
          <p:cNvSpPr/>
          <p:nvPr/>
        </p:nvSpPr>
        <p:spPr>
          <a:xfrm>
            <a:off x="3000240" y="4143240"/>
            <a:ext cx="7001280" cy="9720"/>
          </a:xfrm>
          <a:custGeom>
            <a:avLst/>
            <a:gdLst/>
            <a:ahLst/>
            <a:rect l="0" t="0" r="r" b="b"/>
            <a:pathLst>
              <a:path w="19448" h="27">
                <a:moveTo>
                  <a:pt x="0" y="0"/>
                </a:moveTo>
                <a:lnTo>
                  <a:pt x="19448" y="0"/>
                </a:lnTo>
                <a:lnTo>
                  <a:pt x="1944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0" name=""/>
          <p:cNvSpPr/>
          <p:nvPr/>
        </p:nvSpPr>
        <p:spPr>
          <a:xfrm>
            <a:off x="752400" y="4314600"/>
            <a:ext cx="2534040" cy="533880"/>
          </a:xfrm>
          <a:custGeom>
            <a:avLst/>
            <a:gdLst/>
            <a:ahLst/>
            <a:rect l="0" t="0" r="r" b="b"/>
            <a:pathLst>
              <a:path w="7039" h="1483">
                <a:moveTo>
                  <a:pt x="0" y="0"/>
                </a:moveTo>
                <a:lnTo>
                  <a:pt x="7039" y="0"/>
                </a:lnTo>
                <a:lnTo>
                  <a:pt x="7039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1" name=""/>
          <p:cNvSpPr/>
          <p:nvPr/>
        </p:nvSpPr>
        <p:spPr>
          <a:xfrm>
            <a:off x="3286080" y="4314600"/>
            <a:ext cx="3972240" cy="533880"/>
          </a:xfrm>
          <a:custGeom>
            <a:avLst/>
            <a:gdLst/>
            <a:ahLst/>
            <a:rect l="0" t="0" r="r" b="b"/>
            <a:pathLst>
              <a:path w="11034" h="1483">
                <a:moveTo>
                  <a:pt x="0" y="0"/>
                </a:moveTo>
                <a:lnTo>
                  <a:pt x="11034" y="0"/>
                </a:lnTo>
                <a:lnTo>
                  <a:pt x="11034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2" name=""/>
          <p:cNvSpPr/>
          <p:nvPr/>
        </p:nvSpPr>
        <p:spPr>
          <a:xfrm>
            <a:off x="752400" y="4848120"/>
            <a:ext cx="2534040" cy="543240"/>
          </a:xfrm>
          <a:custGeom>
            <a:avLst/>
            <a:gdLst/>
            <a:ahLst/>
            <a:rect l="0" t="0" r="r" b="b"/>
            <a:pathLst>
              <a:path w="7039" h="1509">
                <a:moveTo>
                  <a:pt x="0" y="0"/>
                </a:moveTo>
                <a:lnTo>
                  <a:pt x="7039" y="0"/>
                </a:lnTo>
                <a:lnTo>
                  <a:pt x="7039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3" name=""/>
          <p:cNvSpPr/>
          <p:nvPr/>
        </p:nvSpPr>
        <p:spPr>
          <a:xfrm>
            <a:off x="3286080" y="4848120"/>
            <a:ext cx="3972240" cy="543240"/>
          </a:xfrm>
          <a:custGeom>
            <a:avLst/>
            <a:gdLst/>
            <a:ahLst/>
            <a:rect l="0" t="0" r="r" b="b"/>
            <a:pathLst>
              <a:path w="11034" h="1509">
                <a:moveTo>
                  <a:pt x="0" y="0"/>
                </a:moveTo>
                <a:lnTo>
                  <a:pt x="11034" y="0"/>
                </a:lnTo>
                <a:lnTo>
                  <a:pt x="11034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4" name=""/>
          <p:cNvSpPr/>
          <p:nvPr/>
        </p:nvSpPr>
        <p:spPr>
          <a:xfrm>
            <a:off x="752400" y="5391000"/>
            <a:ext cx="2534040" cy="533880"/>
          </a:xfrm>
          <a:custGeom>
            <a:avLst/>
            <a:gdLst/>
            <a:ahLst/>
            <a:rect l="0" t="0" r="r" b="b"/>
            <a:pathLst>
              <a:path w="7039" h="1483">
                <a:moveTo>
                  <a:pt x="0" y="0"/>
                </a:moveTo>
                <a:lnTo>
                  <a:pt x="7039" y="0"/>
                </a:lnTo>
                <a:lnTo>
                  <a:pt x="7039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5" name=""/>
          <p:cNvSpPr/>
          <p:nvPr/>
        </p:nvSpPr>
        <p:spPr>
          <a:xfrm>
            <a:off x="3286080" y="5391000"/>
            <a:ext cx="3972240" cy="533880"/>
          </a:xfrm>
          <a:custGeom>
            <a:avLst/>
            <a:gdLst/>
            <a:ahLst/>
            <a:rect l="0" t="0" r="r" b="b"/>
            <a:pathLst>
              <a:path w="11034" h="1483">
                <a:moveTo>
                  <a:pt x="0" y="0"/>
                </a:moveTo>
                <a:lnTo>
                  <a:pt x="11034" y="0"/>
                </a:lnTo>
                <a:lnTo>
                  <a:pt x="11034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6" name=""/>
          <p:cNvSpPr/>
          <p:nvPr/>
        </p:nvSpPr>
        <p:spPr>
          <a:xfrm>
            <a:off x="752400" y="5924520"/>
            <a:ext cx="2534040" cy="543240"/>
          </a:xfrm>
          <a:custGeom>
            <a:avLst/>
            <a:gdLst/>
            <a:ahLst/>
            <a:rect l="0" t="0" r="r" b="b"/>
            <a:pathLst>
              <a:path w="7039" h="1509">
                <a:moveTo>
                  <a:pt x="0" y="0"/>
                </a:moveTo>
                <a:lnTo>
                  <a:pt x="7039" y="0"/>
                </a:lnTo>
                <a:lnTo>
                  <a:pt x="7039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7" name=""/>
          <p:cNvSpPr/>
          <p:nvPr/>
        </p:nvSpPr>
        <p:spPr>
          <a:xfrm>
            <a:off x="3286080" y="5924520"/>
            <a:ext cx="3972240" cy="543240"/>
          </a:xfrm>
          <a:custGeom>
            <a:avLst/>
            <a:gdLst/>
            <a:ahLst/>
            <a:rect l="0" t="0" r="r" b="b"/>
            <a:pathLst>
              <a:path w="11034" h="1509">
                <a:moveTo>
                  <a:pt x="0" y="0"/>
                </a:moveTo>
                <a:lnTo>
                  <a:pt x="11034" y="0"/>
                </a:lnTo>
                <a:lnTo>
                  <a:pt x="11034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8" name=""/>
          <p:cNvSpPr/>
          <p:nvPr/>
        </p:nvSpPr>
        <p:spPr>
          <a:xfrm>
            <a:off x="752400" y="6467400"/>
            <a:ext cx="2534040" cy="533520"/>
          </a:xfrm>
          <a:custGeom>
            <a:avLst/>
            <a:gdLst/>
            <a:ahLst/>
            <a:rect l="0" t="0" r="r" b="b"/>
            <a:pathLst>
              <a:path w="7039" h="1482">
                <a:moveTo>
                  <a:pt x="0" y="0"/>
                </a:moveTo>
                <a:lnTo>
                  <a:pt x="7039" y="0"/>
                </a:lnTo>
                <a:lnTo>
                  <a:pt x="7039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9" name=""/>
          <p:cNvSpPr/>
          <p:nvPr/>
        </p:nvSpPr>
        <p:spPr>
          <a:xfrm>
            <a:off x="3286080" y="6467400"/>
            <a:ext cx="3972240" cy="533520"/>
          </a:xfrm>
          <a:custGeom>
            <a:avLst/>
            <a:gdLst/>
            <a:ahLst/>
            <a:rect l="0" t="0" r="r" b="b"/>
            <a:pathLst>
              <a:path w="11034" h="1482">
                <a:moveTo>
                  <a:pt x="0" y="0"/>
                </a:moveTo>
                <a:lnTo>
                  <a:pt x="11034" y="0"/>
                </a:lnTo>
                <a:lnTo>
                  <a:pt x="11034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0" name=""/>
          <p:cNvSpPr/>
          <p:nvPr/>
        </p:nvSpPr>
        <p:spPr>
          <a:xfrm>
            <a:off x="752400" y="430524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1" name=""/>
          <p:cNvSpPr/>
          <p:nvPr/>
        </p:nvSpPr>
        <p:spPr>
          <a:xfrm>
            <a:off x="752400" y="4305240"/>
            <a:ext cx="2534040" cy="9720"/>
          </a:xfrm>
          <a:custGeom>
            <a:avLst/>
            <a:gdLst/>
            <a:ahLst/>
            <a:rect l="0" t="0" r="r" b="b"/>
            <a:pathLst>
              <a:path w="7039" h="27">
                <a:moveTo>
                  <a:pt x="0" y="0"/>
                </a:moveTo>
                <a:lnTo>
                  <a:pt x="7039" y="0"/>
                </a:lnTo>
                <a:lnTo>
                  <a:pt x="70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2" name=""/>
          <p:cNvSpPr/>
          <p:nvPr/>
        </p:nvSpPr>
        <p:spPr>
          <a:xfrm>
            <a:off x="3276360" y="4305240"/>
            <a:ext cx="10080" cy="552600"/>
          </a:xfrm>
          <a:custGeom>
            <a:avLst/>
            <a:gdLst/>
            <a:ahLst/>
            <a:rect l="0" t="0" r="r" b="b"/>
            <a:pathLst>
              <a:path w="28" h="1535">
                <a:moveTo>
                  <a:pt x="0" y="0"/>
                </a:moveTo>
                <a:lnTo>
                  <a:pt x="28" y="0"/>
                </a:lnTo>
                <a:lnTo>
                  <a:pt x="28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3" name=""/>
          <p:cNvSpPr/>
          <p:nvPr/>
        </p:nvSpPr>
        <p:spPr>
          <a:xfrm>
            <a:off x="3286080" y="4305240"/>
            <a:ext cx="3972240" cy="9720"/>
          </a:xfrm>
          <a:custGeom>
            <a:avLst/>
            <a:gdLst/>
            <a:ahLst/>
            <a:rect l="0" t="0" r="r" b="b"/>
            <a:pathLst>
              <a:path w="11034" h="27">
                <a:moveTo>
                  <a:pt x="0" y="0"/>
                </a:moveTo>
                <a:lnTo>
                  <a:pt x="11034" y="0"/>
                </a:lnTo>
                <a:lnTo>
                  <a:pt x="1103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4" name=""/>
          <p:cNvSpPr/>
          <p:nvPr/>
        </p:nvSpPr>
        <p:spPr>
          <a:xfrm>
            <a:off x="7248240" y="4305240"/>
            <a:ext cx="10080" cy="552600"/>
          </a:xfrm>
          <a:custGeom>
            <a:avLst/>
            <a:gdLst/>
            <a:ahLst/>
            <a:rect l="0" t="0" r="r" b="b"/>
            <a:pathLst>
              <a:path w="28" h="1535">
                <a:moveTo>
                  <a:pt x="0" y="0"/>
                </a:moveTo>
                <a:lnTo>
                  <a:pt x="28" y="0"/>
                </a:lnTo>
                <a:lnTo>
                  <a:pt x="28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5" name=""/>
          <p:cNvSpPr/>
          <p:nvPr/>
        </p:nvSpPr>
        <p:spPr>
          <a:xfrm>
            <a:off x="752400" y="4848120"/>
            <a:ext cx="2534040" cy="9720"/>
          </a:xfrm>
          <a:custGeom>
            <a:avLst/>
            <a:gdLst/>
            <a:ahLst/>
            <a:rect l="0" t="0" r="r" b="b"/>
            <a:pathLst>
              <a:path w="7039" h="27">
                <a:moveTo>
                  <a:pt x="0" y="0"/>
                </a:moveTo>
                <a:lnTo>
                  <a:pt x="7039" y="0"/>
                </a:lnTo>
                <a:lnTo>
                  <a:pt x="70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6" name=""/>
          <p:cNvSpPr/>
          <p:nvPr/>
        </p:nvSpPr>
        <p:spPr>
          <a:xfrm>
            <a:off x="3286080" y="4848120"/>
            <a:ext cx="3972240" cy="9720"/>
          </a:xfrm>
          <a:custGeom>
            <a:avLst/>
            <a:gdLst/>
            <a:ahLst/>
            <a:rect l="0" t="0" r="r" b="b"/>
            <a:pathLst>
              <a:path w="11034" h="27">
                <a:moveTo>
                  <a:pt x="0" y="0"/>
                </a:moveTo>
                <a:lnTo>
                  <a:pt x="11034" y="0"/>
                </a:lnTo>
                <a:lnTo>
                  <a:pt x="1103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7" name=""/>
          <p:cNvSpPr/>
          <p:nvPr/>
        </p:nvSpPr>
        <p:spPr>
          <a:xfrm>
            <a:off x="752400" y="485748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8" name=""/>
          <p:cNvSpPr/>
          <p:nvPr/>
        </p:nvSpPr>
        <p:spPr>
          <a:xfrm>
            <a:off x="3276360" y="485748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9" name=""/>
          <p:cNvSpPr/>
          <p:nvPr/>
        </p:nvSpPr>
        <p:spPr>
          <a:xfrm>
            <a:off x="7248240" y="485748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0" name=""/>
          <p:cNvSpPr/>
          <p:nvPr/>
        </p:nvSpPr>
        <p:spPr>
          <a:xfrm>
            <a:off x="752400" y="53910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1" name=""/>
          <p:cNvSpPr/>
          <p:nvPr/>
        </p:nvSpPr>
        <p:spPr>
          <a:xfrm>
            <a:off x="752400" y="5381280"/>
            <a:ext cx="2534040" cy="10080"/>
          </a:xfrm>
          <a:custGeom>
            <a:avLst/>
            <a:gdLst/>
            <a:ahLst/>
            <a:rect l="0" t="0" r="r" b="b"/>
            <a:pathLst>
              <a:path w="7039" h="28">
                <a:moveTo>
                  <a:pt x="0" y="0"/>
                </a:moveTo>
                <a:lnTo>
                  <a:pt x="7039" y="0"/>
                </a:lnTo>
                <a:lnTo>
                  <a:pt x="703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2" name=""/>
          <p:cNvSpPr/>
          <p:nvPr/>
        </p:nvSpPr>
        <p:spPr>
          <a:xfrm>
            <a:off x="3276360" y="539100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3" name=""/>
          <p:cNvSpPr/>
          <p:nvPr/>
        </p:nvSpPr>
        <p:spPr>
          <a:xfrm>
            <a:off x="3286080" y="5381280"/>
            <a:ext cx="3972240" cy="10080"/>
          </a:xfrm>
          <a:custGeom>
            <a:avLst/>
            <a:gdLst/>
            <a:ahLst/>
            <a:rect l="0" t="0" r="r" b="b"/>
            <a:pathLst>
              <a:path w="11034" h="28">
                <a:moveTo>
                  <a:pt x="0" y="0"/>
                </a:moveTo>
                <a:lnTo>
                  <a:pt x="11034" y="0"/>
                </a:lnTo>
                <a:lnTo>
                  <a:pt x="1103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4" name=""/>
          <p:cNvSpPr/>
          <p:nvPr/>
        </p:nvSpPr>
        <p:spPr>
          <a:xfrm>
            <a:off x="7248240" y="539100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5" name=""/>
          <p:cNvSpPr/>
          <p:nvPr/>
        </p:nvSpPr>
        <p:spPr>
          <a:xfrm>
            <a:off x="752400" y="593388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6" name=""/>
          <p:cNvSpPr/>
          <p:nvPr/>
        </p:nvSpPr>
        <p:spPr>
          <a:xfrm>
            <a:off x="752400" y="5924520"/>
            <a:ext cx="2534040" cy="9720"/>
          </a:xfrm>
          <a:custGeom>
            <a:avLst/>
            <a:gdLst/>
            <a:ahLst/>
            <a:rect l="0" t="0" r="r" b="b"/>
            <a:pathLst>
              <a:path w="7039" h="27">
                <a:moveTo>
                  <a:pt x="0" y="0"/>
                </a:moveTo>
                <a:lnTo>
                  <a:pt x="7039" y="0"/>
                </a:lnTo>
                <a:lnTo>
                  <a:pt x="70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7" name=""/>
          <p:cNvSpPr/>
          <p:nvPr/>
        </p:nvSpPr>
        <p:spPr>
          <a:xfrm>
            <a:off x="3276360" y="593388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8" name=""/>
          <p:cNvSpPr/>
          <p:nvPr/>
        </p:nvSpPr>
        <p:spPr>
          <a:xfrm>
            <a:off x="3286080" y="5924520"/>
            <a:ext cx="3972240" cy="9720"/>
          </a:xfrm>
          <a:custGeom>
            <a:avLst/>
            <a:gdLst/>
            <a:ahLst/>
            <a:rect l="0" t="0" r="r" b="b"/>
            <a:pathLst>
              <a:path w="11034" h="27">
                <a:moveTo>
                  <a:pt x="0" y="0"/>
                </a:moveTo>
                <a:lnTo>
                  <a:pt x="11034" y="0"/>
                </a:lnTo>
                <a:lnTo>
                  <a:pt x="1103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9" name=""/>
          <p:cNvSpPr/>
          <p:nvPr/>
        </p:nvSpPr>
        <p:spPr>
          <a:xfrm>
            <a:off x="7248240" y="593388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70" name=""/>
          <p:cNvSpPr/>
          <p:nvPr/>
        </p:nvSpPr>
        <p:spPr>
          <a:xfrm>
            <a:off x="752400" y="64674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71" name=""/>
          <p:cNvSpPr/>
          <p:nvPr/>
        </p:nvSpPr>
        <p:spPr>
          <a:xfrm>
            <a:off x="752400" y="6457680"/>
            <a:ext cx="2534040" cy="10080"/>
          </a:xfrm>
          <a:custGeom>
            <a:avLst/>
            <a:gdLst/>
            <a:ahLst/>
            <a:rect l="0" t="0" r="r" b="b"/>
            <a:pathLst>
              <a:path w="7039" h="28">
                <a:moveTo>
                  <a:pt x="0" y="0"/>
                </a:moveTo>
                <a:lnTo>
                  <a:pt x="7039" y="0"/>
                </a:lnTo>
                <a:lnTo>
                  <a:pt x="703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72" name=""/>
          <p:cNvSpPr/>
          <p:nvPr/>
        </p:nvSpPr>
        <p:spPr>
          <a:xfrm>
            <a:off x="3276360" y="646740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73" name=""/>
          <p:cNvSpPr/>
          <p:nvPr/>
        </p:nvSpPr>
        <p:spPr>
          <a:xfrm>
            <a:off x="3286080" y="6457680"/>
            <a:ext cx="3972240" cy="10080"/>
          </a:xfrm>
          <a:custGeom>
            <a:avLst/>
            <a:gdLst/>
            <a:ahLst/>
            <a:rect l="0" t="0" r="r" b="b"/>
            <a:pathLst>
              <a:path w="11034" h="28">
                <a:moveTo>
                  <a:pt x="0" y="0"/>
                </a:moveTo>
                <a:lnTo>
                  <a:pt x="11034" y="0"/>
                </a:lnTo>
                <a:lnTo>
                  <a:pt x="1103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74" name=""/>
          <p:cNvSpPr/>
          <p:nvPr/>
        </p:nvSpPr>
        <p:spPr>
          <a:xfrm>
            <a:off x="7248240" y="646740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75" name=""/>
          <p:cNvSpPr txBox="1"/>
          <p:nvPr/>
        </p:nvSpPr>
        <p:spPr>
          <a:xfrm>
            <a:off x="747720" y="770400"/>
            <a:ext cx="615600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  <a:ea typeface="Arial"/>
              </a:rPr>
              <a:t>The tools — all free, all open source</a:t>
            </a:r>
            <a:endParaRPr b="0" lang="en-US" sz="28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76" name=""/>
          <p:cNvSpPr txBox="1"/>
          <p:nvPr/>
        </p:nvSpPr>
        <p:spPr>
          <a:xfrm>
            <a:off x="1593720" y="1569240"/>
            <a:ext cx="5814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Tool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77" name=""/>
          <p:cNvSpPr txBox="1"/>
          <p:nvPr/>
        </p:nvSpPr>
        <p:spPr>
          <a:xfrm>
            <a:off x="6197040" y="1569240"/>
            <a:ext cx="5979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Role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78" name=""/>
          <p:cNvSpPr txBox="1"/>
          <p:nvPr/>
        </p:nvSpPr>
        <p:spPr>
          <a:xfrm>
            <a:off x="880920" y="2102760"/>
            <a:ext cx="3070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k6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79" name=""/>
          <p:cNvSpPr txBox="1"/>
          <p:nvPr/>
        </p:nvSpPr>
        <p:spPr>
          <a:xfrm>
            <a:off x="3126240" y="2102760"/>
            <a:ext cx="67305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Load generator — scriptable, Prometheus remote-write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80" name=""/>
          <p:cNvSpPr txBox="1"/>
          <p:nvPr/>
        </p:nvSpPr>
        <p:spPr>
          <a:xfrm>
            <a:off x="880920" y="2645640"/>
            <a:ext cx="15948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Prometheus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81" name=""/>
          <p:cNvSpPr txBox="1"/>
          <p:nvPr/>
        </p:nvSpPr>
        <p:spPr>
          <a:xfrm>
            <a:off x="3126240" y="2645640"/>
            <a:ext cx="33505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Metrics collection + storage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82" name=""/>
          <p:cNvSpPr txBox="1"/>
          <p:nvPr/>
        </p:nvSpPr>
        <p:spPr>
          <a:xfrm>
            <a:off x="880920" y="3179160"/>
            <a:ext cx="10432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Grafana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83" name=""/>
          <p:cNvSpPr txBox="1"/>
          <p:nvPr/>
        </p:nvSpPr>
        <p:spPr>
          <a:xfrm>
            <a:off x="3126240" y="3179160"/>
            <a:ext cx="38642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7 dashboards, auto-provisioned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84" name=""/>
          <p:cNvSpPr txBox="1"/>
          <p:nvPr/>
        </p:nvSpPr>
        <p:spPr>
          <a:xfrm>
            <a:off x="880920" y="3722040"/>
            <a:ext cx="19850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Loki + Promtail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85" name=""/>
          <p:cNvSpPr txBox="1"/>
          <p:nvPr/>
        </p:nvSpPr>
        <p:spPr>
          <a:xfrm>
            <a:off x="3126240" y="3722040"/>
            <a:ext cx="31752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Container log aggregation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86" name=""/>
          <p:cNvSpPr txBox="1"/>
          <p:nvPr/>
        </p:nvSpPr>
        <p:spPr>
          <a:xfrm>
            <a:off x="1735560" y="4417200"/>
            <a:ext cx="5814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Tool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87" name=""/>
          <p:cNvSpPr txBox="1"/>
          <p:nvPr/>
        </p:nvSpPr>
        <p:spPr>
          <a:xfrm>
            <a:off x="4968720" y="4417200"/>
            <a:ext cx="5979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Role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88" name=""/>
          <p:cNvSpPr txBox="1"/>
          <p:nvPr/>
        </p:nvSpPr>
        <p:spPr>
          <a:xfrm>
            <a:off x="880920" y="4960080"/>
            <a:ext cx="19011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Nginx FastCGI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89" name=""/>
          <p:cNvSpPr txBox="1"/>
          <p:nvPr/>
        </p:nvSpPr>
        <p:spPr>
          <a:xfrm>
            <a:off x="3409920" y="4960080"/>
            <a:ext cx="30351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Full-page cache (built-in)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90" name=""/>
          <p:cNvSpPr txBox="1"/>
          <p:nvPr/>
        </p:nvSpPr>
        <p:spPr>
          <a:xfrm>
            <a:off x="880920" y="5493600"/>
            <a:ext cx="18248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PHP OPcache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91" name=""/>
          <p:cNvSpPr txBox="1"/>
          <p:nvPr/>
        </p:nvSpPr>
        <p:spPr>
          <a:xfrm>
            <a:off x="3409920" y="5493600"/>
            <a:ext cx="30351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Bytecode cache (built-in)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92" name=""/>
          <p:cNvSpPr txBox="1"/>
          <p:nvPr/>
        </p:nvSpPr>
        <p:spPr>
          <a:xfrm>
            <a:off x="880920" y="6036480"/>
            <a:ext cx="7506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Redis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93" name=""/>
          <p:cNvSpPr txBox="1"/>
          <p:nvPr/>
        </p:nvSpPr>
        <p:spPr>
          <a:xfrm>
            <a:off x="3409920" y="6036480"/>
            <a:ext cx="16099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Object cache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94" name=""/>
          <p:cNvSpPr txBox="1"/>
          <p:nvPr/>
        </p:nvSpPr>
        <p:spPr>
          <a:xfrm>
            <a:off x="880920" y="6570000"/>
            <a:ext cx="150192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MariaDB 11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95" name=""/>
          <p:cNvSpPr txBox="1"/>
          <p:nvPr/>
        </p:nvSpPr>
        <p:spPr>
          <a:xfrm>
            <a:off x="3409920" y="6570000"/>
            <a:ext cx="20552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Tuned DB config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97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9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99" name=""/>
          <p:cNvSpPr/>
          <p:nvPr/>
        </p:nvSpPr>
        <p:spPr>
          <a:xfrm>
            <a:off x="752400" y="5553000"/>
            <a:ext cx="66960" cy="829080"/>
          </a:xfrm>
          <a:custGeom>
            <a:avLst/>
            <a:gdLst/>
            <a:ahLst/>
            <a:rect l="0" t="0" r="r" b="b"/>
            <a:pathLst>
              <a:path w="186" h="2303">
                <a:moveTo>
                  <a:pt x="0" y="0"/>
                </a:moveTo>
                <a:lnTo>
                  <a:pt x="186" y="0"/>
                </a:lnTo>
                <a:lnTo>
                  <a:pt x="186" y="2303"/>
                </a:lnTo>
                <a:lnTo>
                  <a:pt x="0" y="23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0" name=""/>
          <p:cNvSpPr txBox="1"/>
          <p:nvPr/>
        </p:nvSpPr>
        <p:spPr>
          <a:xfrm>
            <a:off x="747720" y="781200"/>
            <a:ext cx="2356920" cy="49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480" spc="-1" strike="noStrike">
                <a:solidFill>
                  <a:srgbClr val="224466"/>
                </a:solidFill>
                <a:latin typeface="Arial"/>
                <a:ea typeface="Arial"/>
              </a:rPr>
              <a:t>Thank you!</a:t>
            </a:r>
            <a:endParaRPr b="0" lang="en-US" sz="34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1" name=""/>
          <p:cNvSpPr txBox="1"/>
          <p:nvPr/>
        </p:nvSpPr>
        <p:spPr>
          <a:xfrm>
            <a:off x="747720" y="2045520"/>
            <a:ext cx="18705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Nedko Hristov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2" name=""/>
          <p:cNvSpPr/>
          <p:nvPr/>
        </p:nvSpPr>
        <p:spPr>
          <a:xfrm>
            <a:off x="803520" y="3120840"/>
            <a:ext cx="129240" cy="100080"/>
          </a:xfrm>
          <a:custGeom>
            <a:avLst/>
            <a:gdLst/>
            <a:ahLst/>
            <a:rect l="0" t="0" r="r" b="b"/>
            <a:pathLst>
              <a:path w="359" h="278">
                <a:moveTo>
                  <a:pt x="125" y="0"/>
                </a:moveTo>
                <a:cubicBezTo>
                  <a:pt x="189" y="108"/>
                  <a:pt x="125" y="229"/>
                  <a:pt x="60" y="208"/>
                </a:cubicBezTo>
                <a:cubicBezTo>
                  <a:pt x="-4" y="186"/>
                  <a:pt x="-25" y="250"/>
                  <a:pt x="39" y="272"/>
                </a:cubicBezTo>
                <a:cubicBezTo>
                  <a:pt x="103" y="293"/>
                  <a:pt x="241" y="262"/>
                  <a:pt x="317" y="186"/>
                </a:cubicBezTo>
                <a:cubicBezTo>
                  <a:pt x="338" y="165"/>
                  <a:pt x="359" y="165"/>
                  <a:pt x="359" y="165"/>
                </a:cubicBezTo>
                <a:lnTo>
                  <a:pt x="125" y="0"/>
                </a:lnTo>
                <a:close/>
              </a:path>
            </a:pathLst>
          </a:custGeom>
          <a:solidFill>
            <a:srgbClr val="5537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03" name=""/>
          <p:cNvSpPr/>
          <p:nvPr/>
        </p:nvSpPr>
        <p:spPr>
          <a:xfrm>
            <a:off x="886320" y="3120840"/>
            <a:ext cx="129600" cy="100080"/>
          </a:xfrm>
          <a:custGeom>
            <a:avLst/>
            <a:gdLst/>
            <a:ahLst/>
            <a:rect l="0" t="0" r="r" b="b"/>
            <a:pathLst>
              <a:path w="360" h="278">
                <a:moveTo>
                  <a:pt x="236" y="0"/>
                </a:moveTo>
                <a:cubicBezTo>
                  <a:pt x="171" y="108"/>
                  <a:pt x="236" y="229"/>
                  <a:pt x="300" y="208"/>
                </a:cubicBezTo>
                <a:cubicBezTo>
                  <a:pt x="364" y="186"/>
                  <a:pt x="385" y="250"/>
                  <a:pt x="321" y="272"/>
                </a:cubicBezTo>
                <a:cubicBezTo>
                  <a:pt x="257" y="293"/>
                  <a:pt x="118" y="262"/>
                  <a:pt x="43" y="186"/>
                </a:cubicBezTo>
                <a:cubicBezTo>
                  <a:pt x="22" y="165"/>
                  <a:pt x="0" y="165"/>
                  <a:pt x="0" y="165"/>
                </a:cubicBezTo>
                <a:lnTo>
                  <a:pt x="236" y="0"/>
                </a:lnTo>
                <a:close/>
              </a:path>
            </a:pathLst>
          </a:custGeom>
          <a:solidFill>
            <a:srgbClr val="5537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04" name=""/>
          <p:cNvSpPr/>
          <p:nvPr/>
        </p:nvSpPr>
        <p:spPr>
          <a:xfrm>
            <a:off x="771480" y="3151440"/>
            <a:ext cx="276480" cy="100080"/>
          </a:xfrm>
          <a:custGeom>
            <a:avLst/>
            <a:gdLst/>
            <a:ahLst/>
            <a:rect l="0" t="0" r="r" b="b"/>
            <a:pathLst>
              <a:path w="768" h="278">
                <a:moveTo>
                  <a:pt x="644" y="0"/>
                </a:moveTo>
                <a:cubicBezTo>
                  <a:pt x="580" y="107"/>
                  <a:pt x="644" y="228"/>
                  <a:pt x="708" y="207"/>
                </a:cubicBezTo>
                <a:cubicBezTo>
                  <a:pt x="772" y="186"/>
                  <a:pt x="793" y="250"/>
                  <a:pt x="729" y="272"/>
                </a:cubicBezTo>
                <a:cubicBezTo>
                  <a:pt x="665" y="293"/>
                  <a:pt x="527" y="262"/>
                  <a:pt x="451" y="186"/>
                </a:cubicBezTo>
                <a:cubicBezTo>
                  <a:pt x="430" y="164"/>
                  <a:pt x="409" y="164"/>
                  <a:pt x="409" y="164"/>
                </a:cubicBezTo>
                <a:lnTo>
                  <a:pt x="644" y="0"/>
                </a:lnTo>
                <a:moveTo>
                  <a:pt x="123" y="0"/>
                </a:moveTo>
                <a:cubicBezTo>
                  <a:pt x="187" y="107"/>
                  <a:pt x="123" y="228"/>
                  <a:pt x="60" y="207"/>
                </a:cubicBezTo>
                <a:cubicBezTo>
                  <a:pt x="-4" y="186"/>
                  <a:pt x="-26" y="250"/>
                  <a:pt x="38" y="272"/>
                </a:cubicBezTo>
                <a:cubicBezTo>
                  <a:pt x="102" y="293"/>
                  <a:pt x="240" y="262"/>
                  <a:pt x="315" y="186"/>
                </a:cubicBezTo>
                <a:cubicBezTo>
                  <a:pt x="337" y="164"/>
                  <a:pt x="358" y="164"/>
                  <a:pt x="358" y="164"/>
                </a:cubicBezTo>
                <a:lnTo>
                  <a:pt x="123" y="0"/>
                </a:lnTo>
                <a:close/>
              </a:path>
            </a:pathLst>
          </a:custGeom>
          <a:solidFill>
            <a:srgbClr val="744ea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05" name=""/>
          <p:cNvSpPr/>
          <p:nvPr/>
        </p:nvSpPr>
        <p:spPr>
          <a:xfrm>
            <a:off x="771480" y="3028680"/>
            <a:ext cx="276480" cy="274320"/>
          </a:xfrm>
          <a:custGeom>
            <a:avLst/>
            <a:gdLst/>
            <a:ahLst/>
            <a:rect l="0" t="0" r="r" b="b"/>
            <a:pathLst>
              <a:path w="768" h="762">
                <a:moveTo>
                  <a:pt x="708" y="670"/>
                </a:moveTo>
                <a:cubicBezTo>
                  <a:pt x="650" y="689"/>
                  <a:pt x="571" y="550"/>
                  <a:pt x="605" y="445"/>
                </a:cubicBezTo>
                <a:cubicBezTo>
                  <a:pt x="641" y="375"/>
                  <a:pt x="661" y="297"/>
                  <a:pt x="661" y="235"/>
                </a:cubicBezTo>
                <a:cubicBezTo>
                  <a:pt x="661" y="82"/>
                  <a:pt x="536" y="0"/>
                  <a:pt x="383" y="0"/>
                </a:cubicBezTo>
                <a:cubicBezTo>
                  <a:pt x="230" y="0"/>
                  <a:pt x="106" y="82"/>
                  <a:pt x="106" y="235"/>
                </a:cubicBezTo>
                <a:cubicBezTo>
                  <a:pt x="106" y="297"/>
                  <a:pt x="127" y="375"/>
                  <a:pt x="162" y="445"/>
                </a:cubicBezTo>
                <a:cubicBezTo>
                  <a:pt x="196" y="550"/>
                  <a:pt x="118" y="689"/>
                  <a:pt x="60" y="670"/>
                </a:cubicBezTo>
                <a:cubicBezTo>
                  <a:pt x="-4" y="649"/>
                  <a:pt x="-26" y="734"/>
                  <a:pt x="38" y="755"/>
                </a:cubicBezTo>
                <a:cubicBezTo>
                  <a:pt x="102" y="777"/>
                  <a:pt x="215" y="742"/>
                  <a:pt x="294" y="670"/>
                </a:cubicBezTo>
                <a:cubicBezTo>
                  <a:pt x="341" y="627"/>
                  <a:pt x="383" y="627"/>
                  <a:pt x="383" y="627"/>
                </a:cubicBezTo>
                <a:cubicBezTo>
                  <a:pt x="383" y="627"/>
                  <a:pt x="426" y="627"/>
                  <a:pt x="473" y="670"/>
                </a:cubicBezTo>
                <a:cubicBezTo>
                  <a:pt x="552" y="742"/>
                  <a:pt x="665" y="777"/>
                  <a:pt x="729" y="755"/>
                </a:cubicBezTo>
                <a:cubicBezTo>
                  <a:pt x="793" y="734"/>
                  <a:pt x="772" y="649"/>
                  <a:pt x="708" y="670"/>
                </a:cubicBezTo>
                <a:close/>
              </a:path>
            </a:pathLst>
          </a:custGeom>
          <a:solidFill>
            <a:srgbClr val="9266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06" name=""/>
          <p:cNvSpPr/>
          <p:nvPr/>
        </p:nvSpPr>
        <p:spPr>
          <a:xfrm>
            <a:off x="863280" y="3174480"/>
            <a:ext cx="31320" cy="30960"/>
          </a:xfrm>
          <a:custGeom>
            <a:avLst/>
            <a:gdLst/>
            <a:ahLst/>
            <a:rect l="0" t="0" r="r" b="b"/>
            <a:pathLst>
              <a:path w="87" h="86">
                <a:moveTo>
                  <a:pt x="87" y="43"/>
                </a:moveTo>
                <a:cubicBezTo>
                  <a:pt x="87" y="48"/>
                  <a:pt x="86" y="54"/>
                  <a:pt x="83" y="59"/>
                </a:cubicBezTo>
                <a:cubicBezTo>
                  <a:pt x="81" y="64"/>
                  <a:pt x="78" y="70"/>
                  <a:pt x="74" y="74"/>
                </a:cubicBezTo>
                <a:cubicBezTo>
                  <a:pt x="70" y="78"/>
                  <a:pt x="66" y="81"/>
                  <a:pt x="60" y="83"/>
                </a:cubicBezTo>
                <a:cubicBezTo>
                  <a:pt x="55" y="85"/>
                  <a:pt x="50" y="86"/>
                  <a:pt x="44" y="86"/>
                </a:cubicBezTo>
                <a:cubicBezTo>
                  <a:pt x="38" y="86"/>
                  <a:pt x="33" y="85"/>
                  <a:pt x="28" y="83"/>
                </a:cubicBezTo>
                <a:cubicBezTo>
                  <a:pt x="21" y="81"/>
                  <a:pt x="17" y="78"/>
                  <a:pt x="13" y="74"/>
                </a:cubicBezTo>
                <a:cubicBezTo>
                  <a:pt x="9" y="70"/>
                  <a:pt x="6" y="64"/>
                  <a:pt x="4" y="59"/>
                </a:cubicBezTo>
                <a:cubicBezTo>
                  <a:pt x="1" y="54"/>
                  <a:pt x="0" y="48"/>
                  <a:pt x="0" y="43"/>
                </a:cubicBezTo>
                <a:cubicBezTo>
                  <a:pt x="0" y="37"/>
                  <a:pt x="1" y="32"/>
                  <a:pt x="4" y="27"/>
                </a:cubicBezTo>
                <a:cubicBezTo>
                  <a:pt x="6" y="21"/>
                  <a:pt x="9" y="17"/>
                  <a:pt x="13" y="13"/>
                </a:cubicBezTo>
                <a:cubicBezTo>
                  <a:pt x="17" y="9"/>
                  <a:pt x="21" y="6"/>
                  <a:pt x="28" y="3"/>
                </a:cubicBezTo>
                <a:cubicBezTo>
                  <a:pt x="33" y="1"/>
                  <a:pt x="38" y="0"/>
                  <a:pt x="44" y="0"/>
                </a:cubicBezTo>
                <a:cubicBezTo>
                  <a:pt x="50" y="0"/>
                  <a:pt x="55" y="1"/>
                  <a:pt x="60" y="3"/>
                </a:cubicBezTo>
                <a:cubicBezTo>
                  <a:pt x="66" y="6"/>
                  <a:pt x="70" y="9"/>
                  <a:pt x="74" y="13"/>
                </a:cubicBezTo>
                <a:cubicBezTo>
                  <a:pt x="78" y="17"/>
                  <a:pt x="81" y="21"/>
                  <a:pt x="83" y="27"/>
                </a:cubicBezTo>
                <a:cubicBezTo>
                  <a:pt x="86" y="32"/>
                  <a:pt x="87" y="37"/>
                  <a:pt x="87" y="43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07" name=""/>
          <p:cNvSpPr/>
          <p:nvPr/>
        </p:nvSpPr>
        <p:spPr>
          <a:xfrm>
            <a:off x="924840" y="3174480"/>
            <a:ext cx="30960" cy="30960"/>
          </a:xfrm>
          <a:custGeom>
            <a:avLst/>
            <a:gdLst/>
            <a:ahLst/>
            <a:rect l="0" t="0" r="r" b="b"/>
            <a:pathLst>
              <a:path w="86" h="86">
                <a:moveTo>
                  <a:pt x="86" y="43"/>
                </a:moveTo>
                <a:cubicBezTo>
                  <a:pt x="86" y="48"/>
                  <a:pt x="85" y="54"/>
                  <a:pt x="83" y="59"/>
                </a:cubicBezTo>
                <a:cubicBezTo>
                  <a:pt x="81" y="64"/>
                  <a:pt x="78" y="70"/>
                  <a:pt x="74" y="74"/>
                </a:cubicBezTo>
                <a:cubicBezTo>
                  <a:pt x="70" y="78"/>
                  <a:pt x="65" y="81"/>
                  <a:pt x="60" y="83"/>
                </a:cubicBezTo>
                <a:cubicBezTo>
                  <a:pt x="55" y="85"/>
                  <a:pt x="49" y="86"/>
                  <a:pt x="44" y="86"/>
                </a:cubicBezTo>
                <a:cubicBezTo>
                  <a:pt x="38" y="86"/>
                  <a:pt x="32" y="85"/>
                  <a:pt x="27" y="83"/>
                </a:cubicBezTo>
                <a:cubicBezTo>
                  <a:pt x="21" y="81"/>
                  <a:pt x="16" y="78"/>
                  <a:pt x="12" y="74"/>
                </a:cubicBezTo>
                <a:cubicBezTo>
                  <a:pt x="8" y="70"/>
                  <a:pt x="5" y="64"/>
                  <a:pt x="3" y="59"/>
                </a:cubicBezTo>
                <a:cubicBezTo>
                  <a:pt x="1" y="54"/>
                  <a:pt x="0" y="48"/>
                  <a:pt x="0" y="43"/>
                </a:cubicBezTo>
                <a:cubicBezTo>
                  <a:pt x="0" y="37"/>
                  <a:pt x="1" y="32"/>
                  <a:pt x="3" y="27"/>
                </a:cubicBezTo>
                <a:cubicBezTo>
                  <a:pt x="5" y="21"/>
                  <a:pt x="8" y="17"/>
                  <a:pt x="12" y="13"/>
                </a:cubicBezTo>
                <a:cubicBezTo>
                  <a:pt x="16" y="9"/>
                  <a:pt x="21" y="6"/>
                  <a:pt x="27" y="3"/>
                </a:cubicBezTo>
                <a:cubicBezTo>
                  <a:pt x="32" y="1"/>
                  <a:pt x="38" y="0"/>
                  <a:pt x="44" y="0"/>
                </a:cubicBezTo>
                <a:cubicBezTo>
                  <a:pt x="49" y="0"/>
                  <a:pt x="55" y="1"/>
                  <a:pt x="60" y="3"/>
                </a:cubicBezTo>
                <a:cubicBezTo>
                  <a:pt x="65" y="6"/>
                  <a:pt x="70" y="9"/>
                  <a:pt x="74" y="13"/>
                </a:cubicBezTo>
                <a:cubicBezTo>
                  <a:pt x="78" y="17"/>
                  <a:pt x="81" y="21"/>
                  <a:pt x="83" y="27"/>
                </a:cubicBezTo>
                <a:cubicBezTo>
                  <a:pt x="85" y="32"/>
                  <a:pt x="86" y="37"/>
                  <a:pt x="86" y="43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08" name=""/>
          <p:cNvSpPr txBox="1"/>
          <p:nvPr/>
        </p:nvSpPr>
        <p:spPr>
          <a:xfrm>
            <a:off x="747720" y="2455200"/>
            <a:ext cx="61059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Senior DevOps Engineer @ Nemetschek Bulgaria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9" name=""/>
          <p:cNvSpPr/>
          <p:nvPr/>
        </p:nvSpPr>
        <p:spPr>
          <a:xfrm>
            <a:off x="1142640" y="3028680"/>
            <a:ext cx="6525000" cy="362520"/>
          </a:xfrm>
          <a:custGeom>
            <a:avLst/>
            <a:gdLst/>
            <a:ahLst/>
            <a:rect l="0" t="0" r="r" b="b"/>
            <a:pathLst>
              <a:path w="18125" h="1007">
                <a:moveTo>
                  <a:pt x="0" y="848"/>
                </a:moveTo>
                <a:lnTo>
                  <a:pt x="0" y="160"/>
                </a:lnTo>
                <a:cubicBezTo>
                  <a:pt x="0" y="150"/>
                  <a:pt x="2" y="139"/>
                  <a:pt x="4" y="128"/>
                </a:cubicBezTo>
                <a:cubicBezTo>
                  <a:pt x="6" y="118"/>
                  <a:pt x="9" y="108"/>
                  <a:pt x="13" y="98"/>
                </a:cubicBezTo>
                <a:cubicBezTo>
                  <a:pt x="17" y="89"/>
                  <a:pt x="21" y="79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9" y="1"/>
                  <a:pt x="149" y="0"/>
                  <a:pt x="159" y="0"/>
                </a:cubicBezTo>
                <a:lnTo>
                  <a:pt x="17967" y="0"/>
                </a:lnTo>
                <a:cubicBezTo>
                  <a:pt x="17977" y="0"/>
                  <a:pt x="17987" y="1"/>
                  <a:pt x="17998" y="3"/>
                </a:cubicBezTo>
                <a:cubicBezTo>
                  <a:pt x="18008" y="5"/>
                  <a:pt x="18018" y="8"/>
                  <a:pt x="18027" y="12"/>
                </a:cubicBezTo>
                <a:cubicBezTo>
                  <a:pt x="18037" y="16"/>
                  <a:pt x="18046" y="21"/>
                  <a:pt x="18055" y="27"/>
                </a:cubicBezTo>
                <a:cubicBezTo>
                  <a:pt x="18064" y="33"/>
                  <a:pt x="18072" y="39"/>
                  <a:pt x="18079" y="47"/>
                </a:cubicBezTo>
                <a:cubicBezTo>
                  <a:pt x="18086" y="54"/>
                  <a:pt x="18093" y="62"/>
                  <a:pt x="18099" y="71"/>
                </a:cubicBezTo>
                <a:cubicBezTo>
                  <a:pt x="18104" y="79"/>
                  <a:pt x="18109" y="89"/>
                  <a:pt x="18113" y="98"/>
                </a:cubicBezTo>
                <a:cubicBezTo>
                  <a:pt x="18117" y="108"/>
                  <a:pt x="18120" y="118"/>
                  <a:pt x="18122" y="128"/>
                </a:cubicBezTo>
                <a:cubicBezTo>
                  <a:pt x="18124" y="139"/>
                  <a:pt x="18125" y="150"/>
                  <a:pt x="18125" y="160"/>
                </a:cubicBezTo>
                <a:lnTo>
                  <a:pt x="18125" y="848"/>
                </a:lnTo>
                <a:cubicBezTo>
                  <a:pt x="18125" y="858"/>
                  <a:pt x="18124" y="869"/>
                  <a:pt x="18122" y="879"/>
                </a:cubicBezTo>
                <a:cubicBezTo>
                  <a:pt x="18120" y="889"/>
                  <a:pt x="18117" y="899"/>
                  <a:pt x="18113" y="909"/>
                </a:cubicBezTo>
                <a:cubicBezTo>
                  <a:pt x="18109" y="918"/>
                  <a:pt x="18104" y="927"/>
                  <a:pt x="18099" y="936"/>
                </a:cubicBezTo>
                <a:cubicBezTo>
                  <a:pt x="18093" y="945"/>
                  <a:pt x="18086" y="953"/>
                  <a:pt x="18079" y="960"/>
                </a:cubicBezTo>
                <a:cubicBezTo>
                  <a:pt x="18072" y="968"/>
                  <a:pt x="18064" y="974"/>
                  <a:pt x="18055" y="980"/>
                </a:cubicBezTo>
                <a:cubicBezTo>
                  <a:pt x="18046" y="986"/>
                  <a:pt x="18037" y="991"/>
                  <a:pt x="18027" y="995"/>
                </a:cubicBezTo>
                <a:cubicBezTo>
                  <a:pt x="18018" y="999"/>
                  <a:pt x="18008" y="1002"/>
                  <a:pt x="17998" y="1004"/>
                </a:cubicBezTo>
                <a:cubicBezTo>
                  <a:pt x="17987" y="1006"/>
                  <a:pt x="17977" y="1007"/>
                  <a:pt x="17967" y="1007"/>
                </a:cubicBezTo>
                <a:lnTo>
                  <a:pt x="159" y="1007"/>
                </a:lnTo>
                <a:cubicBezTo>
                  <a:pt x="149" y="1007"/>
                  <a:pt x="139" y="1006"/>
                  <a:pt x="128" y="1004"/>
                </a:cubicBezTo>
                <a:cubicBezTo>
                  <a:pt x="118" y="1002"/>
                  <a:pt x="108" y="999"/>
                  <a:pt x="98" y="995"/>
                </a:cubicBezTo>
                <a:cubicBezTo>
                  <a:pt x="89" y="991"/>
                  <a:pt x="80" y="986"/>
                  <a:pt x="71" y="980"/>
                </a:cubicBezTo>
                <a:cubicBezTo>
                  <a:pt x="62" y="974"/>
                  <a:pt x="54" y="968"/>
                  <a:pt x="47" y="960"/>
                </a:cubicBezTo>
                <a:cubicBezTo>
                  <a:pt x="40" y="953"/>
                  <a:pt x="33" y="945"/>
                  <a:pt x="27" y="936"/>
                </a:cubicBezTo>
                <a:cubicBezTo>
                  <a:pt x="21" y="927"/>
                  <a:pt x="17" y="918"/>
                  <a:pt x="13" y="909"/>
                </a:cubicBezTo>
                <a:cubicBezTo>
                  <a:pt x="9" y="899"/>
                  <a:pt x="6" y="889"/>
                  <a:pt x="4" y="879"/>
                </a:cubicBezTo>
                <a:cubicBezTo>
                  <a:pt x="2" y="869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10" name=""/>
          <p:cNvSpPr txBox="1"/>
          <p:nvPr/>
        </p:nvSpPr>
        <p:spPr>
          <a:xfrm>
            <a:off x="1065240" y="302652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  <a:ea typeface="Arial"/>
              </a:rPr>
              <a:t> 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1" name=""/>
          <p:cNvSpPr txBox="1"/>
          <p:nvPr/>
        </p:nvSpPr>
        <p:spPr>
          <a:xfrm>
            <a:off x="1235880" y="3080160"/>
            <a:ext cx="63374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  <a:ea typeface="Courier New"/>
              </a:rPr>
              <a:t>github.com/NedkoHristov/WordPress-Europe-2026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2" name=""/>
          <p:cNvSpPr txBox="1"/>
          <p:nvPr/>
        </p:nvSpPr>
        <p:spPr>
          <a:xfrm>
            <a:off x="747720" y="4611240"/>
            <a:ext cx="1667880" cy="338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390" spc="-1" strike="noStrike">
                <a:solidFill>
                  <a:srgbClr val="1f2328"/>
                </a:solidFill>
                <a:latin typeface="Arial"/>
                <a:ea typeface="Arial"/>
              </a:rPr>
              <a:t>Questions?</a:t>
            </a:r>
            <a:endParaRPr b="0" lang="en-US" sz="2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3" name=""/>
          <p:cNvSpPr txBox="1"/>
          <p:nvPr/>
        </p:nvSpPr>
        <p:spPr>
          <a:xfrm>
            <a:off x="1090440" y="5598360"/>
            <a:ext cx="669096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2170" spc="-1" strike="noStrike">
                <a:solidFill>
                  <a:srgbClr val="59636e"/>
                </a:solidFill>
                <a:latin typeface="Arial"/>
                <a:ea typeface="Arial"/>
              </a:rPr>
              <a:t>"The best time to add monitoring was before the crash.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4" name=""/>
          <p:cNvSpPr txBox="1"/>
          <p:nvPr/>
        </p:nvSpPr>
        <p:spPr>
          <a:xfrm>
            <a:off x="1090440" y="6008040"/>
            <a:ext cx="428328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2170" spc="-1" strike="noStrike">
                <a:solidFill>
                  <a:srgbClr val="59636e"/>
                </a:solidFill>
                <a:latin typeface="Arial"/>
                <a:ea typeface="Arial"/>
              </a:rPr>
              <a:t>The second best time is right now."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