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30.xml" ContentType="application/vnd.openxmlformats-officedocument.presentationml.slide+xml"/>
  <Override PartName="/ppt/slides/slide4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26px;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2143440" cy="952560"/>
          </a:xfrm>
          <a:custGeom>
            <a:avLst/>
            <a:gdLst/>
            <a:ahLst/>
            <a:rect l="0" t="0" r="r" b="b"/>
            <a:pathLst>
              <a:path w="5954" h="2646">
                <a:moveTo>
                  <a:pt x="0" y="0"/>
                </a:moveTo>
                <a:lnTo>
                  <a:pt x="5954" y="0"/>
                </a:lnTo>
                <a:lnTo>
                  <a:pt x="595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5740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448240" y="1457280"/>
            <a:ext cx="1791000" cy="952560"/>
          </a:xfrm>
          <a:custGeom>
            <a:avLst/>
            <a:gdLst/>
            <a:ahLst/>
            <a:rect l="0" t="0" r="r" b="b"/>
            <a:pathLst>
              <a:path w="4975" h="2646">
                <a:moveTo>
                  <a:pt x="0" y="0"/>
                </a:moveTo>
                <a:lnTo>
                  <a:pt x="4975" y="0"/>
                </a:lnTo>
                <a:lnTo>
                  <a:pt x="497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238880" y="1457280"/>
            <a:ext cx="972000" cy="952560"/>
          </a:xfrm>
          <a:custGeom>
            <a:avLst/>
            <a:gdLst/>
            <a:ahLst/>
            <a:rect l="0" t="0" r="r" b="b"/>
            <a:pathLst>
              <a:path w="2700" h="2646">
                <a:moveTo>
                  <a:pt x="0" y="0"/>
                </a:moveTo>
                <a:lnTo>
                  <a:pt x="2700" y="0"/>
                </a:lnTo>
                <a:lnTo>
                  <a:pt x="270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210520" y="1457280"/>
            <a:ext cx="1428840" cy="952560"/>
          </a:xfrm>
          <a:custGeom>
            <a:avLst/>
            <a:gdLst/>
            <a:ahLst/>
            <a:rect l="0" t="0" r="r" b="b"/>
            <a:pathLst>
              <a:path w="3969" h="2646">
                <a:moveTo>
                  <a:pt x="0" y="0"/>
                </a:moveTo>
                <a:lnTo>
                  <a:pt x="3969" y="0"/>
                </a:lnTo>
                <a:lnTo>
                  <a:pt x="396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639000" y="1457280"/>
            <a:ext cx="1800720" cy="952560"/>
          </a:xfrm>
          <a:custGeom>
            <a:avLst/>
            <a:gdLst/>
            <a:ahLst/>
            <a:rect l="0" t="0" r="r" b="b"/>
            <a:pathLst>
              <a:path w="5002" h="2646">
                <a:moveTo>
                  <a:pt x="0" y="0"/>
                </a:moveTo>
                <a:lnTo>
                  <a:pt x="5002" y="0"/>
                </a:lnTo>
                <a:lnTo>
                  <a:pt x="50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714320" y="240948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85740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48240" y="240948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238880" y="240948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10520" y="240948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9639000" y="240948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52400" y="3362040"/>
            <a:ext cx="962280" cy="1371960"/>
          </a:xfrm>
          <a:custGeom>
            <a:avLst/>
            <a:gdLst/>
            <a:ahLst/>
            <a:rect l="0" t="0" r="r" b="b"/>
            <a:pathLst>
              <a:path w="2673" h="3811">
                <a:moveTo>
                  <a:pt x="0" y="0"/>
                </a:moveTo>
                <a:lnTo>
                  <a:pt x="2673" y="0"/>
                </a:lnTo>
                <a:lnTo>
                  <a:pt x="267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714320" y="3362040"/>
            <a:ext cx="2143440" cy="1371960"/>
          </a:xfrm>
          <a:custGeom>
            <a:avLst/>
            <a:gdLst/>
            <a:ahLst/>
            <a:rect l="0" t="0" r="r" b="b"/>
            <a:pathLst>
              <a:path w="5954" h="3811">
                <a:moveTo>
                  <a:pt x="0" y="0"/>
                </a:moveTo>
                <a:lnTo>
                  <a:pt x="5954" y="0"/>
                </a:lnTo>
                <a:lnTo>
                  <a:pt x="5954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857400" y="3362040"/>
            <a:ext cx="1591200" cy="1371960"/>
          </a:xfrm>
          <a:custGeom>
            <a:avLst/>
            <a:gdLst/>
            <a:ahLst/>
            <a:rect l="0" t="0" r="r" b="b"/>
            <a:pathLst>
              <a:path w="4420" h="3811">
                <a:moveTo>
                  <a:pt x="0" y="0"/>
                </a:moveTo>
                <a:lnTo>
                  <a:pt x="4420" y="0"/>
                </a:lnTo>
                <a:lnTo>
                  <a:pt x="442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448240" y="3362040"/>
            <a:ext cx="1791000" cy="1371960"/>
          </a:xfrm>
          <a:custGeom>
            <a:avLst/>
            <a:gdLst/>
            <a:ahLst/>
            <a:rect l="0" t="0" r="r" b="b"/>
            <a:pathLst>
              <a:path w="4975" h="3811">
                <a:moveTo>
                  <a:pt x="0" y="0"/>
                </a:moveTo>
                <a:lnTo>
                  <a:pt x="4975" y="0"/>
                </a:lnTo>
                <a:lnTo>
                  <a:pt x="4975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38880" y="3362040"/>
            <a:ext cx="972000" cy="1371960"/>
          </a:xfrm>
          <a:custGeom>
            <a:avLst/>
            <a:gdLst/>
            <a:ahLst/>
            <a:rect l="0" t="0" r="r" b="b"/>
            <a:pathLst>
              <a:path w="2700" h="3811">
                <a:moveTo>
                  <a:pt x="0" y="0"/>
                </a:moveTo>
                <a:lnTo>
                  <a:pt x="2700" y="0"/>
                </a:lnTo>
                <a:lnTo>
                  <a:pt x="270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10520" y="3362040"/>
            <a:ext cx="1428840" cy="1371960"/>
          </a:xfrm>
          <a:custGeom>
            <a:avLst/>
            <a:gdLst/>
            <a:ahLst/>
            <a:rect l="0" t="0" r="r" b="b"/>
            <a:pathLst>
              <a:path w="3969" h="3811">
                <a:moveTo>
                  <a:pt x="0" y="0"/>
                </a:moveTo>
                <a:lnTo>
                  <a:pt x="3969" y="0"/>
                </a:lnTo>
                <a:lnTo>
                  <a:pt x="396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639000" y="3362040"/>
            <a:ext cx="1800720" cy="1371960"/>
          </a:xfrm>
          <a:custGeom>
            <a:avLst/>
            <a:gdLst/>
            <a:ahLst/>
            <a:rect l="0" t="0" r="r" b="b"/>
            <a:pathLst>
              <a:path w="5002" h="3811">
                <a:moveTo>
                  <a:pt x="0" y="0"/>
                </a:moveTo>
                <a:lnTo>
                  <a:pt x="5002" y="0"/>
                </a:lnTo>
                <a:lnTo>
                  <a:pt x="5002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2400" y="4733640"/>
            <a:ext cx="962280" cy="1781640"/>
          </a:xfrm>
          <a:custGeom>
            <a:avLst/>
            <a:gdLst/>
            <a:ahLst/>
            <a:rect l="0" t="0" r="r" b="b"/>
            <a:pathLst>
              <a:path w="2673" h="4949">
                <a:moveTo>
                  <a:pt x="0" y="0"/>
                </a:moveTo>
                <a:lnTo>
                  <a:pt x="2673" y="0"/>
                </a:lnTo>
                <a:lnTo>
                  <a:pt x="2673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4733640"/>
            <a:ext cx="2143440" cy="1781640"/>
          </a:xfrm>
          <a:custGeom>
            <a:avLst/>
            <a:gdLst/>
            <a:ahLst/>
            <a:rect l="0" t="0" r="r" b="b"/>
            <a:pathLst>
              <a:path w="5954" h="4949">
                <a:moveTo>
                  <a:pt x="0" y="0"/>
                </a:moveTo>
                <a:lnTo>
                  <a:pt x="5954" y="0"/>
                </a:lnTo>
                <a:lnTo>
                  <a:pt x="5954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857400" y="4733640"/>
            <a:ext cx="1591200" cy="1781640"/>
          </a:xfrm>
          <a:custGeom>
            <a:avLst/>
            <a:gdLst/>
            <a:ahLst/>
            <a:rect l="0" t="0" r="r" b="b"/>
            <a:pathLst>
              <a:path w="4420" h="4949">
                <a:moveTo>
                  <a:pt x="0" y="0"/>
                </a:moveTo>
                <a:lnTo>
                  <a:pt x="4420" y="0"/>
                </a:lnTo>
                <a:lnTo>
                  <a:pt x="442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448240" y="4733640"/>
            <a:ext cx="1791000" cy="1781640"/>
          </a:xfrm>
          <a:custGeom>
            <a:avLst/>
            <a:gdLst/>
            <a:ahLst/>
            <a:rect l="0" t="0" r="r" b="b"/>
            <a:pathLst>
              <a:path w="4975" h="4949">
                <a:moveTo>
                  <a:pt x="0" y="0"/>
                </a:moveTo>
                <a:lnTo>
                  <a:pt x="4975" y="0"/>
                </a:lnTo>
                <a:lnTo>
                  <a:pt x="4975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238880" y="4733640"/>
            <a:ext cx="972000" cy="1781640"/>
          </a:xfrm>
          <a:custGeom>
            <a:avLst/>
            <a:gdLst/>
            <a:ahLst/>
            <a:rect l="0" t="0" r="r" b="b"/>
            <a:pathLst>
              <a:path w="2700" h="4949">
                <a:moveTo>
                  <a:pt x="0" y="0"/>
                </a:moveTo>
                <a:lnTo>
                  <a:pt x="2700" y="0"/>
                </a:lnTo>
                <a:lnTo>
                  <a:pt x="270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210520" y="4733640"/>
            <a:ext cx="1428840" cy="1781640"/>
          </a:xfrm>
          <a:custGeom>
            <a:avLst/>
            <a:gdLst/>
            <a:ahLst/>
            <a:rect l="0" t="0" r="r" b="b"/>
            <a:pathLst>
              <a:path w="3969" h="4949">
                <a:moveTo>
                  <a:pt x="0" y="0"/>
                </a:moveTo>
                <a:lnTo>
                  <a:pt x="3969" y="0"/>
                </a:lnTo>
                <a:lnTo>
                  <a:pt x="396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639000" y="4733640"/>
            <a:ext cx="1800720" cy="1781640"/>
          </a:xfrm>
          <a:custGeom>
            <a:avLst/>
            <a:gdLst/>
            <a:ahLst/>
            <a:rect l="0" t="0" r="r" b="b"/>
            <a:pathLst>
              <a:path w="5002" h="4949">
                <a:moveTo>
                  <a:pt x="0" y="0"/>
                </a:moveTo>
                <a:lnTo>
                  <a:pt x="5002" y="0"/>
                </a:lnTo>
                <a:lnTo>
                  <a:pt x="5002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52400" y="651492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714320" y="651492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857400" y="651492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448240" y="651492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238880" y="651492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210520" y="651492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9639000" y="651492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723680" y="1457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8480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857400" y="1457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4385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448240" y="1457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23888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7248240" y="1457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2008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210520" y="1457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6296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9639000" y="1457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723680" y="240948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857400" y="240948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448240" y="240948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48240" y="240948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210520" y="240948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639000" y="240948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38480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4385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723888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20080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6296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5240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71432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723680" y="336204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8480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857400" y="336204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43852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448240" y="336204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23888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248240" y="336204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20080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210520" y="336204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6296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639000" y="33620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43936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5240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52400" y="4724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71432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723680" y="4724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38480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857400" y="4724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43852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448240" y="4724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3888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7248240" y="4724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820080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210520" y="4724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96296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9639000" y="4724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43936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5240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52400" y="65055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71432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723680" y="650556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8480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857400" y="650556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43852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448240" y="650556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23888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248240" y="650556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820080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8210520" y="650556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6296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9639000" y="6505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143936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41740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413600" y="156924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129560" y="1978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54520" y="17787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43328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72280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38512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893880" y="1778760"/>
            <a:ext cx="1288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844640" y="252180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009680" y="252396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5" y="343"/>
                </a:lnTo>
                <a:lnTo>
                  <a:pt x="0" y="471"/>
                </a:lnTo>
                <a:lnTo>
                  <a:pt x="256" y="471"/>
                </a:lnTo>
                <a:lnTo>
                  <a:pt x="128" y="728"/>
                </a:lnTo>
                <a:lnTo>
                  <a:pt x="384" y="557"/>
                </a:lnTo>
                <a:lnTo>
                  <a:pt x="619" y="771"/>
                </a:lnTo>
                <a:lnTo>
                  <a:pt x="555" y="471"/>
                </a:lnTo>
                <a:lnTo>
                  <a:pt x="769" y="471"/>
                </a:lnTo>
                <a:lnTo>
                  <a:pt x="597" y="343"/>
                </a:lnTo>
                <a:lnTo>
                  <a:pt x="769" y="150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8312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5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7" y="358"/>
                </a:lnTo>
                <a:lnTo>
                  <a:pt x="65" y="433"/>
                </a:lnTo>
                <a:lnTo>
                  <a:pt x="116" y="330"/>
                </a:lnTo>
                <a:lnTo>
                  <a:pt x="144" y="273"/>
                </a:lnTo>
                <a:lnTo>
                  <a:pt x="0" y="273"/>
                </a:lnTo>
                <a:lnTo>
                  <a:pt x="80" y="229"/>
                </a:lnTo>
                <a:lnTo>
                  <a:pt x="126" y="204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1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132440" y="261540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9" y="52"/>
                </a:moveTo>
                <a:lnTo>
                  <a:pt x="135" y="47"/>
                </a:lnTo>
                <a:lnTo>
                  <a:pt x="181" y="35"/>
                </a:lnTo>
                <a:lnTo>
                  <a:pt x="152" y="70"/>
                </a:lnTo>
                <a:lnTo>
                  <a:pt x="140" y="83"/>
                </a:lnTo>
                <a:lnTo>
                  <a:pt x="154" y="93"/>
                </a:lnTo>
                <a:lnTo>
                  <a:pt x="180" y="113"/>
                </a:lnTo>
                <a:lnTo>
                  <a:pt x="128" y="113"/>
                </a:lnTo>
                <a:lnTo>
                  <a:pt x="132" y="132"/>
                </a:lnTo>
                <a:lnTo>
                  <a:pt x="145" y="196"/>
                </a:lnTo>
                <a:lnTo>
                  <a:pt x="94" y="149"/>
                </a:lnTo>
                <a:lnTo>
                  <a:pt x="85" y="141"/>
                </a:lnTo>
                <a:lnTo>
                  <a:pt x="74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4" y="95"/>
                </a:lnTo>
                <a:lnTo>
                  <a:pt x="52" y="84"/>
                </a:lnTo>
                <a:lnTo>
                  <a:pt x="37" y="69"/>
                </a:lnTo>
                <a:lnTo>
                  <a:pt x="10" y="41"/>
                </a:lnTo>
                <a:lnTo>
                  <a:pt x="39" y="47"/>
                </a:lnTo>
                <a:lnTo>
                  <a:pt x="58" y="52"/>
                </a:lnTo>
                <a:lnTo>
                  <a:pt x="58" y="13"/>
                </a:lnTo>
                <a:lnTo>
                  <a:pt x="72" y="26"/>
                </a:lnTo>
                <a:lnTo>
                  <a:pt x="88" y="42"/>
                </a:lnTo>
                <a:lnTo>
                  <a:pt x="98" y="22"/>
                </a:lnTo>
                <a:lnTo>
                  <a:pt x="109" y="0"/>
                </a:lnTo>
                <a:lnTo>
                  <a:pt x="119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44640" y="293148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301640" y="2521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984120" y="2931480"/>
            <a:ext cx="128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~50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576760" y="25218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576760" y="2931480"/>
            <a:ext cx="101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371720" y="2731320"/>
            <a:ext cx="125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 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766800" y="273132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880920" y="3884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844640" y="3474360"/>
            <a:ext cx="1770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Nginx ·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844640" y="3884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· 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844640" y="43030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984120" y="3884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576760" y="38840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7371720" y="38840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8335440" y="38840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766800" y="3683880"/>
            <a:ext cx="130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766800" y="40935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88092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844640" y="483624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844640" y="525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844640" y="566496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844640" y="608400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984120" y="5465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576760" y="5465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371720" y="5465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33544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766800" y="525564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9766800" y="566496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844640" y="6617520"/>
            <a:ext cx="1495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984120" y="661752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576760" y="661752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sees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766800" y="66175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Edge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782640" y="207828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7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6"/>
                  <a:pt x="-5" y="70"/>
                  <a:pt x="16" y="91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9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47720" y="1502640"/>
            <a:ext cx="1241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NOT 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82640" y="249732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2"/>
                </a:moveTo>
                <a:lnTo>
                  <a:pt x="689" y="91"/>
                </a:lnTo>
                <a:cubicBezTo>
                  <a:pt x="710" y="70"/>
                  <a:pt x="710" y="37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6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7"/>
                  <a:pt x="-5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9"/>
                  <a:pt x="16" y="690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90"/>
                </a:cubicBezTo>
                <a:lnTo>
                  <a:pt x="353" y="427"/>
                </a:lnTo>
                <a:lnTo>
                  <a:pt x="614" y="689"/>
                </a:lnTo>
                <a:cubicBezTo>
                  <a:pt x="624" y="699"/>
                  <a:pt x="638" y="705"/>
                  <a:pt x="652" y="705"/>
                </a:cubicBezTo>
                <a:cubicBezTo>
                  <a:pt x="665" y="705"/>
                  <a:pt x="679" y="699"/>
                  <a:pt x="689" y="689"/>
                </a:cubicBezTo>
                <a:cubicBezTo>
                  <a:pt x="710" y="668"/>
                  <a:pt x="710" y="634"/>
                  <a:pt x="689" y="614"/>
                </a:cubicBezTo>
                <a:lnTo>
                  <a:pt x="429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065240" y="2064600"/>
            <a:ext cx="469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people who visited today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782640" y="290700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2"/>
                </a:lnTo>
                <a:cubicBezTo>
                  <a:pt x="710" y="71"/>
                  <a:pt x="710" y="37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1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7"/>
                  <a:pt x="-5" y="71"/>
                  <a:pt x="16" y="92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65240" y="2483640"/>
            <a:ext cx="362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page loads total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65240" y="2893320"/>
            <a:ext cx="307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unique session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71480" y="44481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15040" y="449388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6"/>
                  <a:pt x="14" y="287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47720" y="38743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65240" y="4446000"/>
            <a:ext cx="61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 running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continuously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14400" y="512892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GET /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914400" y="539568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/?p=1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914400" y="567180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  → repeat forever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47720" y="6303240"/>
            <a:ext cx="385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concurrent loops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47720" y="672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47320" y="6722280"/>
            <a:ext cx="459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simultaneous open connections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752400" y="50958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47720" y="95148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3397680" y="1809720"/>
            <a:ext cx="219600" cy="219600"/>
          </a:xfrm>
          <a:custGeom>
            <a:avLst/>
            <a:gdLst/>
            <a:ahLst/>
            <a:rect l="0" t="0" r="r" b="b"/>
            <a:pathLst>
              <a:path w="610" h="610">
                <a:moveTo>
                  <a:pt x="610" y="542"/>
                </a:moveTo>
                <a:cubicBezTo>
                  <a:pt x="610" y="580"/>
                  <a:pt x="580" y="610"/>
                  <a:pt x="542" y="610"/>
                </a:cubicBezTo>
                <a:lnTo>
                  <a:pt x="69" y="610"/>
                </a:lnTo>
                <a:cubicBezTo>
                  <a:pt x="31" y="610"/>
                  <a:pt x="0" y="580"/>
                  <a:pt x="0" y="542"/>
                </a:cubicBezTo>
                <a:lnTo>
                  <a:pt x="0" y="67"/>
                </a:lnTo>
                <a:cubicBezTo>
                  <a:pt x="0" y="30"/>
                  <a:pt x="31" y="0"/>
                  <a:pt x="69" y="0"/>
                </a:cubicBezTo>
                <a:lnTo>
                  <a:pt x="542" y="0"/>
                </a:lnTo>
                <a:cubicBezTo>
                  <a:pt x="580" y="0"/>
                  <a:pt x="610" y="30"/>
                  <a:pt x="610" y="67"/>
                </a:cubicBezTo>
                <a:lnTo>
                  <a:pt x="61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3446280" y="1852200"/>
            <a:ext cx="134640" cy="134280"/>
          </a:xfrm>
          <a:custGeom>
            <a:avLst/>
            <a:gdLst/>
            <a:ahLst/>
            <a:rect l="0" t="0" r="r" b="b"/>
            <a:pathLst>
              <a:path w="374" h="373">
                <a:moveTo>
                  <a:pt x="0" y="0"/>
                </a:moveTo>
                <a:lnTo>
                  <a:pt x="374" y="186"/>
                </a:lnTo>
                <a:lnTo>
                  <a:pt x="0" y="3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914400" y="1822680"/>
            <a:ext cx="2468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k6 ──remote-write──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5205240" y="180972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5241960" y="1852200"/>
            <a:ext cx="134280" cy="134280"/>
          </a:xfrm>
          <a:custGeom>
            <a:avLst/>
            <a:gdLst/>
            <a:ahLst/>
            <a:rect l="0" t="0" r="r" b="b"/>
            <a:pathLst>
              <a:path w="373" h="373">
                <a:moveTo>
                  <a:pt x="373" y="0"/>
                </a:moveTo>
                <a:lnTo>
                  <a:pt x="0" y="186"/>
                </a:lnTo>
                <a:lnTo>
                  <a:pt x="373" y="373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628440" y="1822680"/>
            <a:ext cx="1558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Prometheus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433840" y="1822680"/>
            <a:ext cx="4414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node-exporter  (CPU, RAM, disk)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5345640" y="207288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5382360" y="211392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914400" y="20858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574600" y="208584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cadvisor       (container metrics)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5345640" y="232740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5382360" y="236988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6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914400" y="234036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574600" y="2340360"/>
            <a:ext cx="5324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mysqld-exporter (threads, buffer pool)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5345640" y="259056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5382360" y="263160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80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914400" y="260352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574600" y="2603520"/>
            <a:ext cx="4674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php-fpm-exporter (workers, queue)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5345640" y="284508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3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3"/>
                </a:cubicBezTo>
                <a:lnTo>
                  <a:pt x="611" y="68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8"/>
                </a:cubicBezTo>
                <a:lnTo>
                  <a:pt x="0" y="54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5382360" y="288756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7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14400" y="28580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574600" y="2858040"/>
            <a:ext cx="57128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nginx-exporter  (connections, requests/s)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5345640" y="310824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5382360" y="314928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914400" y="312120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574600" y="312120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redis-exporter  (hit rate, memory)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14400" y="3367080"/>
            <a:ext cx="350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▼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914400" y="3621600"/>
            <a:ext cx="74012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Grafana  ←── Loki (container logs)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914400" y="3867120"/>
            <a:ext cx="415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7 dashboards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14400" y="4113000"/>
            <a:ext cx="4934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(live during demo)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090440" y="5141160"/>
            <a:ext cx="872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Every number you see on screen is a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real metric from a real process.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090440" y="555084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No synthetic benchmarks. No cherry-picked results.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752400" y="64958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747720" y="1502640"/>
            <a:ext cx="462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Each connection = one OS process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914400" y="218556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connects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914400" y="245232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Apache forks a worker process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914400" y="272844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loads PHP + WordPress into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914400" y="29952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runs, queries MySQL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914400" y="3261960"/>
            <a:ext cx="323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response sent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14400" y="3538080"/>
            <a:ext cx="5491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stays alive, waiting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14400" y="3804840"/>
            <a:ext cx="4928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(idle, ~32 MB RAM held)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76040" y="5133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4"/>
                </a:cubicBezTo>
                <a:cubicBezTo>
                  <a:pt x="215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47720" y="4436280"/>
            <a:ext cx="174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problem: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076040" y="5619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300320" y="5007960"/>
            <a:ext cx="506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60 idle workers = 1.9 GB RAM consumed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076040" y="6095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300320" y="5493600"/>
            <a:ext cx="306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#61 gets: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1300320" y="5969880"/>
            <a:ext cx="291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#200 gets: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90440" y="6541200"/>
            <a:ext cx="685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process model was designed for static files in 1996.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52400" y="36954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2828880" y="36954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752400" y="42382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828880" y="42382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752400" y="47718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828880" y="47718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752400" y="53146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828880" y="53146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752400" y="58482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828880" y="58482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5240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752400" y="36954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828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838240" y="36954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32456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52400" y="42289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2838240" y="42289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75240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282888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732456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5240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752400" y="47718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282888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2838240" y="47718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732456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5240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52400" y="53053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282888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2838240" y="53053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732456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5240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752400" y="58482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282888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838240" y="584820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32456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52400" y="63817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2838240" y="63817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2016360" y="16912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1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1"/>
                  <a:pt x="198" y="3"/>
                  <a:pt x="202" y="7"/>
                </a:cubicBezTo>
                <a:cubicBezTo>
                  <a:pt x="202" y="8"/>
                  <a:pt x="234" y="92"/>
                  <a:pt x="299" y="261"/>
                </a:cubicBezTo>
                <a:lnTo>
                  <a:pt x="394" y="512"/>
                </a:lnTo>
                <a:lnTo>
                  <a:pt x="490" y="261"/>
                </a:lnTo>
                <a:cubicBezTo>
                  <a:pt x="553" y="92"/>
                  <a:pt x="586" y="8"/>
                  <a:pt x="587" y="7"/>
                </a:cubicBezTo>
                <a:cubicBezTo>
                  <a:pt x="589" y="3"/>
                  <a:pt x="593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2"/>
                  <a:pt x="732" y="583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2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5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5"/>
                  <a:pt x="387" y="620"/>
                </a:cubicBezTo>
                <a:cubicBezTo>
                  <a:pt x="385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0"/>
                </a:cubicBezTo>
                <a:cubicBezTo>
                  <a:pt x="350" y="619"/>
                  <a:pt x="314" y="524"/>
                  <a:pt x="241" y="336"/>
                </a:cubicBezTo>
                <a:lnTo>
                  <a:pt x="135" y="54"/>
                </a:lnTo>
                <a:lnTo>
                  <a:pt x="135" y="70"/>
                </a:lnTo>
                <a:cubicBezTo>
                  <a:pt x="134" y="81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1" y="569"/>
                  <a:pt x="167" y="582"/>
                  <a:pt x="213" y="584"/>
                </a:cubicBezTo>
                <a:lnTo>
                  <a:pt x="228" y="584"/>
                </a:lnTo>
                <a:lnTo>
                  <a:pt x="228" y="627"/>
                </a:lnTo>
                <a:lnTo>
                  <a:pt x="220" y="627"/>
                </a:lnTo>
                <a:cubicBezTo>
                  <a:pt x="211" y="625"/>
                  <a:pt x="176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8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232056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6" y="131"/>
                </a:moveTo>
                <a:cubicBezTo>
                  <a:pt x="96" y="131"/>
                  <a:pt x="89" y="131"/>
                  <a:pt x="76" y="131"/>
                </a:cubicBezTo>
                <a:cubicBezTo>
                  <a:pt x="61" y="131"/>
                  <a:pt x="50" y="127"/>
                  <a:pt x="41" y="118"/>
                </a:cubicBezTo>
                <a:cubicBezTo>
                  <a:pt x="32" y="109"/>
                  <a:pt x="27" y="97"/>
                  <a:pt x="27" y="82"/>
                </a:cubicBezTo>
                <a:cubicBezTo>
                  <a:pt x="27" y="61"/>
                  <a:pt x="37" y="42"/>
                  <a:pt x="58" y="25"/>
                </a:cubicBezTo>
                <a:cubicBezTo>
                  <a:pt x="80" y="9"/>
                  <a:pt x="117" y="0"/>
                  <a:pt x="170" y="0"/>
                </a:cubicBezTo>
                <a:cubicBezTo>
                  <a:pt x="215" y="0"/>
                  <a:pt x="251" y="10"/>
                  <a:pt x="278" y="30"/>
                </a:cubicBezTo>
                <a:cubicBezTo>
                  <a:pt x="306" y="49"/>
                  <a:pt x="324" y="72"/>
                  <a:pt x="333" y="99"/>
                </a:cubicBezTo>
                <a:cubicBezTo>
                  <a:pt x="337" y="108"/>
                  <a:pt x="338" y="117"/>
                  <a:pt x="338" y="128"/>
                </a:cubicBezTo>
                <a:cubicBezTo>
                  <a:pt x="338" y="138"/>
                  <a:pt x="338" y="173"/>
                  <a:pt x="339" y="233"/>
                </a:cubicBezTo>
                <a:lnTo>
                  <a:pt x="339" y="297"/>
                </a:lnTo>
                <a:cubicBezTo>
                  <a:pt x="339" y="327"/>
                  <a:pt x="340" y="348"/>
                  <a:pt x="344" y="359"/>
                </a:cubicBezTo>
                <a:cubicBezTo>
                  <a:pt x="347" y="370"/>
                  <a:pt x="353" y="376"/>
                  <a:pt x="363" y="376"/>
                </a:cubicBezTo>
                <a:cubicBezTo>
                  <a:pt x="372" y="376"/>
                  <a:pt x="378" y="371"/>
                  <a:pt x="381" y="361"/>
                </a:cubicBezTo>
                <a:cubicBezTo>
                  <a:pt x="384" y="351"/>
                  <a:pt x="386" y="334"/>
                  <a:pt x="386" y="311"/>
                </a:cubicBezTo>
                <a:lnTo>
                  <a:pt x="386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2" y="339"/>
                  <a:pt x="421" y="354"/>
                  <a:pt x="420" y="358"/>
                </a:cubicBezTo>
                <a:cubicBezTo>
                  <a:pt x="414" y="376"/>
                  <a:pt x="403" y="391"/>
                  <a:pt x="388" y="401"/>
                </a:cubicBezTo>
                <a:cubicBezTo>
                  <a:pt x="372" y="412"/>
                  <a:pt x="355" y="417"/>
                  <a:pt x="337" y="418"/>
                </a:cubicBezTo>
                <a:cubicBezTo>
                  <a:pt x="319" y="418"/>
                  <a:pt x="305" y="413"/>
                  <a:pt x="294" y="401"/>
                </a:cubicBezTo>
                <a:cubicBezTo>
                  <a:pt x="283" y="390"/>
                  <a:pt x="276" y="377"/>
                  <a:pt x="272" y="363"/>
                </a:cubicBezTo>
                <a:lnTo>
                  <a:pt x="272" y="359"/>
                </a:lnTo>
                <a:lnTo>
                  <a:pt x="270" y="362"/>
                </a:lnTo>
                <a:cubicBezTo>
                  <a:pt x="269" y="364"/>
                  <a:pt x="267" y="365"/>
                  <a:pt x="266" y="367"/>
                </a:cubicBezTo>
                <a:cubicBezTo>
                  <a:pt x="264" y="369"/>
                  <a:pt x="261" y="372"/>
                  <a:pt x="258" y="376"/>
                </a:cubicBezTo>
                <a:cubicBezTo>
                  <a:pt x="255" y="379"/>
                  <a:pt x="252" y="383"/>
                  <a:pt x="247" y="386"/>
                </a:cubicBezTo>
                <a:cubicBezTo>
                  <a:pt x="243" y="389"/>
                  <a:pt x="238" y="392"/>
                  <a:pt x="233" y="397"/>
                </a:cubicBezTo>
                <a:cubicBezTo>
                  <a:pt x="229" y="401"/>
                  <a:pt x="223" y="404"/>
                  <a:pt x="217" y="407"/>
                </a:cubicBezTo>
                <a:cubicBezTo>
                  <a:pt x="211" y="409"/>
                  <a:pt x="204" y="412"/>
                  <a:pt x="197" y="414"/>
                </a:cubicBezTo>
                <a:cubicBezTo>
                  <a:pt x="189" y="416"/>
                  <a:pt x="182" y="418"/>
                  <a:pt x="173" y="420"/>
                </a:cubicBezTo>
                <a:cubicBezTo>
                  <a:pt x="164" y="421"/>
                  <a:pt x="155" y="422"/>
                  <a:pt x="145" y="422"/>
                </a:cubicBezTo>
                <a:cubicBezTo>
                  <a:pt x="108" y="422"/>
                  <a:pt x="75" y="413"/>
                  <a:pt x="44" y="394"/>
                </a:cubicBezTo>
                <a:cubicBezTo>
                  <a:pt x="15" y="375"/>
                  <a:pt x="0" y="348"/>
                  <a:pt x="0" y="313"/>
                </a:cubicBezTo>
                <a:cubicBezTo>
                  <a:pt x="0" y="300"/>
                  <a:pt x="3" y="288"/>
                  <a:pt x="7" y="276"/>
                </a:cubicBezTo>
                <a:cubicBezTo>
                  <a:pt x="11" y="265"/>
                  <a:pt x="19" y="252"/>
                  <a:pt x="32" y="239"/>
                </a:cubicBezTo>
                <a:cubicBezTo>
                  <a:pt x="44" y="225"/>
                  <a:pt x="59" y="214"/>
                  <a:pt x="77" y="205"/>
                </a:cubicBezTo>
                <a:cubicBezTo>
                  <a:pt x="94" y="196"/>
                  <a:pt x="118" y="187"/>
                  <a:pt x="148" y="179"/>
                </a:cubicBezTo>
                <a:cubicBezTo>
                  <a:pt x="179" y="171"/>
                  <a:pt x="212" y="167"/>
                  <a:pt x="249" y="165"/>
                </a:cubicBezTo>
                <a:lnTo>
                  <a:pt x="262" y="165"/>
                </a:lnTo>
                <a:lnTo>
                  <a:pt x="262" y="145"/>
                </a:lnTo>
                <a:cubicBezTo>
                  <a:pt x="262" y="124"/>
                  <a:pt x="260" y="109"/>
                  <a:pt x="256" y="99"/>
                </a:cubicBezTo>
                <a:cubicBezTo>
                  <a:pt x="243" y="56"/>
                  <a:pt x="213" y="34"/>
                  <a:pt x="167" y="34"/>
                </a:cubicBezTo>
                <a:cubicBezTo>
                  <a:pt x="156" y="34"/>
                  <a:pt x="146" y="35"/>
                  <a:pt x="136" y="35"/>
                </a:cubicBezTo>
                <a:cubicBezTo>
                  <a:pt x="127" y="36"/>
                  <a:pt x="119" y="37"/>
                  <a:pt x="113" y="39"/>
                </a:cubicBezTo>
                <a:cubicBezTo>
                  <a:pt x="108" y="41"/>
                  <a:pt x="105" y="42"/>
                  <a:pt x="106" y="42"/>
                </a:cubicBezTo>
                <a:cubicBezTo>
                  <a:pt x="119" y="51"/>
                  <a:pt x="126" y="64"/>
                  <a:pt x="126" y="82"/>
                </a:cubicBezTo>
                <a:cubicBezTo>
                  <a:pt x="126" y="97"/>
                  <a:pt x="121" y="109"/>
                  <a:pt x="112" y="118"/>
                </a:cubicBezTo>
                <a:lnTo>
                  <a:pt x="96" y="131"/>
                </a:lnTo>
                <a:moveTo>
                  <a:pt x="86" y="314"/>
                </a:moveTo>
                <a:cubicBezTo>
                  <a:pt x="86" y="333"/>
                  <a:pt x="93" y="351"/>
                  <a:pt x="108" y="365"/>
                </a:cubicBezTo>
                <a:cubicBezTo>
                  <a:pt x="123" y="380"/>
                  <a:pt x="141" y="388"/>
                  <a:pt x="162" y="388"/>
                </a:cubicBezTo>
                <a:cubicBezTo>
                  <a:pt x="185" y="388"/>
                  <a:pt x="206" y="381"/>
                  <a:pt x="223" y="367"/>
                </a:cubicBezTo>
                <a:cubicBezTo>
                  <a:pt x="241" y="353"/>
                  <a:pt x="253" y="334"/>
                  <a:pt x="259" y="311"/>
                </a:cubicBezTo>
                <a:cubicBezTo>
                  <a:pt x="260" y="307"/>
                  <a:pt x="261" y="287"/>
                  <a:pt x="262" y="251"/>
                </a:cubicBezTo>
                <a:cubicBezTo>
                  <a:pt x="262" y="215"/>
                  <a:pt x="262" y="198"/>
                  <a:pt x="261" y="198"/>
                </a:cubicBezTo>
                <a:cubicBezTo>
                  <a:pt x="256" y="198"/>
                  <a:pt x="250" y="198"/>
                  <a:pt x="242" y="198"/>
                </a:cubicBezTo>
                <a:cubicBezTo>
                  <a:pt x="234" y="199"/>
                  <a:pt x="220" y="202"/>
                  <a:pt x="200" y="207"/>
                </a:cubicBezTo>
                <a:cubicBezTo>
                  <a:pt x="181" y="212"/>
                  <a:pt x="163" y="218"/>
                  <a:pt x="147" y="225"/>
                </a:cubicBezTo>
                <a:cubicBezTo>
                  <a:pt x="131" y="232"/>
                  <a:pt x="117" y="244"/>
                  <a:pt x="105" y="259"/>
                </a:cubicBezTo>
                <a:cubicBezTo>
                  <a:pt x="93" y="274"/>
                  <a:pt x="86" y="293"/>
                  <a:pt x="86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2478240" y="1774440"/>
            <a:ext cx="167040" cy="142560"/>
          </a:xfrm>
          <a:custGeom>
            <a:avLst/>
            <a:gdLst/>
            <a:ahLst/>
            <a:rect l="0" t="0" r="r" b="b"/>
            <a:pathLst>
              <a:path w="464" h="396">
                <a:moveTo>
                  <a:pt x="174" y="396"/>
                </a:moveTo>
                <a:cubicBezTo>
                  <a:pt x="167" y="394"/>
                  <a:pt x="137" y="393"/>
                  <a:pt x="83" y="393"/>
                </a:cubicBezTo>
                <a:cubicBezTo>
                  <a:pt x="37" y="393"/>
                  <a:pt x="11" y="394"/>
                  <a:pt x="5" y="396"/>
                </a:cubicBezTo>
                <a:lnTo>
                  <a:pt x="0" y="396"/>
                </a:lnTo>
                <a:lnTo>
                  <a:pt x="0" y="354"/>
                </a:lnTo>
                <a:lnTo>
                  <a:pt x="13" y="354"/>
                </a:lnTo>
                <a:cubicBezTo>
                  <a:pt x="27" y="353"/>
                  <a:pt x="40" y="352"/>
                  <a:pt x="51" y="349"/>
                </a:cubicBezTo>
                <a:cubicBezTo>
                  <a:pt x="63" y="345"/>
                  <a:pt x="72" y="343"/>
                  <a:pt x="78" y="340"/>
                </a:cubicBezTo>
                <a:cubicBezTo>
                  <a:pt x="84" y="338"/>
                  <a:pt x="92" y="333"/>
                  <a:pt x="101" y="325"/>
                </a:cubicBezTo>
                <a:cubicBezTo>
                  <a:pt x="110" y="317"/>
                  <a:pt x="115" y="311"/>
                  <a:pt x="117" y="308"/>
                </a:cubicBezTo>
                <a:cubicBezTo>
                  <a:pt x="119" y="305"/>
                  <a:pt x="126" y="297"/>
                  <a:pt x="137" y="284"/>
                </a:cubicBezTo>
                <a:cubicBezTo>
                  <a:pt x="148" y="271"/>
                  <a:pt x="154" y="263"/>
                  <a:pt x="155" y="259"/>
                </a:cubicBezTo>
                <a:lnTo>
                  <a:pt x="197" y="204"/>
                </a:lnTo>
                <a:lnTo>
                  <a:pt x="144" y="132"/>
                </a:lnTo>
                <a:cubicBezTo>
                  <a:pt x="138" y="124"/>
                  <a:pt x="133" y="116"/>
                  <a:pt x="126" y="107"/>
                </a:cubicBezTo>
                <a:cubicBezTo>
                  <a:pt x="120" y="99"/>
                  <a:pt x="115" y="92"/>
                  <a:pt x="112" y="88"/>
                </a:cubicBezTo>
                <a:cubicBezTo>
                  <a:pt x="108" y="84"/>
                  <a:pt x="105" y="79"/>
                  <a:pt x="102" y="74"/>
                </a:cubicBezTo>
                <a:cubicBezTo>
                  <a:pt x="99" y="69"/>
                  <a:pt x="96" y="66"/>
                  <a:pt x="93" y="63"/>
                </a:cubicBezTo>
                <a:cubicBezTo>
                  <a:pt x="91" y="61"/>
                  <a:pt x="89" y="59"/>
                  <a:pt x="88" y="57"/>
                </a:cubicBezTo>
                <a:cubicBezTo>
                  <a:pt x="87" y="55"/>
                  <a:pt x="85" y="53"/>
                  <a:pt x="82" y="51"/>
                </a:cubicBezTo>
                <a:cubicBezTo>
                  <a:pt x="78" y="50"/>
                  <a:pt x="77" y="49"/>
                  <a:pt x="76" y="49"/>
                </a:cubicBezTo>
                <a:cubicBezTo>
                  <a:pt x="75" y="49"/>
                  <a:pt x="74" y="48"/>
                  <a:pt x="71" y="47"/>
                </a:cubicBezTo>
                <a:cubicBezTo>
                  <a:pt x="67" y="46"/>
                  <a:pt x="65" y="45"/>
                  <a:pt x="63" y="45"/>
                </a:cubicBezTo>
                <a:cubicBezTo>
                  <a:pt x="60" y="45"/>
                  <a:pt x="49" y="44"/>
                  <a:pt x="30" y="43"/>
                </a:cubicBezTo>
                <a:lnTo>
                  <a:pt x="5" y="43"/>
                </a:lnTo>
                <a:lnTo>
                  <a:pt x="5" y="0"/>
                </a:lnTo>
                <a:lnTo>
                  <a:pt x="11" y="0"/>
                </a:lnTo>
                <a:cubicBezTo>
                  <a:pt x="33" y="1"/>
                  <a:pt x="64" y="2"/>
                  <a:pt x="105" y="2"/>
                </a:cubicBezTo>
                <a:cubicBezTo>
                  <a:pt x="162" y="2"/>
                  <a:pt x="194" y="1"/>
                  <a:pt x="200" y="0"/>
                </a:cubicBezTo>
                <a:lnTo>
                  <a:pt x="207" y="0"/>
                </a:lnTo>
                <a:lnTo>
                  <a:pt x="207" y="43"/>
                </a:lnTo>
                <a:cubicBezTo>
                  <a:pt x="185" y="46"/>
                  <a:pt x="174" y="50"/>
                  <a:pt x="174" y="58"/>
                </a:cubicBezTo>
                <a:cubicBezTo>
                  <a:pt x="174" y="59"/>
                  <a:pt x="177" y="64"/>
                  <a:pt x="183" y="72"/>
                </a:cubicBezTo>
                <a:cubicBezTo>
                  <a:pt x="189" y="81"/>
                  <a:pt x="198" y="93"/>
                  <a:pt x="209" y="107"/>
                </a:cubicBezTo>
                <a:cubicBezTo>
                  <a:pt x="220" y="122"/>
                  <a:pt x="229" y="135"/>
                  <a:pt x="236" y="145"/>
                </a:cubicBezTo>
                <a:lnTo>
                  <a:pt x="239" y="149"/>
                </a:lnTo>
                <a:lnTo>
                  <a:pt x="262" y="117"/>
                </a:lnTo>
                <a:cubicBezTo>
                  <a:pt x="282" y="92"/>
                  <a:pt x="292" y="76"/>
                  <a:pt x="292" y="68"/>
                </a:cubicBezTo>
                <a:cubicBezTo>
                  <a:pt x="292" y="64"/>
                  <a:pt x="291" y="61"/>
                  <a:pt x="290" y="58"/>
                </a:cubicBezTo>
                <a:cubicBezTo>
                  <a:pt x="288" y="55"/>
                  <a:pt x="287" y="53"/>
                  <a:pt x="285" y="51"/>
                </a:cubicBezTo>
                <a:cubicBezTo>
                  <a:pt x="283" y="50"/>
                  <a:pt x="282" y="49"/>
                  <a:pt x="281" y="48"/>
                </a:cubicBezTo>
                <a:cubicBezTo>
                  <a:pt x="279" y="46"/>
                  <a:pt x="277" y="45"/>
                  <a:pt x="274" y="44"/>
                </a:cubicBezTo>
                <a:lnTo>
                  <a:pt x="271" y="43"/>
                </a:lnTo>
                <a:lnTo>
                  <a:pt x="267" y="43"/>
                </a:lnTo>
                <a:lnTo>
                  <a:pt x="267" y="0"/>
                </a:lnTo>
                <a:lnTo>
                  <a:pt x="273" y="0"/>
                </a:lnTo>
                <a:cubicBezTo>
                  <a:pt x="282" y="2"/>
                  <a:pt x="314" y="3"/>
                  <a:pt x="365" y="3"/>
                </a:cubicBezTo>
                <a:cubicBezTo>
                  <a:pt x="413" y="3"/>
                  <a:pt x="439" y="2"/>
                  <a:pt x="443" y="0"/>
                </a:cubicBezTo>
                <a:lnTo>
                  <a:pt x="448" y="0"/>
                </a:lnTo>
                <a:lnTo>
                  <a:pt x="448" y="43"/>
                </a:lnTo>
                <a:lnTo>
                  <a:pt x="442" y="43"/>
                </a:lnTo>
                <a:cubicBezTo>
                  <a:pt x="412" y="43"/>
                  <a:pt x="387" y="48"/>
                  <a:pt x="368" y="59"/>
                </a:cubicBezTo>
                <a:cubicBezTo>
                  <a:pt x="357" y="64"/>
                  <a:pt x="347" y="72"/>
                  <a:pt x="337" y="83"/>
                </a:cubicBezTo>
                <a:cubicBezTo>
                  <a:pt x="326" y="95"/>
                  <a:pt x="306" y="121"/>
                  <a:pt x="276" y="161"/>
                </a:cubicBezTo>
                <a:lnTo>
                  <a:pt x="261" y="180"/>
                </a:lnTo>
                <a:lnTo>
                  <a:pt x="319" y="258"/>
                </a:lnTo>
                <a:cubicBezTo>
                  <a:pt x="359" y="313"/>
                  <a:pt x="381" y="341"/>
                  <a:pt x="384" y="344"/>
                </a:cubicBezTo>
                <a:cubicBezTo>
                  <a:pt x="387" y="346"/>
                  <a:pt x="393" y="349"/>
                  <a:pt x="400" y="350"/>
                </a:cubicBezTo>
                <a:cubicBezTo>
                  <a:pt x="411" y="353"/>
                  <a:pt x="427" y="354"/>
                  <a:pt x="448" y="354"/>
                </a:cubicBezTo>
                <a:lnTo>
                  <a:pt x="464" y="354"/>
                </a:lnTo>
                <a:lnTo>
                  <a:pt x="464" y="396"/>
                </a:lnTo>
                <a:lnTo>
                  <a:pt x="459" y="396"/>
                </a:lnTo>
                <a:lnTo>
                  <a:pt x="451" y="396"/>
                </a:lnTo>
                <a:cubicBezTo>
                  <a:pt x="446" y="396"/>
                  <a:pt x="440" y="395"/>
                  <a:pt x="433" y="395"/>
                </a:cubicBezTo>
                <a:cubicBezTo>
                  <a:pt x="426" y="395"/>
                  <a:pt x="418" y="395"/>
                  <a:pt x="410" y="394"/>
                </a:cubicBezTo>
                <a:cubicBezTo>
                  <a:pt x="402" y="394"/>
                  <a:pt x="394" y="394"/>
                  <a:pt x="387" y="394"/>
                </a:cubicBezTo>
                <a:cubicBezTo>
                  <a:pt x="380" y="395"/>
                  <a:pt x="374" y="395"/>
                  <a:pt x="370" y="393"/>
                </a:cubicBezTo>
                <a:cubicBezTo>
                  <a:pt x="364" y="393"/>
                  <a:pt x="352" y="393"/>
                  <a:pt x="337" y="393"/>
                </a:cubicBezTo>
                <a:cubicBezTo>
                  <a:pt x="321" y="393"/>
                  <a:pt x="305" y="394"/>
                  <a:pt x="290" y="395"/>
                </a:cubicBezTo>
                <a:lnTo>
                  <a:pt x="269" y="396"/>
                </a:lnTo>
                <a:lnTo>
                  <a:pt x="260" y="396"/>
                </a:lnTo>
                <a:lnTo>
                  <a:pt x="260" y="354"/>
                </a:lnTo>
                <a:lnTo>
                  <a:pt x="263" y="354"/>
                </a:lnTo>
                <a:cubicBezTo>
                  <a:pt x="270" y="354"/>
                  <a:pt x="277" y="352"/>
                  <a:pt x="283" y="349"/>
                </a:cubicBezTo>
                <a:cubicBezTo>
                  <a:pt x="290" y="346"/>
                  <a:pt x="294" y="343"/>
                  <a:pt x="294" y="338"/>
                </a:cubicBezTo>
                <a:cubicBezTo>
                  <a:pt x="294" y="337"/>
                  <a:pt x="281" y="320"/>
                  <a:pt x="257" y="286"/>
                </a:cubicBezTo>
                <a:lnTo>
                  <a:pt x="219" y="236"/>
                </a:lnTo>
                <a:cubicBezTo>
                  <a:pt x="218" y="236"/>
                  <a:pt x="209" y="249"/>
                  <a:pt x="191" y="274"/>
                </a:cubicBezTo>
                <a:cubicBezTo>
                  <a:pt x="172" y="299"/>
                  <a:pt x="162" y="313"/>
                  <a:pt x="159" y="315"/>
                </a:cubicBezTo>
                <a:cubicBezTo>
                  <a:pt x="157" y="319"/>
                  <a:pt x="156" y="323"/>
                  <a:pt x="156" y="328"/>
                </a:cubicBezTo>
                <a:cubicBezTo>
                  <a:pt x="156" y="335"/>
                  <a:pt x="158" y="341"/>
                  <a:pt x="162" y="346"/>
                </a:cubicBezTo>
                <a:cubicBezTo>
                  <a:pt x="167" y="351"/>
                  <a:pt x="172" y="353"/>
                  <a:pt x="179" y="354"/>
                </a:cubicBezTo>
                <a:cubicBezTo>
                  <a:pt x="180" y="354"/>
                  <a:pt x="181" y="361"/>
                  <a:pt x="181" y="375"/>
                </a:cubicBezTo>
                <a:lnTo>
                  <a:pt x="181" y="396"/>
                </a:lnTo>
                <a:lnTo>
                  <a:pt x="174" y="3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74248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4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287280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1"/>
                </a:moveTo>
                <a:cubicBezTo>
                  <a:pt x="94" y="131"/>
                  <a:pt x="88" y="131"/>
                  <a:pt x="74" y="131"/>
                </a:cubicBezTo>
                <a:cubicBezTo>
                  <a:pt x="61" y="131"/>
                  <a:pt x="49" y="127"/>
                  <a:pt x="40" y="118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4" y="0"/>
                  <a:pt x="250" y="10"/>
                  <a:pt x="278" y="30"/>
                </a:cubicBezTo>
                <a:cubicBezTo>
                  <a:pt x="305" y="49"/>
                  <a:pt x="324" y="72"/>
                  <a:pt x="333" y="99"/>
                </a:cubicBezTo>
                <a:cubicBezTo>
                  <a:pt x="336" y="108"/>
                  <a:pt x="337" y="117"/>
                  <a:pt x="337" y="128"/>
                </a:cubicBezTo>
                <a:cubicBezTo>
                  <a:pt x="337" y="138"/>
                  <a:pt x="338" y="173"/>
                  <a:pt x="338" y="233"/>
                </a:cubicBezTo>
                <a:lnTo>
                  <a:pt x="338" y="297"/>
                </a:lnTo>
                <a:cubicBezTo>
                  <a:pt x="338" y="327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4"/>
                  <a:pt x="385" y="311"/>
                </a:cubicBezTo>
                <a:lnTo>
                  <a:pt x="385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1" y="339"/>
                  <a:pt x="420" y="354"/>
                  <a:pt x="419" y="358"/>
                </a:cubicBezTo>
                <a:cubicBezTo>
                  <a:pt x="414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9" y="418"/>
                  <a:pt x="304" y="413"/>
                  <a:pt x="293" y="401"/>
                </a:cubicBezTo>
                <a:cubicBezTo>
                  <a:pt x="282" y="390"/>
                  <a:pt x="275" y="377"/>
                  <a:pt x="271" y="363"/>
                </a:cubicBezTo>
                <a:lnTo>
                  <a:pt x="271" y="359"/>
                </a:lnTo>
                <a:lnTo>
                  <a:pt x="270" y="362"/>
                </a:lnTo>
                <a:cubicBezTo>
                  <a:pt x="268" y="364"/>
                  <a:pt x="267" y="365"/>
                  <a:pt x="265" y="367"/>
                </a:cubicBezTo>
                <a:cubicBezTo>
                  <a:pt x="263" y="369"/>
                  <a:pt x="261" y="372"/>
                  <a:pt x="258" y="376"/>
                </a:cubicBezTo>
                <a:cubicBezTo>
                  <a:pt x="255" y="379"/>
                  <a:pt x="251" y="383"/>
                  <a:pt x="247" y="386"/>
                </a:cubicBezTo>
                <a:cubicBezTo>
                  <a:pt x="242" y="389"/>
                  <a:pt x="238" y="392"/>
                  <a:pt x="233" y="397"/>
                </a:cubicBezTo>
                <a:cubicBezTo>
                  <a:pt x="228" y="401"/>
                  <a:pt x="222" y="404"/>
                  <a:pt x="216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6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3"/>
                </a:cubicBezTo>
                <a:cubicBezTo>
                  <a:pt x="0" y="300"/>
                  <a:pt x="2" y="288"/>
                  <a:pt x="6" y="276"/>
                </a:cubicBezTo>
                <a:cubicBezTo>
                  <a:pt x="11" y="265"/>
                  <a:pt x="19" y="252"/>
                  <a:pt x="31" y="239"/>
                </a:cubicBezTo>
                <a:cubicBezTo>
                  <a:pt x="43" y="225"/>
                  <a:pt x="58" y="214"/>
                  <a:pt x="75" y="205"/>
                </a:cubicBezTo>
                <a:cubicBezTo>
                  <a:pt x="92" y="196"/>
                  <a:pt x="116" y="187"/>
                  <a:pt x="147" y="179"/>
                </a:cubicBezTo>
                <a:cubicBezTo>
                  <a:pt x="177" y="171"/>
                  <a:pt x="212" y="167"/>
                  <a:pt x="248" y="165"/>
                </a:cubicBezTo>
                <a:lnTo>
                  <a:pt x="261" y="165"/>
                </a:lnTo>
                <a:lnTo>
                  <a:pt x="261" y="145"/>
                </a:lnTo>
                <a:cubicBezTo>
                  <a:pt x="261" y="124"/>
                  <a:pt x="259" y="109"/>
                  <a:pt x="256" y="99"/>
                </a:cubicBezTo>
                <a:cubicBezTo>
                  <a:pt x="242" y="56"/>
                  <a:pt x="213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8"/>
                </a:cubicBezTo>
                <a:lnTo>
                  <a:pt x="94" y="131"/>
                </a:lnTo>
                <a:moveTo>
                  <a:pt x="84" y="314"/>
                </a:moveTo>
                <a:cubicBezTo>
                  <a:pt x="84" y="333"/>
                  <a:pt x="92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3" y="367"/>
                </a:cubicBezTo>
                <a:cubicBezTo>
                  <a:pt x="240" y="353"/>
                  <a:pt x="252" y="334"/>
                  <a:pt x="259" y="311"/>
                </a:cubicBezTo>
                <a:cubicBezTo>
                  <a:pt x="260" y="307"/>
                  <a:pt x="261" y="287"/>
                  <a:pt x="261" y="251"/>
                </a:cubicBezTo>
                <a:cubicBezTo>
                  <a:pt x="261" y="215"/>
                  <a:pt x="261" y="198"/>
                  <a:pt x="260" y="198"/>
                </a:cubicBezTo>
                <a:cubicBezTo>
                  <a:pt x="255" y="198"/>
                  <a:pt x="249" y="198"/>
                  <a:pt x="241" y="198"/>
                </a:cubicBezTo>
                <a:cubicBezTo>
                  <a:pt x="233" y="199"/>
                  <a:pt x="219" y="202"/>
                  <a:pt x="199" y="207"/>
                </a:cubicBezTo>
                <a:cubicBezTo>
                  <a:pt x="179" y="212"/>
                  <a:pt x="162" y="218"/>
                  <a:pt x="146" y="225"/>
                </a:cubicBezTo>
                <a:cubicBezTo>
                  <a:pt x="130" y="232"/>
                  <a:pt x="116" y="244"/>
                  <a:pt x="103" y="259"/>
                </a:cubicBezTo>
                <a:cubicBezTo>
                  <a:pt x="91" y="274"/>
                  <a:pt x="85" y="293"/>
                  <a:pt x="84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035160" y="1684080"/>
            <a:ext cx="114480" cy="232920"/>
          </a:xfrm>
          <a:custGeom>
            <a:avLst/>
            <a:gdLst/>
            <a:ahLst/>
            <a:rect l="0" t="0" r="r" b="b"/>
            <a:pathLst>
              <a:path w="318" h="647">
                <a:moveTo>
                  <a:pt x="227" y="647"/>
                </a:moveTo>
                <a:cubicBezTo>
                  <a:pt x="216" y="645"/>
                  <a:pt x="177" y="644"/>
                  <a:pt x="110" y="644"/>
                </a:cubicBezTo>
                <a:cubicBezTo>
                  <a:pt x="47" y="644"/>
                  <a:pt x="13" y="645"/>
                  <a:pt x="7" y="647"/>
                </a:cubicBezTo>
                <a:lnTo>
                  <a:pt x="0" y="647"/>
                </a:lnTo>
                <a:lnTo>
                  <a:pt x="0" y="605"/>
                </a:lnTo>
                <a:lnTo>
                  <a:pt x="15" y="605"/>
                </a:lnTo>
                <a:cubicBezTo>
                  <a:pt x="32" y="605"/>
                  <a:pt x="47" y="604"/>
                  <a:pt x="60" y="602"/>
                </a:cubicBezTo>
                <a:cubicBezTo>
                  <a:pt x="65" y="600"/>
                  <a:pt x="68" y="597"/>
                  <a:pt x="71" y="592"/>
                </a:cubicBezTo>
                <a:cubicBezTo>
                  <a:pt x="71" y="591"/>
                  <a:pt x="72" y="541"/>
                  <a:pt x="72" y="442"/>
                </a:cubicBezTo>
                <a:lnTo>
                  <a:pt x="72" y="294"/>
                </a:lnTo>
                <a:lnTo>
                  <a:pt x="6" y="294"/>
                </a:lnTo>
                <a:lnTo>
                  <a:pt x="6" y="252"/>
                </a:lnTo>
                <a:lnTo>
                  <a:pt x="72" y="252"/>
                </a:lnTo>
                <a:lnTo>
                  <a:pt x="72" y="191"/>
                </a:lnTo>
                <a:lnTo>
                  <a:pt x="72" y="129"/>
                </a:lnTo>
                <a:lnTo>
                  <a:pt x="74" y="120"/>
                </a:lnTo>
                <a:cubicBezTo>
                  <a:pt x="86" y="80"/>
                  <a:pt x="105" y="51"/>
                  <a:pt x="133" y="34"/>
                </a:cubicBezTo>
                <a:cubicBezTo>
                  <a:pt x="161" y="16"/>
                  <a:pt x="190" y="5"/>
                  <a:pt x="220" y="1"/>
                </a:cubicBezTo>
                <a:cubicBezTo>
                  <a:pt x="221" y="1"/>
                  <a:pt x="223" y="1"/>
                  <a:pt x="228" y="1"/>
                </a:cubicBezTo>
                <a:cubicBezTo>
                  <a:pt x="233" y="1"/>
                  <a:pt x="238" y="0"/>
                  <a:pt x="241" y="0"/>
                </a:cubicBezTo>
                <a:cubicBezTo>
                  <a:pt x="266" y="1"/>
                  <a:pt x="285" y="9"/>
                  <a:pt x="299" y="23"/>
                </a:cubicBezTo>
                <a:cubicBezTo>
                  <a:pt x="312" y="38"/>
                  <a:pt x="318" y="53"/>
                  <a:pt x="318" y="71"/>
                </a:cubicBezTo>
                <a:cubicBezTo>
                  <a:pt x="318" y="85"/>
                  <a:pt x="314" y="97"/>
                  <a:pt x="305" y="105"/>
                </a:cubicBezTo>
                <a:cubicBezTo>
                  <a:pt x="297" y="114"/>
                  <a:pt x="285" y="118"/>
                  <a:pt x="271" y="118"/>
                </a:cubicBezTo>
                <a:cubicBezTo>
                  <a:pt x="256" y="118"/>
                  <a:pt x="245" y="114"/>
                  <a:pt x="237" y="105"/>
                </a:cubicBezTo>
                <a:cubicBezTo>
                  <a:pt x="228" y="97"/>
                  <a:pt x="224" y="85"/>
                  <a:pt x="224" y="71"/>
                </a:cubicBezTo>
                <a:cubicBezTo>
                  <a:pt x="224" y="59"/>
                  <a:pt x="229" y="47"/>
                  <a:pt x="240" y="35"/>
                </a:cubicBezTo>
                <a:lnTo>
                  <a:pt x="237" y="35"/>
                </a:lnTo>
                <a:cubicBezTo>
                  <a:pt x="234" y="34"/>
                  <a:pt x="231" y="34"/>
                  <a:pt x="227" y="34"/>
                </a:cubicBezTo>
                <a:cubicBezTo>
                  <a:pt x="209" y="34"/>
                  <a:pt x="194" y="40"/>
                  <a:pt x="181" y="53"/>
                </a:cubicBezTo>
                <a:cubicBezTo>
                  <a:pt x="167" y="66"/>
                  <a:pt x="157" y="82"/>
                  <a:pt x="150" y="103"/>
                </a:cubicBezTo>
                <a:cubicBezTo>
                  <a:pt x="146" y="116"/>
                  <a:pt x="144" y="145"/>
                  <a:pt x="143" y="191"/>
                </a:cubicBezTo>
                <a:lnTo>
                  <a:pt x="143" y="252"/>
                </a:lnTo>
                <a:lnTo>
                  <a:pt x="245" y="252"/>
                </a:lnTo>
                <a:lnTo>
                  <a:pt x="245" y="294"/>
                </a:lnTo>
                <a:lnTo>
                  <a:pt x="146" y="294"/>
                </a:lnTo>
                <a:lnTo>
                  <a:pt x="146" y="441"/>
                </a:lnTo>
                <a:cubicBezTo>
                  <a:pt x="146" y="540"/>
                  <a:pt x="146" y="590"/>
                  <a:pt x="147" y="591"/>
                </a:cubicBezTo>
                <a:cubicBezTo>
                  <a:pt x="147" y="592"/>
                  <a:pt x="148" y="594"/>
                  <a:pt x="150" y="595"/>
                </a:cubicBezTo>
                <a:cubicBezTo>
                  <a:pt x="151" y="596"/>
                  <a:pt x="152" y="597"/>
                  <a:pt x="154" y="598"/>
                </a:cubicBezTo>
                <a:cubicBezTo>
                  <a:pt x="156" y="598"/>
                  <a:pt x="157" y="599"/>
                  <a:pt x="159" y="600"/>
                </a:cubicBezTo>
                <a:cubicBezTo>
                  <a:pt x="160" y="602"/>
                  <a:pt x="162" y="602"/>
                  <a:pt x="165" y="602"/>
                </a:cubicBezTo>
                <a:cubicBezTo>
                  <a:pt x="168" y="602"/>
                  <a:pt x="170" y="603"/>
                  <a:pt x="172" y="603"/>
                </a:cubicBezTo>
                <a:cubicBezTo>
                  <a:pt x="173" y="604"/>
                  <a:pt x="175" y="604"/>
                  <a:pt x="180" y="604"/>
                </a:cubicBezTo>
                <a:cubicBezTo>
                  <a:pt x="184" y="604"/>
                  <a:pt x="187" y="604"/>
                  <a:pt x="188" y="604"/>
                </a:cubicBezTo>
                <a:cubicBezTo>
                  <a:pt x="189" y="604"/>
                  <a:pt x="192" y="604"/>
                  <a:pt x="197" y="605"/>
                </a:cubicBezTo>
                <a:cubicBezTo>
                  <a:pt x="202" y="606"/>
                  <a:pt x="205" y="606"/>
                  <a:pt x="206" y="605"/>
                </a:cubicBezTo>
                <a:lnTo>
                  <a:pt x="235" y="605"/>
                </a:lnTo>
                <a:lnTo>
                  <a:pt x="235" y="647"/>
                </a:lnTo>
                <a:lnTo>
                  <a:pt x="227" y="64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313668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7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1"/>
                  <a:pt x="313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4" y="312"/>
                </a:cubicBezTo>
                <a:cubicBezTo>
                  <a:pt x="342" y="347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7"/>
                  <a:pt x="0" y="211"/>
                </a:cubicBezTo>
                <a:moveTo>
                  <a:pt x="280" y="159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2" y="36"/>
                  <a:pt x="164" y="38"/>
                  <a:pt x="154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0" y="166"/>
                </a:lnTo>
                <a:lnTo>
                  <a:pt x="280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3362760" y="17744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6" y="58"/>
                </a:moveTo>
                <a:cubicBezTo>
                  <a:pt x="62" y="52"/>
                  <a:pt x="58" y="48"/>
                  <a:pt x="53" y="47"/>
                </a:cubicBezTo>
                <a:cubicBezTo>
                  <a:pt x="48" y="45"/>
                  <a:pt x="37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3" y="1"/>
                </a:lnTo>
                <a:cubicBezTo>
                  <a:pt x="34" y="1"/>
                  <a:pt x="47" y="1"/>
                  <a:pt x="60" y="2"/>
                </a:cubicBezTo>
                <a:cubicBezTo>
                  <a:pt x="74" y="2"/>
                  <a:pt x="84" y="3"/>
                  <a:pt x="90" y="3"/>
                </a:cubicBezTo>
                <a:cubicBezTo>
                  <a:pt x="145" y="3"/>
                  <a:pt x="177" y="2"/>
                  <a:pt x="186" y="0"/>
                </a:cubicBezTo>
                <a:lnTo>
                  <a:pt x="193" y="0"/>
                </a:lnTo>
                <a:lnTo>
                  <a:pt x="193" y="42"/>
                </a:lnTo>
                <a:lnTo>
                  <a:pt x="180" y="42"/>
                </a:lnTo>
                <a:cubicBezTo>
                  <a:pt x="157" y="43"/>
                  <a:pt x="146" y="49"/>
                  <a:pt x="146" y="58"/>
                </a:cubicBezTo>
                <a:cubicBezTo>
                  <a:pt x="146" y="58"/>
                  <a:pt x="159" y="98"/>
                  <a:pt x="186" y="177"/>
                </a:cubicBezTo>
                <a:lnTo>
                  <a:pt x="226" y="293"/>
                </a:lnTo>
                <a:lnTo>
                  <a:pt x="294" y="94"/>
                </a:lnTo>
                <a:lnTo>
                  <a:pt x="289" y="79"/>
                </a:lnTo>
                <a:cubicBezTo>
                  <a:pt x="283" y="61"/>
                  <a:pt x="277" y="51"/>
                  <a:pt x="273" y="48"/>
                </a:cubicBezTo>
                <a:cubicBezTo>
                  <a:pt x="268" y="45"/>
                  <a:pt x="257" y="43"/>
                  <a:pt x="238" y="42"/>
                </a:cubicBezTo>
                <a:lnTo>
                  <a:pt x="220" y="42"/>
                </a:lnTo>
                <a:lnTo>
                  <a:pt x="220" y="0"/>
                </a:lnTo>
                <a:lnTo>
                  <a:pt x="225" y="0"/>
                </a:lnTo>
                <a:cubicBezTo>
                  <a:pt x="229" y="2"/>
                  <a:pt x="255" y="3"/>
                  <a:pt x="302" y="3"/>
                </a:cubicBezTo>
                <a:cubicBezTo>
                  <a:pt x="358" y="3"/>
                  <a:pt x="390" y="2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8" y="42"/>
                  <a:pt x="354" y="47"/>
                  <a:pt x="354" y="57"/>
                </a:cubicBezTo>
                <a:cubicBezTo>
                  <a:pt x="354" y="59"/>
                  <a:pt x="358" y="72"/>
                  <a:pt x="367" y="98"/>
                </a:cubicBezTo>
                <a:cubicBezTo>
                  <a:pt x="375" y="124"/>
                  <a:pt x="385" y="152"/>
                  <a:pt x="396" y="182"/>
                </a:cubicBezTo>
                <a:cubicBezTo>
                  <a:pt x="406" y="211"/>
                  <a:pt x="416" y="239"/>
                  <a:pt x="425" y="265"/>
                </a:cubicBezTo>
                <a:lnTo>
                  <a:pt x="439" y="304"/>
                </a:lnTo>
                <a:lnTo>
                  <a:pt x="477" y="195"/>
                </a:lnTo>
                <a:cubicBezTo>
                  <a:pt x="502" y="120"/>
                  <a:pt x="515" y="81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2"/>
                  <a:pt x="506" y="3"/>
                  <a:pt x="557" y="3"/>
                </a:cubicBezTo>
                <a:cubicBezTo>
                  <a:pt x="598" y="3"/>
                  <a:pt x="621" y="2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3"/>
                  <a:pt x="552" y="89"/>
                </a:cubicBezTo>
                <a:lnTo>
                  <a:pt x="497" y="249"/>
                </a:lnTo>
                <a:cubicBezTo>
                  <a:pt x="489" y="271"/>
                  <a:pt x="479" y="299"/>
                  <a:pt x="468" y="331"/>
                </a:cubicBezTo>
                <a:cubicBezTo>
                  <a:pt x="456" y="367"/>
                  <a:pt x="449" y="389"/>
                  <a:pt x="446" y="395"/>
                </a:cubicBezTo>
                <a:cubicBezTo>
                  <a:pt x="442" y="402"/>
                  <a:pt x="438" y="406"/>
                  <a:pt x="431" y="406"/>
                </a:cubicBezTo>
                <a:lnTo>
                  <a:pt x="424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6" y="357"/>
                  <a:pt x="357" y="274"/>
                </a:cubicBezTo>
                <a:lnTo>
                  <a:pt x="314" y="151"/>
                </a:lnTo>
                <a:cubicBezTo>
                  <a:pt x="313" y="154"/>
                  <a:pt x="284" y="237"/>
                  <a:pt x="227" y="400"/>
                </a:cubicBezTo>
                <a:cubicBezTo>
                  <a:pt x="224" y="404"/>
                  <a:pt x="217" y="406"/>
                  <a:pt x="206" y="406"/>
                </a:cubicBezTo>
                <a:lnTo>
                  <a:pt x="202" y="406"/>
                </a:lnTo>
                <a:cubicBezTo>
                  <a:pt x="194" y="406"/>
                  <a:pt x="188" y="404"/>
                  <a:pt x="185" y="399"/>
                </a:cubicBezTo>
                <a:lnTo>
                  <a:pt x="66" y="5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3604320" y="17686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5"/>
                </a:moveTo>
                <a:cubicBezTo>
                  <a:pt x="0" y="157"/>
                  <a:pt x="20" y="107"/>
                  <a:pt x="60" y="65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6" y="21"/>
                  <a:pt x="347" y="63"/>
                </a:cubicBezTo>
                <a:cubicBezTo>
                  <a:pt x="387" y="104"/>
                  <a:pt x="407" y="155"/>
                  <a:pt x="407" y="214"/>
                </a:cubicBezTo>
                <a:cubicBezTo>
                  <a:pt x="407" y="272"/>
                  <a:pt x="388" y="321"/>
                  <a:pt x="349" y="362"/>
                </a:cubicBezTo>
                <a:cubicBezTo>
                  <a:pt x="309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8"/>
                  <a:pt x="1" y="270"/>
                  <a:pt x="0" y="215"/>
                </a:cubicBezTo>
                <a:moveTo>
                  <a:pt x="204" y="385"/>
                </a:moveTo>
                <a:cubicBezTo>
                  <a:pt x="278" y="385"/>
                  <a:pt x="316" y="334"/>
                  <a:pt x="316" y="234"/>
                </a:cubicBezTo>
                <a:lnTo>
                  <a:pt x="316" y="205"/>
                </a:lnTo>
                <a:lnTo>
                  <a:pt x="316" y="182"/>
                </a:lnTo>
                <a:cubicBezTo>
                  <a:pt x="316" y="168"/>
                  <a:pt x="315" y="157"/>
                  <a:pt x="315" y="147"/>
                </a:cubicBezTo>
                <a:cubicBezTo>
                  <a:pt x="314" y="137"/>
                  <a:pt x="312" y="126"/>
                  <a:pt x="308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9"/>
                  <a:pt x="110" y="77"/>
                  <a:pt x="102" y="101"/>
                </a:cubicBezTo>
                <a:cubicBezTo>
                  <a:pt x="94" y="125"/>
                  <a:pt x="90" y="153"/>
                  <a:pt x="90" y="186"/>
                </a:cubicBezTo>
                <a:lnTo>
                  <a:pt x="90" y="204"/>
                </a:lnTo>
                <a:cubicBezTo>
                  <a:pt x="90" y="263"/>
                  <a:pt x="96" y="304"/>
                  <a:pt x="107" y="328"/>
                </a:cubicBezTo>
                <a:cubicBezTo>
                  <a:pt x="127" y="366"/>
                  <a:pt x="159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376668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9" y="337"/>
                  <a:pt x="149" y="341"/>
                  <a:pt x="148" y="346"/>
                </a:cubicBezTo>
                <a:lnTo>
                  <a:pt x="148" y="350"/>
                </a:lnTo>
                <a:cubicBezTo>
                  <a:pt x="149" y="351"/>
                  <a:pt x="150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4" y="363"/>
                  <a:pt x="198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3896280" y="16873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4" y="596"/>
                </a:moveTo>
                <a:lnTo>
                  <a:pt x="27" y="596"/>
                </a:lnTo>
                <a:cubicBezTo>
                  <a:pt x="51" y="596"/>
                  <a:pt x="65" y="592"/>
                  <a:pt x="70" y="583"/>
                </a:cubicBezTo>
                <a:lnTo>
                  <a:pt x="70" y="576"/>
                </a:lnTo>
                <a:cubicBezTo>
                  <a:pt x="70" y="570"/>
                  <a:pt x="70" y="563"/>
                  <a:pt x="70" y="555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500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9"/>
                </a:cubicBezTo>
                <a:cubicBezTo>
                  <a:pt x="72" y="371"/>
                  <a:pt x="72" y="354"/>
                  <a:pt x="71" y="336"/>
                </a:cubicBezTo>
                <a:cubicBezTo>
                  <a:pt x="71" y="314"/>
                  <a:pt x="71" y="290"/>
                  <a:pt x="71" y="265"/>
                </a:cubicBezTo>
                <a:cubicBezTo>
                  <a:pt x="71" y="240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5"/>
                  <a:pt x="71" y="112"/>
                  <a:pt x="70" y="101"/>
                </a:cubicBezTo>
                <a:cubicBezTo>
                  <a:pt x="70" y="90"/>
                  <a:pt x="70" y="85"/>
                  <a:pt x="70" y="85"/>
                </a:cubicBezTo>
                <a:cubicBezTo>
                  <a:pt x="69" y="73"/>
                  <a:pt x="64" y="65"/>
                  <a:pt x="58" y="61"/>
                </a:cubicBezTo>
                <a:cubicBezTo>
                  <a:pt x="51" y="58"/>
                  <a:pt x="37" y="55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0" y="11"/>
                  <a:pt x="2" y="11"/>
                </a:cubicBezTo>
                <a:lnTo>
                  <a:pt x="11" y="10"/>
                </a:lnTo>
                <a:cubicBezTo>
                  <a:pt x="17" y="9"/>
                  <a:pt x="26" y="9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2" y="6"/>
                  <a:pt x="93" y="5"/>
                  <a:pt x="105" y="4"/>
                </a:cubicBezTo>
                <a:cubicBezTo>
                  <a:pt x="117" y="4"/>
                  <a:pt x="127" y="3"/>
                  <a:pt x="133" y="2"/>
                </a:cubicBezTo>
                <a:cubicBezTo>
                  <a:pt x="139" y="0"/>
                  <a:pt x="142" y="0"/>
                  <a:pt x="143" y="1"/>
                </a:cubicBezTo>
                <a:lnTo>
                  <a:pt x="146" y="1"/>
                </a:lnTo>
                <a:lnTo>
                  <a:pt x="146" y="214"/>
                </a:lnTo>
                <a:lnTo>
                  <a:pt x="146" y="425"/>
                </a:lnTo>
                <a:lnTo>
                  <a:pt x="202" y="375"/>
                </a:lnTo>
                <a:cubicBezTo>
                  <a:pt x="239" y="342"/>
                  <a:pt x="259" y="324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3"/>
                  <a:pt x="260" y="286"/>
                  <a:pt x="247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5"/>
                  <a:pt x="297" y="246"/>
                  <a:pt x="360" y="246"/>
                </a:cubicBezTo>
                <a:cubicBezTo>
                  <a:pt x="399" y="246"/>
                  <a:pt x="421" y="245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2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8"/>
                  <a:pt x="264" y="416"/>
                  <a:pt x="302" y="472"/>
                </a:cubicBezTo>
                <a:cubicBezTo>
                  <a:pt x="341" y="528"/>
                  <a:pt x="363" y="560"/>
                  <a:pt x="368" y="566"/>
                </a:cubicBezTo>
                <a:cubicBezTo>
                  <a:pt x="376" y="577"/>
                  <a:pt x="386" y="585"/>
                  <a:pt x="396" y="590"/>
                </a:cubicBezTo>
                <a:cubicBezTo>
                  <a:pt x="406" y="594"/>
                  <a:pt x="421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3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5"/>
                  <a:pt x="285" y="589"/>
                  <a:pt x="285" y="579"/>
                </a:cubicBezTo>
                <a:cubicBezTo>
                  <a:pt x="285" y="574"/>
                  <a:pt x="284" y="570"/>
                  <a:pt x="281" y="566"/>
                </a:cubicBezTo>
                <a:cubicBezTo>
                  <a:pt x="280" y="563"/>
                  <a:pt x="264" y="540"/>
                  <a:pt x="236" y="498"/>
                </a:cubicBezTo>
                <a:cubicBezTo>
                  <a:pt x="207" y="456"/>
                  <a:pt x="191" y="435"/>
                  <a:pt x="191" y="435"/>
                </a:cubicBezTo>
                <a:lnTo>
                  <a:pt x="143" y="477"/>
                </a:lnTo>
                <a:lnTo>
                  <a:pt x="143" y="528"/>
                </a:lnTo>
                <a:lnTo>
                  <a:pt x="143" y="561"/>
                </a:lnTo>
                <a:cubicBezTo>
                  <a:pt x="143" y="573"/>
                  <a:pt x="143" y="580"/>
                  <a:pt x="145" y="584"/>
                </a:cubicBezTo>
                <a:cubicBezTo>
                  <a:pt x="146" y="588"/>
                  <a:pt x="149" y="591"/>
                  <a:pt x="155" y="593"/>
                </a:cubicBezTo>
                <a:cubicBezTo>
                  <a:pt x="168" y="595"/>
                  <a:pt x="183" y="596"/>
                  <a:pt x="200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8" y="636"/>
                  <a:pt x="165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4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07304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6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1"/>
                  <a:pt x="314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3" y="312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2"/>
                  <a:pt x="239" y="422"/>
                  <a:pt x="205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0" y="316"/>
                  <a:pt x="1" y="267"/>
                  <a:pt x="0" y="211"/>
                </a:cubicBezTo>
                <a:moveTo>
                  <a:pt x="281" y="159"/>
                </a:moveTo>
                <a:cubicBezTo>
                  <a:pt x="274" y="81"/>
                  <a:pt x="245" y="39"/>
                  <a:pt x="194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2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1" y="166"/>
                </a:lnTo>
                <a:lnTo>
                  <a:pt x="281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421704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3" y="4"/>
                </a:cubicBezTo>
                <a:cubicBezTo>
                  <a:pt x="115" y="3"/>
                  <a:pt x="123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8" y="337"/>
                  <a:pt x="148" y="341"/>
                  <a:pt x="148" y="346"/>
                </a:cubicBezTo>
                <a:lnTo>
                  <a:pt x="148" y="350"/>
                </a:lnTo>
                <a:cubicBezTo>
                  <a:pt x="148" y="351"/>
                  <a:pt x="149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1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3" y="363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435096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3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4580280" y="1795680"/>
            <a:ext cx="220320" cy="77400"/>
          </a:xfrm>
          <a:custGeom>
            <a:avLst/>
            <a:gdLst/>
            <a:ahLst/>
            <a:rect l="0" t="0" r="r" b="b"/>
            <a:pathLst>
              <a:path w="612" h="215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5"/>
                </a:cubicBezTo>
                <a:lnTo>
                  <a:pt x="306" y="36"/>
                </a:lnTo>
                <a:lnTo>
                  <a:pt x="14" y="36"/>
                </a:lnTo>
                <a:cubicBezTo>
                  <a:pt x="5" y="33"/>
                  <a:pt x="0" y="27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5"/>
                </a:cubicBezTo>
                <a:lnTo>
                  <a:pt x="13" y="215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99176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4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2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6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3" y="570"/>
                  <a:pt x="520" y="590"/>
                  <a:pt x="528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6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0" y="610"/>
                  <a:pt x="396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2" y="414"/>
                  <a:pt x="388" y="402"/>
                </a:cubicBezTo>
                <a:cubicBezTo>
                  <a:pt x="377" y="366"/>
                  <a:pt x="353" y="344"/>
                  <a:pt x="318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1" y="584"/>
                  <a:pt x="227" y="584"/>
                  <a:pt x="252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8" y="624"/>
                  <a:pt x="24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7" y="584"/>
                  <a:pt x="73" y="584"/>
                  <a:pt x="78" y="582"/>
                </a:cubicBezTo>
                <a:cubicBezTo>
                  <a:pt x="84" y="581"/>
                  <a:pt x="90" y="577"/>
                  <a:pt x="96" y="571"/>
                </a:cubicBezTo>
                <a:lnTo>
                  <a:pt x="96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2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0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8" y="42"/>
                  <a:pt x="193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1" y="297"/>
                </a:lnTo>
                <a:cubicBezTo>
                  <a:pt x="303" y="297"/>
                  <a:pt x="348" y="292"/>
                  <a:pt x="374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5236560" y="145728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4" y="657"/>
                </a:moveTo>
                <a:cubicBezTo>
                  <a:pt x="195" y="655"/>
                  <a:pt x="160" y="654"/>
                  <a:pt x="99" y="654"/>
                </a:cubicBezTo>
                <a:cubicBezTo>
                  <a:pt x="43" y="654"/>
                  <a:pt x="12" y="655"/>
                  <a:pt x="6" y="657"/>
                </a:cubicBezTo>
                <a:lnTo>
                  <a:pt x="0" y="657"/>
                </a:lnTo>
                <a:lnTo>
                  <a:pt x="0" y="615"/>
                </a:lnTo>
                <a:lnTo>
                  <a:pt x="13" y="615"/>
                </a:lnTo>
                <a:cubicBezTo>
                  <a:pt x="57" y="613"/>
                  <a:pt x="86" y="600"/>
                  <a:pt x="98" y="577"/>
                </a:cubicBezTo>
                <a:cubicBezTo>
                  <a:pt x="98" y="575"/>
                  <a:pt x="115" y="527"/>
                  <a:pt x="146" y="433"/>
                </a:cubicBezTo>
                <a:cubicBezTo>
                  <a:pt x="178" y="338"/>
                  <a:pt x="210" y="244"/>
                  <a:pt x="242" y="149"/>
                </a:cubicBezTo>
                <a:cubicBezTo>
                  <a:pt x="273" y="55"/>
                  <a:pt x="289" y="8"/>
                  <a:pt x="291" y="7"/>
                </a:cubicBezTo>
                <a:cubicBezTo>
                  <a:pt x="292" y="2"/>
                  <a:pt x="298" y="0"/>
                  <a:pt x="307" y="0"/>
                </a:cubicBezTo>
                <a:lnTo>
                  <a:pt x="316" y="0"/>
                </a:lnTo>
                <a:cubicBezTo>
                  <a:pt x="328" y="0"/>
                  <a:pt x="336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7" y="596"/>
                </a:lnTo>
                <a:cubicBezTo>
                  <a:pt x="541" y="604"/>
                  <a:pt x="547" y="609"/>
                  <a:pt x="555" y="610"/>
                </a:cubicBezTo>
                <a:cubicBezTo>
                  <a:pt x="562" y="612"/>
                  <a:pt x="578" y="614"/>
                  <a:pt x="601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5" y="655"/>
                  <a:pt x="576" y="654"/>
                  <a:pt x="504" y="654"/>
                </a:cubicBezTo>
                <a:cubicBezTo>
                  <a:pt x="429" y="654"/>
                  <a:pt x="385" y="655"/>
                  <a:pt x="372" y="657"/>
                </a:cubicBezTo>
                <a:lnTo>
                  <a:pt x="363" y="657"/>
                </a:lnTo>
                <a:lnTo>
                  <a:pt x="363" y="615"/>
                </a:lnTo>
                <a:lnTo>
                  <a:pt x="375" y="615"/>
                </a:lnTo>
                <a:cubicBezTo>
                  <a:pt x="418" y="615"/>
                  <a:pt x="439" y="610"/>
                  <a:pt x="439" y="599"/>
                </a:cubicBezTo>
                <a:cubicBezTo>
                  <a:pt x="439" y="597"/>
                  <a:pt x="432" y="575"/>
                  <a:pt x="417" y="531"/>
                </a:cubicBezTo>
                <a:lnTo>
                  <a:pt x="395" y="466"/>
                </a:lnTo>
                <a:lnTo>
                  <a:pt x="180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4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4" y="657"/>
                </a:lnTo>
                <a:moveTo>
                  <a:pt x="381" y="423"/>
                </a:moveTo>
                <a:lnTo>
                  <a:pt x="288" y="145"/>
                </a:lnTo>
                <a:lnTo>
                  <a:pt x="194" y="422"/>
                </a:lnTo>
                <a:cubicBezTo>
                  <a:pt x="194" y="423"/>
                  <a:pt x="226" y="423"/>
                  <a:pt x="288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5483160" y="14680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8" y="0"/>
                </a:lnTo>
                <a:cubicBezTo>
                  <a:pt x="151" y="0"/>
                  <a:pt x="180" y="0"/>
                  <a:pt x="187" y="1"/>
                </a:cubicBezTo>
                <a:cubicBezTo>
                  <a:pt x="194" y="1"/>
                  <a:pt x="199" y="4"/>
                  <a:pt x="203" y="7"/>
                </a:cubicBezTo>
                <a:cubicBezTo>
                  <a:pt x="203" y="8"/>
                  <a:pt x="235" y="93"/>
                  <a:pt x="299" y="261"/>
                </a:cubicBezTo>
                <a:lnTo>
                  <a:pt x="394" y="513"/>
                </a:lnTo>
                <a:lnTo>
                  <a:pt x="490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3" y="1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2"/>
                </a:lnTo>
                <a:lnTo>
                  <a:pt x="757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8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6" y="583"/>
                  <a:pt x="732" y="583"/>
                  <a:pt x="757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3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6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6"/>
                  <a:pt x="387" y="621"/>
                </a:cubicBezTo>
                <a:cubicBezTo>
                  <a:pt x="384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1"/>
                </a:cubicBezTo>
                <a:cubicBezTo>
                  <a:pt x="350" y="620"/>
                  <a:pt x="313" y="524"/>
                  <a:pt x="242" y="336"/>
                </a:cubicBezTo>
                <a:lnTo>
                  <a:pt x="136" y="54"/>
                </a:lnTo>
                <a:lnTo>
                  <a:pt x="136" y="71"/>
                </a:lnTo>
                <a:cubicBezTo>
                  <a:pt x="135" y="82"/>
                  <a:pt x="135" y="101"/>
                  <a:pt x="135" y="128"/>
                </a:cubicBezTo>
                <a:cubicBezTo>
                  <a:pt x="135" y="156"/>
                  <a:pt x="135" y="180"/>
                  <a:pt x="135" y="202"/>
                </a:cubicBezTo>
                <a:cubicBezTo>
                  <a:pt x="135" y="223"/>
                  <a:pt x="135" y="256"/>
                  <a:pt x="135" y="300"/>
                </a:cubicBezTo>
                <a:lnTo>
                  <a:pt x="136" y="547"/>
                </a:lnTo>
                <a:cubicBezTo>
                  <a:pt x="142" y="569"/>
                  <a:pt x="168" y="582"/>
                  <a:pt x="214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1" y="627"/>
                </a:lnTo>
                <a:cubicBezTo>
                  <a:pt x="212" y="625"/>
                  <a:pt x="177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5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7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877360" y="1604520"/>
            <a:ext cx="201600" cy="13320"/>
          </a:xfrm>
          <a:custGeom>
            <a:avLst/>
            <a:gdLst/>
            <a:ahLst/>
            <a:rect l="0" t="0" r="r" b="b"/>
            <a:pathLst>
              <a:path w="560" h="37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3" y="0"/>
                </a:cubicBezTo>
                <a:lnTo>
                  <a:pt x="547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5"/>
                  <a:pt x="556" y="32"/>
                  <a:pt x="547" y="37"/>
                </a:cubicBezTo>
                <a:lnTo>
                  <a:pt x="13" y="37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6198480" y="1460880"/>
            <a:ext cx="219960" cy="240120"/>
          </a:xfrm>
          <a:custGeom>
            <a:avLst/>
            <a:gdLst/>
            <a:ahLst/>
            <a:rect l="0" t="0" r="r" b="b"/>
            <a:pathLst>
              <a:path w="611" h="667">
                <a:moveTo>
                  <a:pt x="0" y="335"/>
                </a:moveTo>
                <a:cubicBezTo>
                  <a:pt x="0" y="285"/>
                  <a:pt x="9" y="237"/>
                  <a:pt x="27" y="193"/>
                </a:cubicBezTo>
                <a:cubicBezTo>
                  <a:pt x="45" y="150"/>
                  <a:pt x="69" y="114"/>
                  <a:pt x="99" y="87"/>
                </a:cubicBezTo>
                <a:cubicBezTo>
                  <a:pt x="128" y="59"/>
                  <a:pt x="160" y="38"/>
                  <a:pt x="197" y="23"/>
                </a:cubicBezTo>
                <a:cubicBezTo>
                  <a:pt x="232" y="7"/>
                  <a:pt x="268" y="0"/>
                  <a:pt x="305" y="0"/>
                </a:cubicBezTo>
                <a:cubicBezTo>
                  <a:pt x="386" y="0"/>
                  <a:pt x="458" y="32"/>
                  <a:pt x="519" y="95"/>
                </a:cubicBezTo>
                <a:cubicBezTo>
                  <a:pt x="580" y="159"/>
                  <a:pt x="611" y="238"/>
                  <a:pt x="611" y="335"/>
                </a:cubicBezTo>
                <a:cubicBezTo>
                  <a:pt x="611" y="384"/>
                  <a:pt x="602" y="430"/>
                  <a:pt x="585" y="472"/>
                </a:cubicBezTo>
                <a:cubicBezTo>
                  <a:pt x="567" y="514"/>
                  <a:pt x="544" y="550"/>
                  <a:pt x="515" y="578"/>
                </a:cubicBezTo>
                <a:cubicBezTo>
                  <a:pt x="486" y="607"/>
                  <a:pt x="454" y="629"/>
                  <a:pt x="417" y="644"/>
                </a:cubicBezTo>
                <a:cubicBezTo>
                  <a:pt x="380" y="658"/>
                  <a:pt x="343" y="666"/>
                  <a:pt x="305" y="667"/>
                </a:cubicBezTo>
                <a:cubicBezTo>
                  <a:pt x="267" y="669"/>
                  <a:pt x="230" y="661"/>
                  <a:pt x="194" y="644"/>
                </a:cubicBezTo>
                <a:cubicBezTo>
                  <a:pt x="157" y="628"/>
                  <a:pt x="124" y="606"/>
                  <a:pt x="95" y="579"/>
                </a:cubicBezTo>
                <a:cubicBezTo>
                  <a:pt x="66" y="552"/>
                  <a:pt x="43" y="517"/>
                  <a:pt x="26" y="474"/>
                </a:cubicBezTo>
                <a:cubicBezTo>
                  <a:pt x="10" y="431"/>
                  <a:pt x="1" y="384"/>
                  <a:pt x="0" y="335"/>
                </a:cubicBezTo>
                <a:moveTo>
                  <a:pt x="377" y="53"/>
                </a:moveTo>
                <a:cubicBezTo>
                  <a:pt x="352" y="42"/>
                  <a:pt x="328" y="36"/>
                  <a:pt x="305" y="36"/>
                </a:cubicBezTo>
                <a:cubicBezTo>
                  <a:pt x="288" y="36"/>
                  <a:pt x="270" y="40"/>
                  <a:pt x="253" y="46"/>
                </a:cubicBezTo>
                <a:cubicBezTo>
                  <a:pt x="235" y="53"/>
                  <a:pt x="216" y="64"/>
                  <a:pt x="196" y="78"/>
                </a:cubicBezTo>
                <a:cubicBezTo>
                  <a:pt x="176" y="92"/>
                  <a:pt x="158" y="113"/>
                  <a:pt x="143" y="143"/>
                </a:cubicBezTo>
                <a:cubicBezTo>
                  <a:pt x="129" y="172"/>
                  <a:pt x="119" y="206"/>
                  <a:pt x="112" y="244"/>
                </a:cubicBezTo>
                <a:cubicBezTo>
                  <a:pt x="109" y="261"/>
                  <a:pt x="108" y="288"/>
                  <a:pt x="108" y="323"/>
                </a:cubicBezTo>
                <a:cubicBezTo>
                  <a:pt x="108" y="451"/>
                  <a:pt x="139" y="541"/>
                  <a:pt x="203" y="591"/>
                </a:cubicBezTo>
                <a:cubicBezTo>
                  <a:pt x="234" y="616"/>
                  <a:pt x="267" y="629"/>
                  <a:pt x="302" y="629"/>
                </a:cubicBezTo>
                <a:lnTo>
                  <a:pt x="306" y="629"/>
                </a:lnTo>
                <a:lnTo>
                  <a:pt x="308" y="629"/>
                </a:lnTo>
                <a:cubicBezTo>
                  <a:pt x="358" y="629"/>
                  <a:pt x="403" y="605"/>
                  <a:pt x="442" y="556"/>
                </a:cubicBezTo>
                <a:cubicBezTo>
                  <a:pt x="482" y="502"/>
                  <a:pt x="502" y="424"/>
                  <a:pt x="502" y="323"/>
                </a:cubicBezTo>
                <a:cubicBezTo>
                  <a:pt x="502" y="288"/>
                  <a:pt x="501" y="261"/>
                  <a:pt x="498" y="244"/>
                </a:cubicBezTo>
                <a:cubicBezTo>
                  <a:pt x="485" y="150"/>
                  <a:pt x="445" y="87"/>
                  <a:pt x="377" y="5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454800" y="1460880"/>
            <a:ext cx="147240" cy="240120"/>
          </a:xfrm>
          <a:custGeom>
            <a:avLst/>
            <a:gdLst/>
            <a:ahLst/>
            <a:rect l="0" t="0" r="r" b="b"/>
            <a:pathLst>
              <a:path w="409" h="667">
                <a:moveTo>
                  <a:pt x="0" y="181"/>
                </a:moveTo>
                <a:cubicBezTo>
                  <a:pt x="0" y="131"/>
                  <a:pt x="18" y="88"/>
                  <a:pt x="52" y="53"/>
                </a:cubicBezTo>
                <a:cubicBezTo>
                  <a:pt x="87" y="18"/>
                  <a:pt x="127" y="1"/>
                  <a:pt x="172" y="1"/>
                </a:cubicBezTo>
                <a:lnTo>
                  <a:pt x="185" y="1"/>
                </a:lnTo>
                <a:cubicBezTo>
                  <a:pt x="238" y="1"/>
                  <a:pt x="284" y="20"/>
                  <a:pt x="322" y="58"/>
                </a:cubicBezTo>
                <a:lnTo>
                  <a:pt x="341" y="30"/>
                </a:lnTo>
                <a:cubicBezTo>
                  <a:pt x="344" y="26"/>
                  <a:pt x="347" y="21"/>
                  <a:pt x="350" y="16"/>
                </a:cubicBezTo>
                <a:cubicBezTo>
                  <a:pt x="354" y="11"/>
                  <a:pt x="357" y="7"/>
                  <a:pt x="360" y="4"/>
                </a:cubicBezTo>
                <a:lnTo>
                  <a:pt x="362" y="1"/>
                </a:lnTo>
                <a:cubicBezTo>
                  <a:pt x="363" y="1"/>
                  <a:pt x="364" y="1"/>
                  <a:pt x="366" y="1"/>
                </a:cubicBezTo>
                <a:cubicBezTo>
                  <a:pt x="368" y="1"/>
                  <a:pt x="370" y="0"/>
                  <a:pt x="372" y="0"/>
                </a:cubicBezTo>
                <a:lnTo>
                  <a:pt x="375" y="0"/>
                </a:lnTo>
                <a:cubicBezTo>
                  <a:pt x="377" y="0"/>
                  <a:pt x="380" y="2"/>
                  <a:pt x="384" y="5"/>
                </a:cubicBezTo>
                <a:lnTo>
                  <a:pt x="384" y="223"/>
                </a:lnTo>
                <a:lnTo>
                  <a:pt x="378" y="228"/>
                </a:lnTo>
                <a:lnTo>
                  <a:pt x="361" y="228"/>
                </a:lnTo>
                <a:cubicBezTo>
                  <a:pt x="355" y="228"/>
                  <a:pt x="351" y="227"/>
                  <a:pt x="350" y="225"/>
                </a:cubicBezTo>
                <a:cubicBezTo>
                  <a:pt x="348" y="223"/>
                  <a:pt x="347" y="217"/>
                  <a:pt x="345" y="207"/>
                </a:cubicBezTo>
                <a:cubicBezTo>
                  <a:pt x="335" y="130"/>
                  <a:pt x="304" y="79"/>
                  <a:pt x="252" y="54"/>
                </a:cubicBezTo>
                <a:cubicBezTo>
                  <a:pt x="230" y="44"/>
                  <a:pt x="206" y="39"/>
                  <a:pt x="183" y="39"/>
                </a:cubicBezTo>
                <a:cubicBezTo>
                  <a:pt x="150" y="39"/>
                  <a:pt x="124" y="50"/>
                  <a:pt x="104" y="72"/>
                </a:cubicBezTo>
                <a:cubicBezTo>
                  <a:pt x="84" y="94"/>
                  <a:pt x="73" y="120"/>
                  <a:pt x="73" y="149"/>
                </a:cubicBezTo>
                <a:cubicBezTo>
                  <a:pt x="73" y="170"/>
                  <a:pt x="79" y="189"/>
                  <a:pt x="89" y="206"/>
                </a:cubicBezTo>
                <a:cubicBezTo>
                  <a:pt x="99" y="223"/>
                  <a:pt x="114" y="237"/>
                  <a:pt x="133" y="247"/>
                </a:cubicBezTo>
                <a:cubicBezTo>
                  <a:pt x="139" y="250"/>
                  <a:pt x="165" y="257"/>
                  <a:pt x="212" y="268"/>
                </a:cubicBezTo>
                <a:cubicBezTo>
                  <a:pt x="259" y="281"/>
                  <a:pt x="285" y="288"/>
                  <a:pt x="290" y="291"/>
                </a:cubicBezTo>
                <a:cubicBezTo>
                  <a:pt x="325" y="304"/>
                  <a:pt x="353" y="327"/>
                  <a:pt x="375" y="359"/>
                </a:cubicBezTo>
                <a:cubicBezTo>
                  <a:pt x="397" y="392"/>
                  <a:pt x="409" y="429"/>
                  <a:pt x="409" y="472"/>
                </a:cubicBezTo>
                <a:cubicBezTo>
                  <a:pt x="409" y="522"/>
                  <a:pt x="393" y="566"/>
                  <a:pt x="361" y="606"/>
                </a:cubicBezTo>
                <a:cubicBezTo>
                  <a:pt x="330" y="646"/>
                  <a:pt x="285" y="666"/>
                  <a:pt x="227" y="667"/>
                </a:cubicBezTo>
                <a:cubicBezTo>
                  <a:pt x="191" y="667"/>
                  <a:pt x="161" y="661"/>
                  <a:pt x="134" y="651"/>
                </a:cubicBezTo>
                <a:cubicBezTo>
                  <a:pt x="107" y="641"/>
                  <a:pt x="88" y="631"/>
                  <a:pt x="78" y="622"/>
                </a:cubicBezTo>
                <a:lnTo>
                  <a:pt x="62" y="610"/>
                </a:lnTo>
                <a:cubicBezTo>
                  <a:pt x="59" y="613"/>
                  <a:pt x="54" y="619"/>
                  <a:pt x="48" y="628"/>
                </a:cubicBezTo>
                <a:cubicBezTo>
                  <a:pt x="41" y="637"/>
                  <a:pt x="35" y="646"/>
                  <a:pt x="29" y="654"/>
                </a:cubicBezTo>
                <a:cubicBezTo>
                  <a:pt x="24" y="662"/>
                  <a:pt x="21" y="666"/>
                  <a:pt x="21" y="667"/>
                </a:cubicBezTo>
                <a:cubicBezTo>
                  <a:pt x="20" y="667"/>
                  <a:pt x="17" y="667"/>
                  <a:pt x="12" y="667"/>
                </a:cubicBezTo>
                <a:lnTo>
                  <a:pt x="8" y="667"/>
                </a:lnTo>
                <a:cubicBezTo>
                  <a:pt x="7" y="667"/>
                  <a:pt x="4" y="666"/>
                  <a:pt x="0" y="662"/>
                </a:cubicBezTo>
                <a:lnTo>
                  <a:pt x="0" y="555"/>
                </a:lnTo>
                <a:cubicBezTo>
                  <a:pt x="0" y="482"/>
                  <a:pt x="0" y="445"/>
                  <a:pt x="1" y="444"/>
                </a:cubicBezTo>
                <a:cubicBezTo>
                  <a:pt x="2" y="441"/>
                  <a:pt x="8" y="439"/>
                  <a:pt x="19" y="439"/>
                </a:cubicBezTo>
                <a:lnTo>
                  <a:pt x="31" y="439"/>
                </a:lnTo>
                <a:cubicBezTo>
                  <a:pt x="35" y="443"/>
                  <a:pt x="37" y="447"/>
                  <a:pt x="37" y="451"/>
                </a:cubicBezTo>
                <a:cubicBezTo>
                  <a:pt x="37" y="471"/>
                  <a:pt x="40" y="490"/>
                  <a:pt x="46" y="509"/>
                </a:cubicBezTo>
                <a:cubicBezTo>
                  <a:pt x="52" y="528"/>
                  <a:pt x="62" y="546"/>
                  <a:pt x="77" y="565"/>
                </a:cubicBezTo>
                <a:cubicBezTo>
                  <a:pt x="92" y="583"/>
                  <a:pt x="112" y="598"/>
                  <a:pt x="138" y="609"/>
                </a:cubicBezTo>
                <a:cubicBezTo>
                  <a:pt x="163" y="620"/>
                  <a:pt x="194" y="625"/>
                  <a:pt x="230" y="625"/>
                </a:cubicBezTo>
                <a:cubicBezTo>
                  <a:pt x="259" y="625"/>
                  <a:pt x="284" y="614"/>
                  <a:pt x="305" y="590"/>
                </a:cubicBezTo>
                <a:cubicBezTo>
                  <a:pt x="325" y="567"/>
                  <a:pt x="336" y="539"/>
                  <a:pt x="336" y="505"/>
                </a:cubicBezTo>
                <a:cubicBezTo>
                  <a:pt x="336" y="479"/>
                  <a:pt x="329" y="455"/>
                  <a:pt x="316" y="434"/>
                </a:cubicBezTo>
                <a:cubicBezTo>
                  <a:pt x="302" y="412"/>
                  <a:pt x="284" y="398"/>
                  <a:pt x="262" y="390"/>
                </a:cubicBezTo>
                <a:cubicBezTo>
                  <a:pt x="228" y="381"/>
                  <a:pt x="205" y="375"/>
                  <a:pt x="194" y="372"/>
                </a:cubicBezTo>
                <a:cubicBezTo>
                  <a:pt x="191" y="372"/>
                  <a:pt x="182" y="370"/>
                  <a:pt x="169" y="367"/>
                </a:cubicBezTo>
                <a:cubicBezTo>
                  <a:pt x="155" y="364"/>
                  <a:pt x="145" y="361"/>
                  <a:pt x="139" y="359"/>
                </a:cubicBezTo>
                <a:cubicBezTo>
                  <a:pt x="132" y="357"/>
                  <a:pt x="122" y="354"/>
                  <a:pt x="109" y="349"/>
                </a:cubicBezTo>
                <a:cubicBezTo>
                  <a:pt x="96" y="344"/>
                  <a:pt x="86" y="339"/>
                  <a:pt x="79" y="333"/>
                </a:cubicBezTo>
                <a:cubicBezTo>
                  <a:pt x="72" y="327"/>
                  <a:pt x="63" y="319"/>
                  <a:pt x="52" y="311"/>
                </a:cubicBezTo>
                <a:cubicBezTo>
                  <a:pt x="42" y="302"/>
                  <a:pt x="34" y="291"/>
                  <a:pt x="28" y="279"/>
                </a:cubicBezTo>
                <a:cubicBezTo>
                  <a:pt x="9" y="248"/>
                  <a:pt x="0" y="216"/>
                  <a:pt x="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72120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7050960" y="1468080"/>
            <a:ext cx="225360" cy="225720"/>
          </a:xfrm>
          <a:custGeom>
            <a:avLst/>
            <a:gdLst/>
            <a:ahLst/>
            <a:rect l="0" t="0" r="r" b="b"/>
            <a:pathLst>
              <a:path w="626" h="62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3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86" y="0"/>
                </a:lnTo>
                <a:cubicBezTo>
                  <a:pt x="290" y="0"/>
                  <a:pt x="349" y="1"/>
                  <a:pt x="361" y="1"/>
                </a:cubicBezTo>
                <a:cubicBezTo>
                  <a:pt x="373" y="1"/>
                  <a:pt x="386" y="3"/>
                  <a:pt x="399" y="6"/>
                </a:cubicBezTo>
                <a:cubicBezTo>
                  <a:pt x="426" y="12"/>
                  <a:pt x="452" y="23"/>
                  <a:pt x="477" y="38"/>
                </a:cubicBezTo>
                <a:cubicBezTo>
                  <a:pt x="503" y="54"/>
                  <a:pt x="527" y="75"/>
                  <a:pt x="551" y="101"/>
                </a:cubicBezTo>
                <a:cubicBezTo>
                  <a:pt x="574" y="126"/>
                  <a:pt x="592" y="158"/>
                  <a:pt x="605" y="195"/>
                </a:cubicBezTo>
                <a:cubicBezTo>
                  <a:pt x="618" y="233"/>
                  <a:pt x="625" y="273"/>
                  <a:pt x="626" y="318"/>
                </a:cubicBezTo>
                <a:cubicBezTo>
                  <a:pt x="626" y="395"/>
                  <a:pt x="603" y="462"/>
                  <a:pt x="558" y="520"/>
                </a:cubicBezTo>
                <a:cubicBezTo>
                  <a:pt x="513" y="577"/>
                  <a:pt x="454" y="612"/>
                  <a:pt x="382" y="624"/>
                </a:cubicBezTo>
                <a:cubicBezTo>
                  <a:pt x="374" y="626"/>
                  <a:pt x="309" y="627"/>
                  <a:pt x="18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1" y="584"/>
                </a:lnTo>
                <a:cubicBezTo>
                  <a:pt x="56" y="583"/>
                  <a:pt x="73" y="583"/>
                  <a:pt x="78" y="581"/>
                </a:cubicBezTo>
                <a:cubicBezTo>
                  <a:pt x="84" y="580"/>
                  <a:pt x="90" y="576"/>
                  <a:pt x="96" y="570"/>
                </a:cubicBezTo>
                <a:lnTo>
                  <a:pt x="96" y="56"/>
                </a:lnTo>
                <a:moveTo>
                  <a:pt x="520" y="316"/>
                </a:moveTo>
                <a:cubicBezTo>
                  <a:pt x="520" y="255"/>
                  <a:pt x="514" y="205"/>
                  <a:pt x="500" y="167"/>
                </a:cubicBezTo>
                <a:cubicBezTo>
                  <a:pt x="487" y="129"/>
                  <a:pt x="463" y="98"/>
                  <a:pt x="429" y="74"/>
                </a:cubicBezTo>
                <a:cubicBezTo>
                  <a:pt x="396" y="53"/>
                  <a:pt x="353" y="42"/>
                  <a:pt x="302" y="42"/>
                </a:cubicBezTo>
                <a:lnTo>
                  <a:pt x="272" y="42"/>
                </a:lnTo>
                <a:lnTo>
                  <a:pt x="246" y="42"/>
                </a:lnTo>
                <a:cubicBezTo>
                  <a:pt x="212" y="42"/>
                  <a:pt x="194" y="45"/>
                  <a:pt x="191" y="50"/>
                </a:cubicBezTo>
                <a:cubicBezTo>
                  <a:pt x="189" y="53"/>
                  <a:pt x="188" y="140"/>
                  <a:pt x="188" y="311"/>
                </a:cubicBezTo>
                <a:cubicBezTo>
                  <a:pt x="188" y="483"/>
                  <a:pt x="189" y="570"/>
                  <a:pt x="189" y="572"/>
                </a:cubicBezTo>
                <a:cubicBezTo>
                  <a:pt x="190" y="578"/>
                  <a:pt x="195" y="582"/>
                  <a:pt x="204" y="582"/>
                </a:cubicBezTo>
                <a:cubicBezTo>
                  <a:pt x="213" y="583"/>
                  <a:pt x="241" y="583"/>
                  <a:pt x="287" y="584"/>
                </a:cubicBezTo>
                <a:lnTo>
                  <a:pt x="298" y="584"/>
                </a:lnTo>
                <a:cubicBezTo>
                  <a:pt x="362" y="584"/>
                  <a:pt x="413" y="569"/>
                  <a:pt x="449" y="539"/>
                </a:cubicBezTo>
                <a:cubicBezTo>
                  <a:pt x="477" y="516"/>
                  <a:pt x="496" y="487"/>
                  <a:pt x="506" y="451"/>
                </a:cubicBezTo>
                <a:cubicBezTo>
                  <a:pt x="515" y="416"/>
                  <a:pt x="520" y="371"/>
                  <a:pt x="520" y="31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7303680" y="1468080"/>
            <a:ext cx="205920" cy="225720"/>
          </a:xfrm>
          <a:custGeom>
            <a:avLst/>
            <a:gdLst/>
            <a:ahLst/>
            <a:rect l="0" t="0" r="r" b="b"/>
            <a:pathLst>
              <a:path w="572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1"/>
                  <a:pt x="395" y="4"/>
                </a:cubicBezTo>
                <a:cubicBezTo>
                  <a:pt x="417" y="8"/>
                  <a:pt x="439" y="16"/>
                  <a:pt x="461" y="29"/>
                </a:cubicBezTo>
                <a:cubicBezTo>
                  <a:pt x="487" y="44"/>
                  <a:pt x="508" y="63"/>
                  <a:pt x="524" y="85"/>
                </a:cubicBezTo>
                <a:cubicBezTo>
                  <a:pt x="539" y="108"/>
                  <a:pt x="546" y="132"/>
                  <a:pt x="546" y="157"/>
                </a:cubicBezTo>
                <a:cubicBezTo>
                  <a:pt x="546" y="188"/>
                  <a:pt x="534" y="216"/>
                  <a:pt x="509" y="242"/>
                </a:cubicBezTo>
                <a:cubicBezTo>
                  <a:pt x="484" y="268"/>
                  <a:pt x="451" y="286"/>
                  <a:pt x="411" y="296"/>
                </a:cubicBezTo>
                <a:lnTo>
                  <a:pt x="402" y="299"/>
                </a:lnTo>
                <a:cubicBezTo>
                  <a:pt x="446" y="304"/>
                  <a:pt x="486" y="321"/>
                  <a:pt x="520" y="349"/>
                </a:cubicBezTo>
                <a:cubicBezTo>
                  <a:pt x="555" y="377"/>
                  <a:pt x="572" y="413"/>
                  <a:pt x="572" y="455"/>
                </a:cubicBezTo>
                <a:cubicBezTo>
                  <a:pt x="572" y="496"/>
                  <a:pt x="557" y="533"/>
                  <a:pt x="524" y="565"/>
                </a:cubicBezTo>
                <a:cubicBezTo>
                  <a:pt x="493" y="597"/>
                  <a:pt x="453" y="616"/>
                  <a:pt x="404" y="624"/>
                </a:cubicBezTo>
                <a:cubicBezTo>
                  <a:pt x="396" y="626"/>
                  <a:pt x="327" y="627"/>
                  <a:pt x="19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3"/>
                  <a:pt x="71" y="583"/>
                  <a:pt x="77" y="581"/>
                </a:cubicBezTo>
                <a:cubicBezTo>
                  <a:pt x="82" y="580"/>
                  <a:pt x="88" y="576"/>
                  <a:pt x="94" y="570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7"/>
                  <a:pt x="435" y="102"/>
                  <a:pt x="419" y="82"/>
                </a:cubicBezTo>
                <a:cubicBezTo>
                  <a:pt x="403" y="61"/>
                  <a:pt x="382" y="48"/>
                  <a:pt x="356" y="43"/>
                </a:cubicBezTo>
                <a:cubicBezTo>
                  <a:pt x="355" y="43"/>
                  <a:pt x="351" y="43"/>
                  <a:pt x="344" y="43"/>
                </a:cubicBezTo>
                <a:cubicBezTo>
                  <a:pt x="336" y="43"/>
                  <a:pt x="327" y="43"/>
                  <a:pt x="314" y="43"/>
                </a:cubicBezTo>
                <a:cubicBezTo>
                  <a:pt x="302" y="43"/>
                  <a:pt x="291" y="43"/>
                  <a:pt x="280" y="42"/>
                </a:cubicBezTo>
                <a:cubicBezTo>
                  <a:pt x="239" y="42"/>
                  <a:pt x="214" y="42"/>
                  <a:pt x="204" y="43"/>
                </a:cubicBezTo>
                <a:cubicBezTo>
                  <a:pt x="195" y="44"/>
                  <a:pt x="189" y="46"/>
                  <a:pt x="187" y="50"/>
                </a:cubicBezTo>
                <a:cubicBezTo>
                  <a:pt x="185" y="53"/>
                  <a:pt x="184" y="92"/>
                  <a:pt x="184" y="169"/>
                </a:cubicBezTo>
                <a:lnTo>
                  <a:pt x="184" y="283"/>
                </a:lnTo>
                <a:lnTo>
                  <a:pt x="260" y="283"/>
                </a:lnTo>
                <a:lnTo>
                  <a:pt x="337" y="282"/>
                </a:lnTo>
                <a:lnTo>
                  <a:pt x="347" y="281"/>
                </a:lnTo>
                <a:cubicBezTo>
                  <a:pt x="349" y="280"/>
                  <a:pt x="352" y="279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59"/>
                  <a:pt x="400" y="252"/>
                  <a:pt x="409" y="244"/>
                </a:cubicBezTo>
                <a:cubicBezTo>
                  <a:pt x="417" y="236"/>
                  <a:pt x="425" y="224"/>
                  <a:pt x="432" y="208"/>
                </a:cubicBezTo>
                <a:cubicBezTo>
                  <a:pt x="439" y="192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4"/>
                  <a:pt x="441" y="368"/>
                </a:cubicBezTo>
                <a:cubicBezTo>
                  <a:pt x="424" y="341"/>
                  <a:pt x="400" y="325"/>
                  <a:pt x="369" y="318"/>
                </a:cubicBezTo>
                <a:lnTo>
                  <a:pt x="276" y="317"/>
                </a:lnTo>
                <a:lnTo>
                  <a:pt x="184" y="317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6"/>
                  <a:pt x="186" y="576"/>
                  <a:pt x="189" y="579"/>
                </a:cubicBezTo>
                <a:cubicBezTo>
                  <a:pt x="192" y="582"/>
                  <a:pt x="223" y="583"/>
                  <a:pt x="281" y="583"/>
                </a:cubicBezTo>
                <a:lnTo>
                  <a:pt x="325" y="583"/>
                </a:lnTo>
                <a:cubicBezTo>
                  <a:pt x="351" y="583"/>
                  <a:pt x="369" y="581"/>
                  <a:pt x="380" y="578"/>
                </a:cubicBezTo>
                <a:cubicBezTo>
                  <a:pt x="407" y="569"/>
                  <a:pt x="428" y="553"/>
                  <a:pt x="443" y="531"/>
                </a:cubicBezTo>
                <a:cubicBezTo>
                  <a:pt x="458" y="508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762912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795888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1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7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2" y="444"/>
                  <a:pt x="494" y="461"/>
                  <a:pt x="497" y="485"/>
                </a:cubicBezTo>
                <a:cubicBezTo>
                  <a:pt x="500" y="509"/>
                  <a:pt x="504" y="528"/>
                  <a:pt x="507" y="541"/>
                </a:cubicBezTo>
                <a:cubicBezTo>
                  <a:pt x="513" y="570"/>
                  <a:pt x="520" y="590"/>
                  <a:pt x="529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7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1" y="610"/>
                  <a:pt x="397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3" y="414"/>
                  <a:pt x="388" y="402"/>
                </a:cubicBezTo>
                <a:cubicBezTo>
                  <a:pt x="377" y="366"/>
                  <a:pt x="353" y="344"/>
                  <a:pt x="319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2" y="584"/>
                  <a:pt x="227" y="584"/>
                  <a:pt x="253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7" y="624"/>
                  <a:pt x="23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6" y="584"/>
                  <a:pt x="72" y="584"/>
                  <a:pt x="77" y="582"/>
                </a:cubicBezTo>
                <a:cubicBezTo>
                  <a:pt x="83" y="581"/>
                  <a:pt x="89" y="577"/>
                  <a:pt x="95" y="571"/>
                </a:cubicBezTo>
                <a:lnTo>
                  <a:pt x="95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3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1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9" y="42"/>
                  <a:pt x="194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2" y="297"/>
                </a:lnTo>
                <a:cubicBezTo>
                  <a:pt x="303" y="297"/>
                  <a:pt x="348" y="292"/>
                  <a:pt x="375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20224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1"/>
                </a:cubicBezTo>
                <a:cubicBezTo>
                  <a:pt x="31" y="92"/>
                  <a:pt x="46" y="70"/>
                  <a:pt x="65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6" y="6"/>
                  <a:pt x="167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8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6" y="393"/>
                </a:cubicBezTo>
                <a:cubicBezTo>
                  <a:pt x="269" y="413"/>
                  <a:pt x="238" y="422"/>
                  <a:pt x="205" y="422"/>
                </a:cubicBezTo>
                <a:cubicBezTo>
                  <a:pt x="147" y="422"/>
                  <a:pt x="98" y="401"/>
                  <a:pt x="60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2" y="36"/>
                  <a:pt x="165" y="38"/>
                  <a:pt x="154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0" y="70"/>
                  <a:pt x="113" y="83"/>
                  <a:pt x="107" y="99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8350920" y="1464120"/>
            <a:ext cx="165600" cy="233280"/>
          </a:xfrm>
          <a:custGeom>
            <a:avLst/>
            <a:gdLst/>
            <a:ahLst/>
            <a:rect l="0" t="0" r="r" b="b"/>
            <a:pathLst>
              <a:path w="460" h="648">
                <a:moveTo>
                  <a:pt x="313" y="184"/>
                </a:moveTo>
                <a:cubicBezTo>
                  <a:pt x="313" y="175"/>
                  <a:pt x="313" y="162"/>
                  <a:pt x="313" y="148"/>
                </a:cubicBezTo>
                <a:cubicBezTo>
                  <a:pt x="313" y="133"/>
                  <a:pt x="314" y="122"/>
                  <a:pt x="314" y="116"/>
                </a:cubicBezTo>
                <a:cubicBezTo>
                  <a:pt x="314" y="89"/>
                  <a:pt x="311" y="72"/>
                  <a:pt x="305" y="65"/>
                </a:cubicBezTo>
                <a:cubicBezTo>
                  <a:pt x="299" y="58"/>
                  <a:pt x="284" y="54"/>
                  <a:pt x="258" y="53"/>
                </a:cubicBezTo>
                <a:lnTo>
                  <a:pt x="242" y="53"/>
                </a:lnTo>
                <a:lnTo>
                  <a:pt x="242" y="32"/>
                </a:lnTo>
                <a:cubicBezTo>
                  <a:pt x="242" y="18"/>
                  <a:pt x="243" y="11"/>
                  <a:pt x="244" y="11"/>
                </a:cubicBezTo>
                <a:lnTo>
                  <a:pt x="253" y="10"/>
                </a:lnTo>
                <a:cubicBezTo>
                  <a:pt x="259" y="9"/>
                  <a:pt x="268" y="9"/>
                  <a:pt x="280" y="8"/>
                </a:cubicBezTo>
                <a:cubicBezTo>
                  <a:pt x="291" y="8"/>
                  <a:pt x="302" y="7"/>
                  <a:pt x="313" y="6"/>
                </a:cubicBezTo>
                <a:cubicBezTo>
                  <a:pt x="324" y="6"/>
                  <a:pt x="335" y="5"/>
                  <a:pt x="347" y="4"/>
                </a:cubicBezTo>
                <a:cubicBezTo>
                  <a:pt x="360" y="4"/>
                  <a:pt x="369" y="3"/>
                  <a:pt x="375" y="2"/>
                </a:cubicBezTo>
                <a:cubicBezTo>
                  <a:pt x="381" y="0"/>
                  <a:pt x="384" y="0"/>
                  <a:pt x="385" y="1"/>
                </a:cubicBezTo>
                <a:lnTo>
                  <a:pt x="388" y="1"/>
                </a:lnTo>
                <a:lnTo>
                  <a:pt x="388" y="281"/>
                </a:lnTo>
                <a:cubicBezTo>
                  <a:pt x="388" y="468"/>
                  <a:pt x="388" y="562"/>
                  <a:pt x="389" y="564"/>
                </a:cubicBezTo>
                <a:cubicBezTo>
                  <a:pt x="391" y="576"/>
                  <a:pt x="395" y="584"/>
                  <a:pt x="402" y="588"/>
                </a:cubicBezTo>
                <a:cubicBezTo>
                  <a:pt x="408" y="591"/>
                  <a:pt x="422" y="594"/>
                  <a:pt x="444" y="596"/>
                </a:cubicBezTo>
                <a:lnTo>
                  <a:pt x="460" y="596"/>
                </a:lnTo>
                <a:lnTo>
                  <a:pt x="460" y="638"/>
                </a:lnTo>
                <a:cubicBezTo>
                  <a:pt x="459" y="638"/>
                  <a:pt x="435" y="640"/>
                  <a:pt x="390" y="643"/>
                </a:cubicBezTo>
                <a:cubicBezTo>
                  <a:pt x="344" y="646"/>
                  <a:pt x="320" y="648"/>
                  <a:pt x="317" y="648"/>
                </a:cubicBezTo>
                <a:lnTo>
                  <a:pt x="311" y="648"/>
                </a:lnTo>
                <a:lnTo>
                  <a:pt x="311" y="598"/>
                </a:lnTo>
                <a:lnTo>
                  <a:pt x="303" y="604"/>
                </a:lnTo>
                <a:cubicBezTo>
                  <a:pt x="268" y="634"/>
                  <a:pt x="228" y="648"/>
                  <a:pt x="184" y="648"/>
                </a:cubicBezTo>
                <a:cubicBezTo>
                  <a:pt x="137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19" y="330"/>
                  <a:pt x="58" y="292"/>
                </a:cubicBezTo>
                <a:cubicBezTo>
                  <a:pt x="96" y="253"/>
                  <a:pt x="141" y="234"/>
                  <a:pt x="192" y="233"/>
                </a:cubicBezTo>
                <a:cubicBezTo>
                  <a:pt x="238" y="233"/>
                  <a:pt x="279" y="248"/>
                  <a:pt x="313" y="278"/>
                </a:cubicBezTo>
                <a:lnTo>
                  <a:pt x="313" y="184"/>
                </a:lnTo>
                <a:moveTo>
                  <a:pt x="311" y="325"/>
                </a:moveTo>
                <a:cubicBezTo>
                  <a:pt x="283" y="286"/>
                  <a:pt x="249" y="267"/>
                  <a:pt x="207" y="267"/>
                </a:cubicBezTo>
                <a:cubicBezTo>
                  <a:pt x="177" y="267"/>
                  <a:pt x="151" y="278"/>
                  <a:pt x="127" y="300"/>
                </a:cubicBezTo>
                <a:cubicBezTo>
                  <a:pt x="111" y="317"/>
                  <a:pt x="100" y="337"/>
                  <a:pt x="96" y="359"/>
                </a:cubicBezTo>
                <a:cubicBezTo>
                  <a:pt x="92" y="381"/>
                  <a:pt x="89" y="409"/>
                  <a:pt x="89" y="445"/>
                </a:cubicBezTo>
                <a:cubicBezTo>
                  <a:pt x="89" y="479"/>
                  <a:pt x="91" y="507"/>
                  <a:pt x="95" y="528"/>
                </a:cubicBezTo>
                <a:cubicBezTo>
                  <a:pt x="99" y="550"/>
                  <a:pt x="110" y="568"/>
                  <a:pt x="127" y="584"/>
                </a:cubicBezTo>
                <a:cubicBezTo>
                  <a:pt x="146" y="604"/>
                  <a:pt x="170" y="614"/>
                  <a:pt x="199" y="614"/>
                </a:cubicBezTo>
                <a:cubicBezTo>
                  <a:pt x="242" y="614"/>
                  <a:pt x="280" y="591"/>
                  <a:pt x="311" y="544"/>
                </a:cubicBezTo>
                <a:lnTo>
                  <a:pt x="311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531640" y="1472760"/>
            <a:ext cx="75960" cy="221040"/>
          </a:xfrm>
          <a:custGeom>
            <a:avLst/>
            <a:gdLst/>
            <a:ahLst/>
            <a:rect l="0" t="0" r="r" b="b"/>
            <a:pathLst>
              <a:path w="211" h="614">
                <a:moveTo>
                  <a:pt x="40" y="55"/>
                </a:moveTo>
                <a:cubicBezTo>
                  <a:pt x="40" y="38"/>
                  <a:pt x="45" y="24"/>
                  <a:pt x="56" y="14"/>
                </a:cubicBezTo>
                <a:cubicBezTo>
                  <a:pt x="67" y="5"/>
                  <a:pt x="81" y="0"/>
                  <a:pt x="97" y="0"/>
                </a:cubicBezTo>
                <a:cubicBezTo>
                  <a:pt x="111" y="1"/>
                  <a:pt x="123" y="6"/>
                  <a:pt x="133" y="15"/>
                </a:cubicBezTo>
                <a:cubicBezTo>
                  <a:pt x="145" y="24"/>
                  <a:pt x="150" y="38"/>
                  <a:pt x="150" y="55"/>
                </a:cubicBezTo>
                <a:cubicBezTo>
                  <a:pt x="150" y="73"/>
                  <a:pt x="145" y="87"/>
                  <a:pt x="133" y="96"/>
                </a:cubicBezTo>
                <a:cubicBezTo>
                  <a:pt x="123" y="105"/>
                  <a:pt x="110" y="110"/>
                  <a:pt x="95" y="110"/>
                </a:cubicBezTo>
                <a:cubicBezTo>
                  <a:pt x="80" y="110"/>
                  <a:pt x="67" y="105"/>
                  <a:pt x="56" y="96"/>
                </a:cubicBezTo>
                <a:cubicBezTo>
                  <a:pt x="46" y="87"/>
                  <a:pt x="40" y="73"/>
                  <a:pt x="40" y="55"/>
                </a:cubicBezTo>
                <a:moveTo>
                  <a:pt x="204" y="614"/>
                </a:moveTo>
                <a:cubicBezTo>
                  <a:pt x="195" y="612"/>
                  <a:pt x="163" y="611"/>
                  <a:pt x="108" y="611"/>
                </a:cubicBezTo>
                <a:cubicBezTo>
                  <a:pt x="101" y="611"/>
                  <a:pt x="90" y="611"/>
                  <a:pt x="74" y="611"/>
                </a:cubicBezTo>
                <a:cubicBezTo>
                  <a:pt x="58" y="611"/>
                  <a:pt x="43" y="612"/>
                  <a:pt x="28" y="613"/>
                </a:cubicBezTo>
                <a:lnTo>
                  <a:pt x="8" y="614"/>
                </a:lnTo>
                <a:lnTo>
                  <a:pt x="0" y="614"/>
                </a:lnTo>
                <a:lnTo>
                  <a:pt x="0" y="572"/>
                </a:lnTo>
                <a:lnTo>
                  <a:pt x="15" y="572"/>
                </a:lnTo>
                <a:cubicBezTo>
                  <a:pt x="32" y="572"/>
                  <a:pt x="47" y="571"/>
                  <a:pt x="60" y="569"/>
                </a:cubicBezTo>
                <a:cubicBezTo>
                  <a:pt x="66" y="567"/>
                  <a:pt x="69" y="564"/>
                  <a:pt x="70" y="559"/>
                </a:cubicBezTo>
                <a:cubicBezTo>
                  <a:pt x="71" y="555"/>
                  <a:pt x="72" y="542"/>
                  <a:pt x="72" y="521"/>
                </a:cubicBezTo>
                <a:lnTo>
                  <a:pt x="72" y="425"/>
                </a:lnTo>
                <a:lnTo>
                  <a:pt x="72" y="345"/>
                </a:lnTo>
                <a:cubicBezTo>
                  <a:pt x="72" y="313"/>
                  <a:pt x="71" y="293"/>
                  <a:pt x="70" y="284"/>
                </a:cubicBezTo>
                <a:cubicBezTo>
                  <a:pt x="69" y="275"/>
                  <a:pt x="65" y="270"/>
                  <a:pt x="57" y="267"/>
                </a:cubicBezTo>
                <a:cubicBezTo>
                  <a:pt x="49" y="262"/>
                  <a:pt x="34" y="260"/>
                  <a:pt x="14" y="260"/>
                </a:cubicBezTo>
                <a:lnTo>
                  <a:pt x="4" y="260"/>
                </a:lnTo>
                <a:lnTo>
                  <a:pt x="4" y="239"/>
                </a:lnTo>
                <a:cubicBezTo>
                  <a:pt x="4" y="225"/>
                  <a:pt x="5" y="218"/>
                  <a:pt x="6" y="218"/>
                </a:cubicBezTo>
                <a:lnTo>
                  <a:pt x="15" y="217"/>
                </a:lnTo>
                <a:cubicBezTo>
                  <a:pt x="21" y="216"/>
                  <a:pt x="30" y="216"/>
                  <a:pt x="41" y="215"/>
                </a:cubicBezTo>
                <a:cubicBezTo>
                  <a:pt x="52" y="215"/>
                  <a:pt x="63" y="214"/>
                  <a:pt x="74" y="213"/>
                </a:cubicBezTo>
                <a:cubicBezTo>
                  <a:pt x="84" y="213"/>
                  <a:pt x="95" y="212"/>
                  <a:pt x="107" y="212"/>
                </a:cubicBezTo>
                <a:cubicBezTo>
                  <a:pt x="118" y="211"/>
                  <a:pt x="127" y="210"/>
                  <a:pt x="133" y="209"/>
                </a:cubicBezTo>
                <a:cubicBezTo>
                  <a:pt x="140" y="208"/>
                  <a:pt x="144" y="207"/>
                  <a:pt x="144" y="208"/>
                </a:cubicBezTo>
                <a:lnTo>
                  <a:pt x="147" y="208"/>
                </a:lnTo>
                <a:lnTo>
                  <a:pt x="147" y="557"/>
                </a:lnTo>
                <a:cubicBezTo>
                  <a:pt x="150" y="564"/>
                  <a:pt x="154" y="567"/>
                  <a:pt x="158" y="568"/>
                </a:cubicBezTo>
                <a:cubicBezTo>
                  <a:pt x="162" y="570"/>
                  <a:pt x="173" y="571"/>
                  <a:pt x="190" y="572"/>
                </a:cubicBezTo>
                <a:lnTo>
                  <a:pt x="211" y="572"/>
                </a:lnTo>
                <a:lnTo>
                  <a:pt x="211" y="614"/>
                </a:lnTo>
                <a:lnTo>
                  <a:pt x="204" y="61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8625960" y="15454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0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70" y="55"/>
                  <a:pt x="60" y="71"/>
                  <a:pt x="60" y="91"/>
                </a:cubicBezTo>
                <a:cubicBezTo>
                  <a:pt x="60" y="94"/>
                  <a:pt x="60" y="98"/>
                  <a:pt x="60" y="103"/>
                </a:cubicBezTo>
                <a:cubicBezTo>
                  <a:pt x="61" y="108"/>
                  <a:pt x="66" y="115"/>
                  <a:pt x="75" y="126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5" y="177"/>
                </a:cubicBezTo>
                <a:cubicBezTo>
                  <a:pt x="235" y="182"/>
                  <a:pt x="245" y="188"/>
                  <a:pt x="255" y="196"/>
                </a:cubicBezTo>
                <a:cubicBezTo>
                  <a:pt x="265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2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4" y="410"/>
                  <a:pt x="57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4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2" y="265"/>
                  <a:pt x="35" y="267"/>
                </a:cubicBezTo>
                <a:cubicBezTo>
                  <a:pt x="37" y="270"/>
                  <a:pt x="39" y="273"/>
                  <a:pt x="39" y="278"/>
                </a:cubicBezTo>
                <a:cubicBezTo>
                  <a:pt x="40" y="283"/>
                  <a:pt x="42" y="292"/>
                  <a:pt x="46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5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6" y="285"/>
                  <a:pt x="225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5" y="226"/>
                  <a:pt x="72" y="220"/>
                </a:cubicBezTo>
                <a:cubicBezTo>
                  <a:pt x="50" y="209"/>
                  <a:pt x="33" y="195"/>
                  <a:pt x="19" y="177"/>
                </a:cubicBezTo>
                <a:cubicBezTo>
                  <a:pt x="6" y="160"/>
                  <a:pt x="0" y="141"/>
                  <a:pt x="0" y="121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40" y="30"/>
                  <a:pt x="56" y="22"/>
                </a:cubicBezTo>
                <a:cubicBezTo>
                  <a:pt x="72" y="14"/>
                  <a:pt x="87" y="9"/>
                  <a:pt x="102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7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0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8"/>
                </a:lnTo>
                <a:lnTo>
                  <a:pt x="272" y="133"/>
                </a:lnTo>
                <a:lnTo>
                  <a:pt x="247" y="133"/>
                </a:lnTo>
                <a:cubicBezTo>
                  <a:pt x="243" y="130"/>
                  <a:pt x="241" y="126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8836920" y="15454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1" y="107"/>
                  <a:pt x="60" y="65"/>
                </a:cubicBezTo>
                <a:cubicBezTo>
                  <a:pt x="100" y="22"/>
                  <a:pt x="148" y="1"/>
                  <a:pt x="204" y="0"/>
                </a:cubicBezTo>
                <a:cubicBezTo>
                  <a:pt x="259" y="0"/>
                  <a:pt x="307" y="21"/>
                  <a:pt x="347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8" y="362"/>
                </a:cubicBezTo>
                <a:cubicBezTo>
                  <a:pt x="309" y="402"/>
                  <a:pt x="261" y="421"/>
                  <a:pt x="204" y="421"/>
                </a:cubicBezTo>
                <a:cubicBezTo>
                  <a:pt x="145" y="421"/>
                  <a:pt x="96" y="401"/>
                  <a:pt x="59" y="360"/>
                </a:cubicBezTo>
                <a:cubicBezTo>
                  <a:pt x="21" y="319"/>
                  <a:pt x="0" y="271"/>
                  <a:pt x="0" y="216"/>
                </a:cubicBezTo>
                <a:moveTo>
                  <a:pt x="204" y="385"/>
                </a:moveTo>
                <a:cubicBezTo>
                  <a:pt x="279" y="385"/>
                  <a:pt x="316" y="335"/>
                  <a:pt x="316" y="235"/>
                </a:cubicBezTo>
                <a:lnTo>
                  <a:pt x="316" y="206"/>
                </a:lnTo>
                <a:lnTo>
                  <a:pt x="316" y="183"/>
                </a:lnTo>
                <a:cubicBezTo>
                  <a:pt x="316" y="170"/>
                  <a:pt x="316" y="158"/>
                  <a:pt x="315" y="148"/>
                </a:cubicBezTo>
                <a:cubicBezTo>
                  <a:pt x="315" y="138"/>
                  <a:pt x="313" y="127"/>
                  <a:pt x="309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8" y="71"/>
                  <a:pt x="279" y="62"/>
                  <a:pt x="266" y="54"/>
                </a:cubicBezTo>
                <a:cubicBezTo>
                  <a:pt x="253" y="45"/>
                  <a:pt x="238" y="39"/>
                  <a:pt x="221" y="35"/>
                </a:cubicBezTo>
                <a:cubicBezTo>
                  <a:pt x="218" y="35"/>
                  <a:pt x="213" y="34"/>
                  <a:pt x="206" y="34"/>
                </a:cubicBezTo>
                <a:cubicBezTo>
                  <a:pt x="188" y="34"/>
                  <a:pt x="170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6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6" y="305"/>
                  <a:pt x="108" y="329"/>
                </a:cubicBezTo>
                <a:cubicBezTo>
                  <a:pt x="128" y="366"/>
                  <a:pt x="160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8998920" y="1551240"/>
            <a:ext cx="162000" cy="146160"/>
          </a:xfrm>
          <a:custGeom>
            <a:avLst/>
            <a:gdLst/>
            <a:ahLst/>
            <a:rect l="0" t="0" r="r" b="b"/>
            <a:pathLst>
              <a:path w="450" h="406">
                <a:moveTo>
                  <a:pt x="293" y="0"/>
                </a:moveTo>
                <a:cubicBezTo>
                  <a:pt x="296" y="1"/>
                  <a:pt x="323" y="2"/>
                  <a:pt x="371" y="2"/>
                </a:cubicBezTo>
                <a:cubicBezTo>
                  <a:pt x="405" y="2"/>
                  <a:pt x="430" y="1"/>
                  <a:pt x="445" y="0"/>
                </a:cubicBezTo>
                <a:lnTo>
                  <a:pt x="450" y="0"/>
                </a:lnTo>
                <a:lnTo>
                  <a:pt x="450" y="42"/>
                </a:lnTo>
                <a:lnTo>
                  <a:pt x="439" y="42"/>
                </a:lnTo>
                <a:cubicBezTo>
                  <a:pt x="404" y="45"/>
                  <a:pt x="381" y="57"/>
                  <a:pt x="372" y="79"/>
                </a:cubicBezTo>
                <a:cubicBezTo>
                  <a:pt x="370" y="81"/>
                  <a:pt x="350" y="134"/>
                  <a:pt x="309" y="238"/>
                </a:cubicBezTo>
                <a:cubicBezTo>
                  <a:pt x="269" y="341"/>
                  <a:pt x="249" y="395"/>
                  <a:pt x="247" y="398"/>
                </a:cubicBezTo>
                <a:cubicBezTo>
                  <a:pt x="244" y="404"/>
                  <a:pt x="236" y="406"/>
                  <a:pt x="224" y="406"/>
                </a:cubicBezTo>
                <a:cubicBezTo>
                  <a:pt x="212" y="406"/>
                  <a:pt x="205" y="404"/>
                  <a:pt x="202" y="398"/>
                </a:cubicBezTo>
                <a:cubicBezTo>
                  <a:pt x="116" y="176"/>
                  <a:pt x="73" y="64"/>
                  <a:pt x="73" y="61"/>
                </a:cubicBezTo>
                <a:cubicBezTo>
                  <a:pt x="69" y="53"/>
                  <a:pt x="65" y="48"/>
                  <a:pt x="58" y="46"/>
                </a:cubicBezTo>
                <a:cubicBezTo>
                  <a:pt x="51" y="44"/>
                  <a:pt x="39" y="43"/>
                  <a:pt x="22" y="42"/>
                </a:cubicBezTo>
                <a:lnTo>
                  <a:pt x="0" y="42"/>
                </a:lnTo>
                <a:lnTo>
                  <a:pt x="0" y="0"/>
                </a:lnTo>
                <a:lnTo>
                  <a:pt x="6" y="0"/>
                </a:lnTo>
                <a:lnTo>
                  <a:pt x="13" y="1"/>
                </a:lnTo>
                <a:cubicBezTo>
                  <a:pt x="18" y="1"/>
                  <a:pt x="24" y="1"/>
                  <a:pt x="31" y="1"/>
                </a:cubicBezTo>
                <a:cubicBezTo>
                  <a:pt x="39" y="1"/>
                  <a:pt x="47" y="1"/>
                  <a:pt x="55" y="1"/>
                </a:cubicBezTo>
                <a:cubicBezTo>
                  <a:pt x="64" y="1"/>
                  <a:pt x="71" y="1"/>
                  <a:pt x="78" y="2"/>
                </a:cubicBezTo>
                <a:cubicBezTo>
                  <a:pt x="85" y="2"/>
                  <a:pt x="90" y="3"/>
                  <a:pt x="95" y="3"/>
                </a:cubicBezTo>
                <a:cubicBezTo>
                  <a:pt x="153" y="3"/>
                  <a:pt x="186" y="2"/>
                  <a:pt x="195" y="0"/>
                </a:cubicBezTo>
                <a:lnTo>
                  <a:pt x="203" y="0"/>
                </a:lnTo>
                <a:lnTo>
                  <a:pt x="203" y="42"/>
                </a:lnTo>
                <a:lnTo>
                  <a:pt x="190" y="42"/>
                </a:lnTo>
                <a:cubicBezTo>
                  <a:pt x="166" y="43"/>
                  <a:pt x="153" y="47"/>
                  <a:pt x="151" y="56"/>
                </a:cubicBezTo>
                <a:cubicBezTo>
                  <a:pt x="151" y="58"/>
                  <a:pt x="167" y="100"/>
                  <a:pt x="198" y="181"/>
                </a:cubicBezTo>
                <a:lnTo>
                  <a:pt x="245" y="302"/>
                </a:lnTo>
                <a:lnTo>
                  <a:pt x="329" y="83"/>
                </a:lnTo>
                <a:lnTo>
                  <a:pt x="329" y="75"/>
                </a:lnTo>
                <a:cubicBezTo>
                  <a:pt x="329" y="67"/>
                  <a:pt x="326" y="60"/>
                  <a:pt x="320" y="54"/>
                </a:cubicBezTo>
                <a:cubicBezTo>
                  <a:pt x="313" y="49"/>
                  <a:pt x="308" y="45"/>
                  <a:pt x="303" y="44"/>
                </a:cubicBezTo>
                <a:cubicBezTo>
                  <a:pt x="298" y="43"/>
                  <a:pt x="294" y="42"/>
                  <a:pt x="290" y="42"/>
                </a:cubicBezTo>
                <a:lnTo>
                  <a:pt x="286" y="42"/>
                </a:lnTo>
                <a:lnTo>
                  <a:pt x="286" y="0"/>
                </a:lnTo>
                <a:lnTo>
                  <a:pt x="293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9176400" y="1545480"/>
            <a:ext cx="127800" cy="151920"/>
          </a:xfrm>
          <a:custGeom>
            <a:avLst/>
            <a:gdLst/>
            <a:ahLst/>
            <a:rect l="0" t="0" r="r" b="b"/>
            <a:pathLst>
              <a:path w="355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0" y="92"/>
                  <a:pt x="45" y="70"/>
                  <a:pt x="64" y="53"/>
                </a:cubicBezTo>
                <a:cubicBezTo>
                  <a:pt x="82" y="36"/>
                  <a:pt x="102" y="23"/>
                  <a:pt x="123" y="14"/>
                </a:cubicBezTo>
                <a:cubicBezTo>
                  <a:pt x="145" y="6"/>
                  <a:pt x="165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4" y="82"/>
                  <a:pt x="342" y="102"/>
                  <a:pt x="347" y="122"/>
                </a:cubicBezTo>
                <a:cubicBezTo>
                  <a:pt x="352" y="142"/>
                  <a:pt x="355" y="164"/>
                  <a:pt x="355" y="188"/>
                </a:cubicBezTo>
                <a:cubicBezTo>
                  <a:pt x="355" y="192"/>
                  <a:pt x="353" y="196"/>
                  <a:pt x="349" y="200"/>
                </a:cubicBezTo>
                <a:lnTo>
                  <a:pt x="89" y="200"/>
                </a:lnTo>
                <a:lnTo>
                  <a:pt x="89" y="214"/>
                </a:lnTo>
                <a:cubicBezTo>
                  <a:pt x="89" y="305"/>
                  <a:pt x="120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2"/>
                  <a:pt x="313" y="317"/>
                </a:cubicBezTo>
                <a:lnTo>
                  <a:pt x="322" y="295"/>
                </a:lnTo>
                <a:cubicBezTo>
                  <a:pt x="324" y="293"/>
                  <a:pt x="329" y="292"/>
                  <a:pt x="337" y="292"/>
                </a:cubicBezTo>
                <a:lnTo>
                  <a:pt x="340" y="292"/>
                </a:lnTo>
                <a:cubicBezTo>
                  <a:pt x="350" y="292"/>
                  <a:pt x="355" y="295"/>
                  <a:pt x="355" y="301"/>
                </a:cubicBezTo>
                <a:cubicBezTo>
                  <a:pt x="355" y="304"/>
                  <a:pt x="355" y="308"/>
                  <a:pt x="353" y="313"/>
                </a:cubicBezTo>
                <a:cubicBezTo>
                  <a:pt x="341" y="347"/>
                  <a:pt x="322" y="373"/>
                  <a:pt x="295" y="393"/>
                </a:cubicBezTo>
                <a:cubicBezTo>
                  <a:pt x="268" y="413"/>
                  <a:pt x="238" y="422"/>
                  <a:pt x="204" y="422"/>
                </a:cubicBezTo>
                <a:cubicBezTo>
                  <a:pt x="145" y="422"/>
                  <a:pt x="97" y="401"/>
                  <a:pt x="58" y="359"/>
                </a:cubicBezTo>
                <a:cubicBezTo>
                  <a:pt x="20" y="317"/>
                  <a:pt x="0" y="268"/>
                  <a:pt x="0" y="212"/>
                </a:cubicBezTo>
                <a:moveTo>
                  <a:pt x="280" y="160"/>
                </a:moveTo>
                <a:cubicBezTo>
                  <a:pt x="274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1" y="36"/>
                  <a:pt x="163" y="38"/>
                  <a:pt x="153" y="43"/>
                </a:cubicBezTo>
                <a:cubicBezTo>
                  <a:pt x="142" y="47"/>
                  <a:pt x="133" y="53"/>
                  <a:pt x="126" y="62"/>
                </a:cubicBezTo>
                <a:cubicBezTo>
                  <a:pt x="119" y="70"/>
                  <a:pt x="112" y="83"/>
                  <a:pt x="105" y="99"/>
                </a:cubicBezTo>
                <a:cubicBezTo>
                  <a:pt x="98" y="116"/>
                  <a:pt x="93" y="137"/>
                  <a:pt x="90" y="161"/>
                </a:cubicBezTo>
                <a:lnTo>
                  <a:pt x="90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9320040" y="15476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0"/>
                </a:cubicBezTo>
                <a:lnTo>
                  <a:pt x="71" y="343"/>
                </a:lnTo>
                <a:cubicBezTo>
                  <a:pt x="71" y="337"/>
                  <a:pt x="71" y="330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3" y="0"/>
                </a:lnTo>
                <a:lnTo>
                  <a:pt x="143" y="63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4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2"/>
                  <a:pt x="195" y="47"/>
                  <a:pt x="190" y="51"/>
                </a:cubicBezTo>
                <a:cubicBezTo>
                  <a:pt x="162" y="79"/>
                  <a:pt x="147" y="133"/>
                  <a:pt x="147" y="215"/>
                </a:cubicBezTo>
                <a:lnTo>
                  <a:pt x="147" y="264"/>
                </a:lnTo>
                <a:cubicBezTo>
                  <a:pt x="147" y="272"/>
                  <a:pt x="147" y="280"/>
                  <a:pt x="147" y="289"/>
                </a:cubicBezTo>
                <a:cubicBezTo>
                  <a:pt x="147" y="297"/>
                  <a:pt x="147" y="305"/>
                  <a:pt x="147" y="313"/>
                </a:cubicBezTo>
                <a:cubicBezTo>
                  <a:pt x="147" y="320"/>
                  <a:pt x="147" y="326"/>
                  <a:pt x="148" y="331"/>
                </a:cubicBezTo>
                <a:cubicBezTo>
                  <a:pt x="149" y="336"/>
                  <a:pt x="149" y="340"/>
                  <a:pt x="148" y="345"/>
                </a:cubicBezTo>
                <a:lnTo>
                  <a:pt x="148" y="349"/>
                </a:lnTo>
                <a:cubicBezTo>
                  <a:pt x="149" y="351"/>
                  <a:pt x="150" y="352"/>
                  <a:pt x="151" y="353"/>
                </a:cubicBezTo>
                <a:cubicBezTo>
                  <a:pt x="152" y="354"/>
                  <a:pt x="154" y="355"/>
                  <a:pt x="155" y="356"/>
                </a:cubicBezTo>
                <a:cubicBezTo>
                  <a:pt x="157" y="356"/>
                  <a:pt x="159" y="357"/>
                  <a:pt x="160" y="358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70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1" y="363"/>
                  <a:pt x="194" y="363"/>
                  <a:pt x="199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9451080" y="1464120"/>
            <a:ext cx="171360" cy="229680"/>
          </a:xfrm>
          <a:custGeom>
            <a:avLst/>
            <a:gdLst/>
            <a:ahLst/>
            <a:rect l="0" t="0" r="r" b="b"/>
            <a:pathLst>
              <a:path w="476" h="638">
                <a:moveTo>
                  <a:pt x="15" y="596"/>
                </a:moveTo>
                <a:lnTo>
                  <a:pt x="28" y="596"/>
                </a:lnTo>
                <a:cubicBezTo>
                  <a:pt x="52" y="596"/>
                  <a:pt x="67" y="592"/>
                  <a:pt x="72" y="583"/>
                </a:cubicBezTo>
                <a:lnTo>
                  <a:pt x="72" y="576"/>
                </a:lnTo>
                <a:cubicBezTo>
                  <a:pt x="72" y="570"/>
                  <a:pt x="72" y="563"/>
                  <a:pt x="72" y="555"/>
                </a:cubicBezTo>
                <a:cubicBezTo>
                  <a:pt x="72" y="546"/>
                  <a:pt x="72" y="536"/>
                  <a:pt x="72" y="525"/>
                </a:cubicBezTo>
                <a:cubicBezTo>
                  <a:pt x="72" y="513"/>
                  <a:pt x="72" y="500"/>
                  <a:pt x="72" y="485"/>
                </a:cubicBezTo>
                <a:cubicBezTo>
                  <a:pt x="72" y="470"/>
                  <a:pt x="72" y="455"/>
                  <a:pt x="73" y="439"/>
                </a:cubicBezTo>
                <a:cubicBezTo>
                  <a:pt x="74" y="423"/>
                  <a:pt x="74" y="407"/>
                  <a:pt x="73" y="389"/>
                </a:cubicBezTo>
                <a:cubicBezTo>
                  <a:pt x="72" y="371"/>
                  <a:pt x="72" y="354"/>
                  <a:pt x="73" y="337"/>
                </a:cubicBezTo>
                <a:cubicBezTo>
                  <a:pt x="73" y="314"/>
                  <a:pt x="73" y="290"/>
                  <a:pt x="73" y="265"/>
                </a:cubicBezTo>
                <a:cubicBezTo>
                  <a:pt x="73" y="240"/>
                  <a:pt x="73" y="217"/>
                  <a:pt x="73" y="196"/>
                </a:cubicBezTo>
                <a:cubicBezTo>
                  <a:pt x="73" y="175"/>
                  <a:pt x="73" y="157"/>
                  <a:pt x="72" y="141"/>
                </a:cubicBezTo>
                <a:cubicBezTo>
                  <a:pt x="71" y="125"/>
                  <a:pt x="71" y="112"/>
                  <a:pt x="72" y="101"/>
                </a:cubicBezTo>
                <a:cubicBezTo>
                  <a:pt x="73" y="90"/>
                  <a:pt x="73" y="85"/>
                  <a:pt x="72" y="85"/>
                </a:cubicBezTo>
                <a:cubicBezTo>
                  <a:pt x="70" y="74"/>
                  <a:pt x="66" y="65"/>
                  <a:pt x="59" y="61"/>
                </a:cubicBezTo>
                <a:cubicBezTo>
                  <a:pt x="52" y="58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9"/>
                  <a:pt x="38" y="8"/>
                </a:cubicBezTo>
                <a:cubicBezTo>
                  <a:pt x="50" y="8"/>
                  <a:pt x="62" y="7"/>
                  <a:pt x="73" y="6"/>
                </a:cubicBezTo>
                <a:cubicBezTo>
                  <a:pt x="83" y="6"/>
                  <a:pt x="95" y="5"/>
                  <a:pt x="107" y="4"/>
                </a:cubicBezTo>
                <a:cubicBezTo>
                  <a:pt x="119" y="4"/>
                  <a:pt x="128" y="3"/>
                  <a:pt x="134" y="2"/>
                </a:cubicBezTo>
                <a:cubicBezTo>
                  <a:pt x="141" y="0"/>
                  <a:pt x="144" y="0"/>
                  <a:pt x="145" y="1"/>
                </a:cubicBezTo>
                <a:lnTo>
                  <a:pt x="147" y="1"/>
                </a:lnTo>
                <a:lnTo>
                  <a:pt x="147" y="302"/>
                </a:lnTo>
                <a:cubicBezTo>
                  <a:pt x="184" y="256"/>
                  <a:pt x="228" y="233"/>
                  <a:pt x="279" y="233"/>
                </a:cubicBezTo>
                <a:cubicBezTo>
                  <a:pt x="355" y="233"/>
                  <a:pt x="396" y="267"/>
                  <a:pt x="403" y="337"/>
                </a:cubicBezTo>
                <a:cubicBezTo>
                  <a:pt x="404" y="341"/>
                  <a:pt x="404" y="383"/>
                  <a:pt x="404" y="464"/>
                </a:cubicBezTo>
                <a:lnTo>
                  <a:pt x="404" y="543"/>
                </a:lnTo>
                <a:cubicBezTo>
                  <a:pt x="404" y="566"/>
                  <a:pt x="405" y="580"/>
                  <a:pt x="406" y="584"/>
                </a:cubicBezTo>
                <a:cubicBezTo>
                  <a:pt x="407" y="588"/>
                  <a:pt x="410" y="591"/>
                  <a:pt x="416" y="593"/>
                </a:cubicBezTo>
                <a:cubicBezTo>
                  <a:pt x="429" y="595"/>
                  <a:pt x="444" y="596"/>
                  <a:pt x="461" y="596"/>
                </a:cubicBezTo>
                <a:lnTo>
                  <a:pt x="476" y="596"/>
                </a:lnTo>
                <a:lnTo>
                  <a:pt x="476" y="638"/>
                </a:lnTo>
                <a:lnTo>
                  <a:pt x="468" y="638"/>
                </a:lnTo>
                <a:lnTo>
                  <a:pt x="446" y="637"/>
                </a:lnTo>
                <a:cubicBezTo>
                  <a:pt x="432" y="637"/>
                  <a:pt x="417" y="636"/>
                  <a:pt x="400" y="636"/>
                </a:cubicBezTo>
                <a:cubicBezTo>
                  <a:pt x="384" y="636"/>
                  <a:pt x="372" y="636"/>
                  <a:pt x="366" y="635"/>
                </a:cubicBezTo>
                <a:cubicBezTo>
                  <a:pt x="303" y="635"/>
                  <a:pt x="268" y="636"/>
                  <a:pt x="263" y="638"/>
                </a:cubicBezTo>
                <a:lnTo>
                  <a:pt x="255" y="638"/>
                </a:lnTo>
                <a:lnTo>
                  <a:pt x="255" y="596"/>
                </a:lnTo>
                <a:lnTo>
                  <a:pt x="270" y="596"/>
                </a:lnTo>
                <a:cubicBezTo>
                  <a:pt x="307" y="596"/>
                  <a:pt x="326" y="591"/>
                  <a:pt x="326" y="581"/>
                </a:cubicBezTo>
                <a:cubicBezTo>
                  <a:pt x="327" y="580"/>
                  <a:pt x="327" y="538"/>
                  <a:pt x="327" y="455"/>
                </a:cubicBezTo>
                <a:cubicBezTo>
                  <a:pt x="326" y="372"/>
                  <a:pt x="326" y="329"/>
                  <a:pt x="325" y="324"/>
                </a:cubicBezTo>
                <a:cubicBezTo>
                  <a:pt x="322" y="307"/>
                  <a:pt x="315" y="294"/>
                  <a:pt x="307" y="285"/>
                </a:cubicBezTo>
                <a:cubicBezTo>
                  <a:pt x="298" y="277"/>
                  <a:pt x="291" y="271"/>
                  <a:pt x="285" y="270"/>
                </a:cubicBezTo>
                <a:cubicBezTo>
                  <a:pt x="279" y="268"/>
                  <a:pt x="271" y="267"/>
                  <a:pt x="261" y="268"/>
                </a:cubicBezTo>
                <a:cubicBezTo>
                  <a:pt x="233" y="268"/>
                  <a:pt x="209" y="278"/>
                  <a:pt x="189" y="299"/>
                </a:cubicBezTo>
                <a:cubicBezTo>
                  <a:pt x="172" y="315"/>
                  <a:pt x="162" y="332"/>
                  <a:pt x="157" y="349"/>
                </a:cubicBezTo>
                <a:cubicBezTo>
                  <a:pt x="153" y="366"/>
                  <a:pt x="151" y="392"/>
                  <a:pt x="150" y="425"/>
                </a:cubicBezTo>
                <a:lnTo>
                  <a:pt x="150" y="484"/>
                </a:lnTo>
                <a:lnTo>
                  <a:pt x="150" y="539"/>
                </a:lnTo>
                <a:cubicBezTo>
                  <a:pt x="150" y="558"/>
                  <a:pt x="150" y="570"/>
                  <a:pt x="151" y="576"/>
                </a:cubicBezTo>
                <a:cubicBezTo>
                  <a:pt x="152" y="582"/>
                  <a:pt x="152" y="586"/>
                  <a:pt x="154" y="588"/>
                </a:cubicBezTo>
                <a:cubicBezTo>
                  <a:pt x="155" y="590"/>
                  <a:pt x="158" y="591"/>
                  <a:pt x="162" y="593"/>
                </a:cubicBezTo>
                <a:cubicBezTo>
                  <a:pt x="175" y="595"/>
                  <a:pt x="190" y="596"/>
                  <a:pt x="207" y="596"/>
                </a:cubicBezTo>
                <a:lnTo>
                  <a:pt x="222" y="596"/>
                </a:lnTo>
                <a:lnTo>
                  <a:pt x="222" y="638"/>
                </a:lnTo>
                <a:lnTo>
                  <a:pt x="214" y="638"/>
                </a:lnTo>
                <a:lnTo>
                  <a:pt x="193" y="637"/>
                </a:lnTo>
                <a:cubicBezTo>
                  <a:pt x="178" y="637"/>
                  <a:pt x="163" y="636"/>
                  <a:pt x="146" y="636"/>
                </a:cubicBezTo>
                <a:cubicBezTo>
                  <a:pt x="130" y="636"/>
                  <a:pt x="118" y="636"/>
                  <a:pt x="112" y="635"/>
                </a:cubicBezTo>
                <a:cubicBezTo>
                  <a:pt x="48" y="635"/>
                  <a:pt x="13" y="636"/>
                  <a:pt x="8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963576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5" y="1"/>
                  <a:pt x="184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1" y="28"/>
                  <a:pt x="309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7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8" y="345"/>
                  <a:pt x="307" y="332"/>
                  <a:pt x="313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4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99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9784440" y="15454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3"/>
                </a:moveTo>
                <a:cubicBezTo>
                  <a:pt x="94" y="133"/>
                  <a:pt x="88" y="133"/>
                  <a:pt x="74" y="133"/>
                </a:cubicBezTo>
                <a:cubicBezTo>
                  <a:pt x="61" y="133"/>
                  <a:pt x="49" y="128"/>
                  <a:pt x="40" y="119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3" y="0"/>
                  <a:pt x="249" y="10"/>
                  <a:pt x="277" y="30"/>
                </a:cubicBezTo>
                <a:cubicBezTo>
                  <a:pt x="304" y="49"/>
                  <a:pt x="323" y="73"/>
                  <a:pt x="333" y="99"/>
                </a:cubicBezTo>
                <a:cubicBezTo>
                  <a:pt x="336" y="108"/>
                  <a:pt x="337" y="118"/>
                  <a:pt x="337" y="129"/>
                </a:cubicBezTo>
                <a:cubicBezTo>
                  <a:pt x="337" y="139"/>
                  <a:pt x="338" y="174"/>
                  <a:pt x="338" y="234"/>
                </a:cubicBezTo>
                <a:lnTo>
                  <a:pt x="338" y="299"/>
                </a:lnTo>
                <a:cubicBezTo>
                  <a:pt x="338" y="328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5"/>
                  <a:pt x="385" y="312"/>
                </a:cubicBezTo>
                <a:lnTo>
                  <a:pt x="385" y="279"/>
                </a:lnTo>
                <a:lnTo>
                  <a:pt x="422" y="279"/>
                </a:lnTo>
                <a:lnTo>
                  <a:pt x="422" y="315"/>
                </a:lnTo>
                <a:cubicBezTo>
                  <a:pt x="421" y="339"/>
                  <a:pt x="420" y="354"/>
                  <a:pt x="419" y="358"/>
                </a:cubicBezTo>
                <a:cubicBezTo>
                  <a:pt x="413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8" y="418"/>
                  <a:pt x="303" y="413"/>
                  <a:pt x="292" y="401"/>
                </a:cubicBezTo>
                <a:cubicBezTo>
                  <a:pt x="281" y="390"/>
                  <a:pt x="274" y="377"/>
                  <a:pt x="270" y="363"/>
                </a:cubicBezTo>
                <a:lnTo>
                  <a:pt x="270" y="359"/>
                </a:lnTo>
                <a:lnTo>
                  <a:pt x="268" y="362"/>
                </a:lnTo>
                <a:cubicBezTo>
                  <a:pt x="267" y="364"/>
                  <a:pt x="266" y="365"/>
                  <a:pt x="264" y="367"/>
                </a:cubicBezTo>
                <a:cubicBezTo>
                  <a:pt x="262" y="369"/>
                  <a:pt x="260" y="372"/>
                  <a:pt x="257" y="376"/>
                </a:cubicBezTo>
                <a:cubicBezTo>
                  <a:pt x="254" y="379"/>
                  <a:pt x="250" y="383"/>
                  <a:pt x="246" y="386"/>
                </a:cubicBezTo>
                <a:cubicBezTo>
                  <a:pt x="241" y="389"/>
                  <a:pt x="237" y="392"/>
                  <a:pt x="232" y="397"/>
                </a:cubicBezTo>
                <a:cubicBezTo>
                  <a:pt x="227" y="401"/>
                  <a:pt x="221" y="404"/>
                  <a:pt x="215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7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4"/>
                </a:cubicBezTo>
                <a:cubicBezTo>
                  <a:pt x="0" y="301"/>
                  <a:pt x="2" y="289"/>
                  <a:pt x="6" y="277"/>
                </a:cubicBezTo>
                <a:cubicBezTo>
                  <a:pt x="10" y="266"/>
                  <a:pt x="19" y="253"/>
                  <a:pt x="31" y="240"/>
                </a:cubicBezTo>
                <a:cubicBezTo>
                  <a:pt x="43" y="226"/>
                  <a:pt x="58" y="215"/>
                  <a:pt x="75" y="206"/>
                </a:cubicBezTo>
                <a:cubicBezTo>
                  <a:pt x="92" y="197"/>
                  <a:pt x="116" y="188"/>
                  <a:pt x="147" y="180"/>
                </a:cubicBezTo>
                <a:cubicBezTo>
                  <a:pt x="177" y="172"/>
                  <a:pt x="211" y="168"/>
                  <a:pt x="247" y="166"/>
                </a:cubicBezTo>
                <a:lnTo>
                  <a:pt x="260" y="166"/>
                </a:lnTo>
                <a:lnTo>
                  <a:pt x="260" y="146"/>
                </a:lnTo>
                <a:cubicBezTo>
                  <a:pt x="260" y="126"/>
                  <a:pt x="258" y="109"/>
                  <a:pt x="255" y="99"/>
                </a:cubicBezTo>
                <a:cubicBezTo>
                  <a:pt x="241" y="56"/>
                  <a:pt x="212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9"/>
                </a:cubicBezTo>
                <a:lnTo>
                  <a:pt x="94" y="133"/>
                </a:lnTo>
                <a:moveTo>
                  <a:pt x="84" y="315"/>
                </a:moveTo>
                <a:cubicBezTo>
                  <a:pt x="84" y="334"/>
                  <a:pt x="91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2" y="367"/>
                </a:cubicBezTo>
                <a:cubicBezTo>
                  <a:pt x="239" y="353"/>
                  <a:pt x="251" y="335"/>
                  <a:pt x="257" y="312"/>
                </a:cubicBezTo>
                <a:cubicBezTo>
                  <a:pt x="259" y="308"/>
                  <a:pt x="260" y="288"/>
                  <a:pt x="260" y="252"/>
                </a:cubicBezTo>
                <a:cubicBezTo>
                  <a:pt x="260" y="216"/>
                  <a:pt x="260" y="199"/>
                  <a:pt x="259" y="199"/>
                </a:cubicBezTo>
                <a:cubicBezTo>
                  <a:pt x="254" y="199"/>
                  <a:pt x="248" y="199"/>
                  <a:pt x="240" y="199"/>
                </a:cubicBezTo>
                <a:cubicBezTo>
                  <a:pt x="232" y="200"/>
                  <a:pt x="218" y="203"/>
                  <a:pt x="199" y="208"/>
                </a:cubicBezTo>
                <a:cubicBezTo>
                  <a:pt x="179" y="213"/>
                  <a:pt x="161" y="219"/>
                  <a:pt x="146" y="226"/>
                </a:cubicBezTo>
                <a:cubicBezTo>
                  <a:pt x="130" y="233"/>
                  <a:pt x="116" y="245"/>
                  <a:pt x="103" y="260"/>
                </a:cubicBezTo>
                <a:cubicBezTo>
                  <a:pt x="91" y="275"/>
                  <a:pt x="85" y="294"/>
                  <a:pt x="84" y="31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9949320" y="1464120"/>
            <a:ext cx="165960" cy="233280"/>
          </a:xfrm>
          <a:custGeom>
            <a:avLst/>
            <a:gdLst/>
            <a:ahLst/>
            <a:rect l="0" t="0" r="r" b="b"/>
            <a:pathLst>
              <a:path w="461" h="648">
                <a:moveTo>
                  <a:pt x="315" y="184"/>
                </a:moveTo>
                <a:cubicBezTo>
                  <a:pt x="315" y="175"/>
                  <a:pt x="315" y="162"/>
                  <a:pt x="315" y="148"/>
                </a:cubicBezTo>
                <a:cubicBezTo>
                  <a:pt x="315" y="133"/>
                  <a:pt x="315" y="122"/>
                  <a:pt x="316" y="116"/>
                </a:cubicBezTo>
                <a:cubicBezTo>
                  <a:pt x="316" y="89"/>
                  <a:pt x="313" y="72"/>
                  <a:pt x="307" y="65"/>
                </a:cubicBezTo>
                <a:cubicBezTo>
                  <a:pt x="301" y="58"/>
                  <a:pt x="285" y="54"/>
                  <a:pt x="260" y="53"/>
                </a:cubicBezTo>
                <a:lnTo>
                  <a:pt x="243" y="53"/>
                </a:lnTo>
                <a:lnTo>
                  <a:pt x="243" y="32"/>
                </a:lnTo>
                <a:cubicBezTo>
                  <a:pt x="243" y="18"/>
                  <a:pt x="244" y="11"/>
                  <a:pt x="245" y="11"/>
                </a:cubicBezTo>
                <a:lnTo>
                  <a:pt x="254" y="10"/>
                </a:lnTo>
                <a:cubicBezTo>
                  <a:pt x="261" y="9"/>
                  <a:pt x="269" y="9"/>
                  <a:pt x="281" y="8"/>
                </a:cubicBezTo>
                <a:cubicBezTo>
                  <a:pt x="293" y="8"/>
                  <a:pt x="304" y="7"/>
                  <a:pt x="315" y="6"/>
                </a:cubicBezTo>
                <a:cubicBezTo>
                  <a:pt x="325" y="6"/>
                  <a:pt x="337" y="5"/>
                  <a:pt x="349" y="4"/>
                </a:cubicBezTo>
                <a:cubicBezTo>
                  <a:pt x="361" y="4"/>
                  <a:pt x="370" y="3"/>
                  <a:pt x="376" y="2"/>
                </a:cubicBezTo>
                <a:cubicBezTo>
                  <a:pt x="383" y="0"/>
                  <a:pt x="386" y="0"/>
                  <a:pt x="386" y="1"/>
                </a:cubicBezTo>
                <a:lnTo>
                  <a:pt x="389" y="1"/>
                </a:lnTo>
                <a:lnTo>
                  <a:pt x="389" y="281"/>
                </a:lnTo>
                <a:cubicBezTo>
                  <a:pt x="389" y="468"/>
                  <a:pt x="390" y="562"/>
                  <a:pt x="390" y="564"/>
                </a:cubicBezTo>
                <a:cubicBezTo>
                  <a:pt x="392" y="576"/>
                  <a:pt x="396" y="584"/>
                  <a:pt x="403" y="588"/>
                </a:cubicBezTo>
                <a:cubicBezTo>
                  <a:pt x="410" y="591"/>
                  <a:pt x="423" y="594"/>
                  <a:pt x="444" y="596"/>
                </a:cubicBezTo>
                <a:lnTo>
                  <a:pt x="461" y="596"/>
                </a:lnTo>
                <a:lnTo>
                  <a:pt x="461" y="638"/>
                </a:lnTo>
                <a:cubicBezTo>
                  <a:pt x="460" y="638"/>
                  <a:pt x="436" y="640"/>
                  <a:pt x="391" y="643"/>
                </a:cubicBezTo>
                <a:cubicBezTo>
                  <a:pt x="346" y="646"/>
                  <a:pt x="322" y="648"/>
                  <a:pt x="319" y="648"/>
                </a:cubicBezTo>
                <a:lnTo>
                  <a:pt x="312" y="648"/>
                </a:lnTo>
                <a:lnTo>
                  <a:pt x="312" y="598"/>
                </a:lnTo>
                <a:lnTo>
                  <a:pt x="305" y="604"/>
                </a:lnTo>
                <a:cubicBezTo>
                  <a:pt x="269" y="634"/>
                  <a:pt x="230" y="648"/>
                  <a:pt x="186" y="648"/>
                </a:cubicBezTo>
                <a:cubicBezTo>
                  <a:pt x="139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20" y="330"/>
                  <a:pt x="58" y="292"/>
                </a:cubicBezTo>
                <a:cubicBezTo>
                  <a:pt x="97" y="253"/>
                  <a:pt x="143" y="234"/>
                  <a:pt x="194" y="233"/>
                </a:cubicBezTo>
                <a:cubicBezTo>
                  <a:pt x="240" y="233"/>
                  <a:pt x="280" y="248"/>
                  <a:pt x="315" y="278"/>
                </a:cubicBezTo>
                <a:lnTo>
                  <a:pt x="315" y="184"/>
                </a:lnTo>
                <a:moveTo>
                  <a:pt x="312" y="325"/>
                </a:moveTo>
                <a:cubicBezTo>
                  <a:pt x="285" y="286"/>
                  <a:pt x="250" y="267"/>
                  <a:pt x="209" y="267"/>
                </a:cubicBezTo>
                <a:cubicBezTo>
                  <a:pt x="179" y="267"/>
                  <a:pt x="152" y="278"/>
                  <a:pt x="128" y="300"/>
                </a:cubicBezTo>
                <a:cubicBezTo>
                  <a:pt x="111" y="317"/>
                  <a:pt x="101" y="337"/>
                  <a:pt x="97" y="359"/>
                </a:cubicBezTo>
                <a:cubicBezTo>
                  <a:pt x="92" y="381"/>
                  <a:pt x="90" y="409"/>
                  <a:pt x="89" y="445"/>
                </a:cubicBezTo>
                <a:cubicBezTo>
                  <a:pt x="89" y="479"/>
                  <a:pt x="91" y="507"/>
                  <a:pt x="96" y="528"/>
                </a:cubicBezTo>
                <a:cubicBezTo>
                  <a:pt x="100" y="550"/>
                  <a:pt x="111" y="568"/>
                  <a:pt x="128" y="584"/>
                </a:cubicBezTo>
                <a:cubicBezTo>
                  <a:pt x="147" y="604"/>
                  <a:pt x="171" y="614"/>
                  <a:pt x="200" y="614"/>
                </a:cubicBezTo>
                <a:cubicBezTo>
                  <a:pt x="244" y="614"/>
                  <a:pt x="281" y="591"/>
                  <a:pt x="312" y="544"/>
                </a:cubicBezTo>
                <a:lnTo>
                  <a:pt x="312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5102640" y="1917720"/>
            <a:ext cx="232920" cy="232920"/>
          </a:xfrm>
          <a:custGeom>
            <a:avLst/>
            <a:gdLst/>
            <a:ahLst/>
            <a:rect l="0" t="0" r="r" b="b"/>
            <a:pathLst>
              <a:path w="647" h="647">
                <a:moveTo>
                  <a:pt x="94" y="56"/>
                </a:moveTo>
                <a:cubicBezTo>
                  <a:pt x="90" y="52"/>
                  <a:pt x="86" y="49"/>
                  <a:pt x="84" y="48"/>
                </a:cubicBezTo>
                <a:cubicBezTo>
                  <a:pt x="81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60" y="0"/>
                </a:lnTo>
                <a:lnTo>
                  <a:pt x="191" y="0"/>
                </a:lnTo>
                <a:lnTo>
                  <a:pt x="250" y="0"/>
                </a:lnTo>
                <a:cubicBezTo>
                  <a:pt x="296" y="0"/>
                  <a:pt x="332" y="2"/>
                  <a:pt x="357" y="5"/>
                </a:cubicBezTo>
                <a:cubicBezTo>
                  <a:pt x="383" y="9"/>
                  <a:pt x="409" y="18"/>
                  <a:pt x="434" y="32"/>
                </a:cubicBezTo>
                <a:cubicBezTo>
                  <a:pt x="492" y="61"/>
                  <a:pt x="526" y="101"/>
                  <a:pt x="534" y="152"/>
                </a:cubicBezTo>
                <a:cubicBezTo>
                  <a:pt x="535" y="155"/>
                  <a:pt x="535" y="160"/>
                  <a:pt x="535" y="168"/>
                </a:cubicBezTo>
                <a:cubicBezTo>
                  <a:pt x="535" y="188"/>
                  <a:pt x="530" y="207"/>
                  <a:pt x="521" y="225"/>
                </a:cubicBezTo>
                <a:cubicBezTo>
                  <a:pt x="511" y="242"/>
                  <a:pt x="499" y="257"/>
                  <a:pt x="486" y="268"/>
                </a:cubicBezTo>
                <a:cubicBezTo>
                  <a:pt x="472" y="279"/>
                  <a:pt x="458" y="288"/>
                  <a:pt x="444" y="296"/>
                </a:cubicBezTo>
                <a:cubicBezTo>
                  <a:pt x="430" y="304"/>
                  <a:pt x="418" y="310"/>
                  <a:pt x="409" y="313"/>
                </a:cubicBezTo>
                <a:lnTo>
                  <a:pt x="394" y="317"/>
                </a:lnTo>
                <a:cubicBezTo>
                  <a:pt x="396" y="319"/>
                  <a:pt x="399" y="321"/>
                  <a:pt x="404" y="323"/>
                </a:cubicBezTo>
                <a:cubicBezTo>
                  <a:pt x="422" y="333"/>
                  <a:pt x="437" y="343"/>
                  <a:pt x="449" y="354"/>
                </a:cubicBezTo>
                <a:cubicBezTo>
                  <a:pt x="461" y="365"/>
                  <a:pt x="469" y="378"/>
                  <a:pt x="476" y="394"/>
                </a:cubicBezTo>
                <a:cubicBezTo>
                  <a:pt x="482" y="410"/>
                  <a:pt x="486" y="423"/>
                  <a:pt x="488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2" y="570"/>
                  <a:pt x="519" y="590"/>
                  <a:pt x="528" y="599"/>
                </a:cubicBezTo>
                <a:cubicBezTo>
                  <a:pt x="536" y="608"/>
                  <a:pt x="548" y="613"/>
                  <a:pt x="563" y="613"/>
                </a:cubicBezTo>
                <a:lnTo>
                  <a:pt x="567" y="613"/>
                </a:lnTo>
                <a:cubicBezTo>
                  <a:pt x="576" y="613"/>
                  <a:pt x="585" y="608"/>
                  <a:pt x="594" y="598"/>
                </a:cubicBezTo>
                <a:cubicBezTo>
                  <a:pt x="602" y="588"/>
                  <a:pt x="608" y="571"/>
                  <a:pt x="610" y="548"/>
                </a:cubicBezTo>
                <a:cubicBezTo>
                  <a:pt x="610" y="541"/>
                  <a:pt x="612" y="537"/>
                  <a:pt x="614" y="535"/>
                </a:cubicBezTo>
                <a:cubicBezTo>
                  <a:pt x="617" y="533"/>
                  <a:pt x="621" y="532"/>
                  <a:pt x="629" y="531"/>
                </a:cubicBezTo>
                <a:cubicBezTo>
                  <a:pt x="636" y="530"/>
                  <a:pt x="641" y="531"/>
                  <a:pt x="643" y="533"/>
                </a:cubicBezTo>
                <a:cubicBezTo>
                  <a:pt x="646" y="535"/>
                  <a:pt x="647" y="539"/>
                  <a:pt x="647" y="545"/>
                </a:cubicBezTo>
                <a:cubicBezTo>
                  <a:pt x="647" y="564"/>
                  <a:pt x="642" y="583"/>
                  <a:pt x="632" y="603"/>
                </a:cubicBezTo>
                <a:cubicBezTo>
                  <a:pt x="623" y="622"/>
                  <a:pt x="609" y="635"/>
                  <a:pt x="592" y="642"/>
                </a:cubicBezTo>
                <a:cubicBezTo>
                  <a:pt x="582" y="646"/>
                  <a:pt x="569" y="647"/>
                  <a:pt x="554" y="647"/>
                </a:cubicBezTo>
                <a:cubicBezTo>
                  <a:pt x="462" y="644"/>
                  <a:pt x="410" y="610"/>
                  <a:pt x="396" y="545"/>
                </a:cubicBezTo>
                <a:cubicBezTo>
                  <a:pt x="395" y="538"/>
                  <a:pt x="394" y="516"/>
                  <a:pt x="394" y="478"/>
                </a:cubicBezTo>
                <a:cubicBezTo>
                  <a:pt x="394" y="440"/>
                  <a:pt x="392" y="415"/>
                  <a:pt x="388" y="402"/>
                </a:cubicBezTo>
                <a:cubicBezTo>
                  <a:pt x="376" y="366"/>
                  <a:pt x="352" y="344"/>
                  <a:pt x="317" y="334"/>
                </a:cubicBezTo>
                <a:lnTo>
                  <a:pt x="308" y="332"/>
                </a:lnTo>
                <a:lnTo>
                  <a:pt x="247" y="331"/>
                </a:lnTo>
                <a:lnTo>
                  <a:pt x="187" y="331"/>
                </a:lnTo>
                <a:lnTo>
                  <a:pt x="187" y="451"/>
                </a:lnTo>
                <a:lnTo>
                  <a:pt x="188" y="571"/>
                </a:lnTo>
                <a:cubicBezTo>
                  <a:pt x="191" y="577"/>
                  <a:pt x="196" y="581"/>
                  <a:pt x="203" y="582"/>
                </a:cubicBezTo>
                <a:cubicBezTo>
                  <a:pt x="210" y="584"/>
                  <a:pt x="226" y="585"/>
                  <a:pt x="251" y="585"/>
                </a:cubicBezTo>
                <a:lnTo>
                  <a:pt x="281" y="585"/>
                </a:lnTo>
                <a:lnTo>
                  <a:pt x="281" y="627"/>
                </a:lnTo>
                <a:lnTo>
                  <a:pt x="271" y="627"/>
                </a:lnTo>
                <a:cubicBezTo>
                  <a:pt x="258" y="625"/>
                  <a:pt x="215" y="625"/>
                  <a:pt x="141" y="625"/>
                </a:cubicBezTo>
                <a:cubicBezTo>
                  <a:pt x="66" y="625"/>
                  <a:pt x="22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26" y="170"/>
                </a:moveTo>
                <a:lnTo>
                  <a:pt x="426" y="160"/>
                </a:lnTo>
                <a:cubicBezTo>
                  <a:pt x="426" y="149"/>
                  <a:pt x="426" y="139"/>
                  <a:pt x="425" y="132"/>
                </a:cubicBezTo>
                <a:cubicBezTo>
                  <a:pt x="425" y="125"/>
                  <a:pt x="422" y="115"/>
                  <a:pt x="417" y="104"/>
                </a:cubicBezTo>
                <a:cubicBezTo>
                  <a:pt x="412" y="92"/>
                  <a:pt x="406" y="82"/>
                  <a:pt x="399" y="75"/>
                </a:cubicBezTo>
                <a:cubicBezTo>
                  <a:pt x="393" y="68"/>
                  <a:pt x="381" y="61"/>
                  <a:pt x="365" y="55"/>
                </a:cubicBezTo>
                <a:cubicBezTo>
                  <a:pt x="347" y="49"/>
                  <a:pt x="328" y="45"/>
                  <a:pt x="307" y="43"/>
                </a:cubicBezTo>
                <a:cubicBezTo>
                  <a:pt x="306" y="43"/>
                  <a:pt x="299" y="43"/>
                  <a:pt x="287" y="43"/>
                </a:cubicBezTo>
                <a:cubicBezTo>
                  <a:pt x="274" y="43"/>
                  <a:pt x="263" y="43"/>
                  <a:pt x="254" y="42"/>
                </a:cubicBezTo>
                <a:lnTo>
                  <a:pt x="234" y="42"/>
                </a:lnTo>
                <a:cubicBezTo>
                  <a:pt x="207" y="42"/>
                  <a:pt x="192" y="45"/>
                  <a:pt x="189" y="50"/>
                </a:cubicBezTo>
                <a:cubicBezTo>
                  <a:pt x="188" y="53"/>
                  <a:pt x="187" y="94"/>
                  <a:pt x="187" y="176"/>
                </a:cubicBezTo>
                <a:lnTo>
                  <a:pt x="187" y="297"/>
                </a:lnTo>
                <a:lnTo>
                  <a:pt x="240" y="297"/>
                </a:lnTo>
                <a:cubicBezTo>
                  <a:pt x="302" y="297"/>
                  <a:pt x="346" y="292"/>
                  <a:pt x="374" y="281"/>
                </a:cubicBezTo>
                <a:cubicBezTo>
                  <a:pt x="401" y="270"/>
                  <a:pt x="418" y="246"/>
                  <a:pt x="424" y="209"/>
                </a:cubicBezTo>
                <a:cubicBezTo>
                  <a:pt x="425" y="202"/>
                  <a:pt x="426" y="189"/>
                  <a:pt x="426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5347080" y="190692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5" y="657"/>
                </a:moveTo>
                <a:cubicBezTo>
                  <a:pt x="195" y="655"/>
                  <a:pt x="160" y="655"/>
                  <a:pt x="99" y="655"/>
                </a:cubicBezTo>
                <a:cubicBezTo>
                  <a:pt x="43" y="655"/>
                  <a:pt x="12" y="655"/>
                  <a:pt x="7" y="657"/>
                </a:cubicBezTo>
                <a:lnTo>
                  <a:pt x="0" y="657"/>
                </a:lnTo>
                <a:lnTo>
                  <a:pt x="0" y="615"/>
                </a:lnTo>
                <a:lnTo>
                  <a:pt x="14" y="615"/>
                </a:lnTo>
                <a:cubicBezTo>
                  <a:pt x="58" y="613"/>
                  <a:pt x="86" y="600"/>
                  <a:pt x="98" y="577"/>
                </a:cubicBezTo>
                <a:cubicBezTo>
                  <a:pt x="99" y="575"/>
                  <a:pt x="115" y="527"/>
                  <a:pt x="147" y="433"/>
                </a:cubicBezTo>
                <a:cubicBezTo>
                  <a:pt x="179" y="338"/>
                  <a:pt x="210" y="243"/>
                  <a:pt x="241" y="149"/>
                </a:cubicBezTo>
                <a:cubicBezTo>
                  <a:pt x="272" y="55"/>
                  <a:pt x="289" y="8"/>
                  <a:pt x="290" y="7"/>
                </a:cubicBezTo>
                <a:cubicBezTo>
                  <a:pt x="292" y="2"/>
                  <a:pt x="297" y="0"/>
                  <a:pt x="306" y="0"/>
                </a:cubicBezTo>
                <a:lnTo>
                  <a:pt x="316" y="0"/>
                </a:lnTo>
                <a:cubicBezTo>
                  <a:pt x="328" y="0"/>
                  <a:pt x="335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8" y="596"/>
                </a:lnTo>
                <a:cubicBezTo>
                  <a:pt x="542" y="604"/>
                  <a:pt x="548" y="609"/>
                  <a:pt x="555" y="611"/>
                </a:cubicBezTo>
                <a:cubicBezTo>
                  <a:pt x="562" y="612"/>
                  <a:pt x="578" y="614"/>
                  <a:pt x="602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6" y="655"/>
                  <a:pt x="577" y="655"/>
                  <a:pt x="504" y="655"/>
                </a:cubicBezTo>
                <a:cubicBezTo>
                  <a:pt x="428" y="655"/>
                  <a:pt x="384" y="655"/>
                  <a:pt x="372" y="657"/>
                </a:cubicBezTo>
                <a:lnTo>
                  <a:pt x="362" y="657"/>
                </a:lnTo>
                <a:lnTo>
                  <a:pt x="362" y="615"/>
                </a:lnTo>
                <a:lnTo>
                  <a:pt x="374" y="615"/>
                </a:lnTo>
                <a:cubicBezTo>
                  <a:pt x="417" y="615"/>
                  <a:pt x="438" y="610"/>
                  <a:pt x="438" y="599"/>
                </a:cubicBezTo>
                <a:cubicBezTo>
                  <a:pt x="438" y="597"/>
                  <a:pt x="431" y="575"/>
                  <a:pt x="416" y="531"/>
                </a:cubicBezTo>
                <a:lnTo>
                  <a:pt x="394" y="466"/>
                </a:lnTo>
                <a:lnTo>
                  <a:pt x="181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5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5" y="657"/>
                </a:lnTo>
                <a:moveTo>
                  <a:pt x="381" y="423"/>
                </a:moveTo>
                <a:lnTo>
                  <a:pt x="287" y="145"/>
                </a:lnTo>
                <a:lnTo>
                  <a:pt x="195" y="423"/>
                </a:lnTo>
                <a:cubicBezTo>
                  <a:pt x="195" y="423"/>
                  <a:pt x="225" y="423"/>
                  <a:pt x="287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593680" y="191772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80" y="0"/>
                  <a:pt x="186" y="1"/>
                </a:cubicBezTo>
                <a:cubicBezTo>
                  <a:pt x="193" y="1"/>
                  <a:pt x="198" y="4"/>
                  <a:pt x="202" y="7"/>
                </a:cubicBezTo>
                <a:cubicBezTo>
                  <a:pt x="203" y="8"/>
                  <a:pt x="235" y="93"/>
                  <a:pt x="298" y="261"/>
                </a:cubicBezTo>
                <a:lnTo>
                  <a:pt x="394" y="513"/>
                </a:lnTo>
                <a:lnTo>
                  <a:pt x="489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4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8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3"/>
                  <a:pt x="733" y="584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5"/>
                  <a:pt x="650" y="625"/>
                </a:cubicBezTo>
                <a:cubicBezTo>
                  <a:pt x="568" y="625"/>
                  <a:pt x="526" y="625"/>
                  <a:pt x="520" y="627"/>
                </a:cubicBezTo>
                <a:lnTo>
                  <a:pt x="510" y="627"/>
                </a:lnTo>
                <a:lnTo>
                  <a:pt x="510" y="584"/>
                </a:lnTo>
                <a:lnTo>
                  <a:pt x="540" y="584"/>
                </a:lnTo>
                <a:cubicBezTo>
                  <a:pt x="566" y="584"/>
                  <a:pt x="583" y="583"/>
                  <a:pt x="588" y="581"/>
                </a:cubicBezTo>
                <a:cubicBezTo>
                  <a:pt x="594" y="580"/>
                  <a:pt x="599" y="576"/>
                  <a:pt x="606" y="570"/>
                </a:cubicBezTo>
                <a:lnTo>
                  <a:pt x="606" y="308"/>
                </a:lnTo>
                <a:cubicBezTo>
                  <a:pt x="606" y="261"/>
                  <a:pt x="606" y="226"/>
                  <a:pt x="606" y="204"/>
                </a:cubicBezTo>
                <a:cubicBezTo>
                  <a:pt x="606" y="181"/>
                  <a:pt x="606" y="155"/>
                  <a:pt x="606" y="126"/>
                </a:cubicBezTo>
                <a:cubicBezTo>
                  <a:pt x="606" y="96"/>
                  <a:pt x="606" y="76"/>
                  <a:pt x="606" y="64"/>
                </a:cubicBezTo>
                <a:lnTo>
                  <a:pt x="605" y="47"/>
                </a:lnTo>
                <a:cubicBezTo>
                  <a:pt x="461" y="425"/>
                  <a:pt x="389" y="616"/>
                  <a:pt x="386" y="621"/>
                </a:cubicBezTo>
                <a:cubicBezTo>
                  <a:pt x="384" y="625"/>
                  <a:pt x="378" y="626"/>
                  <a:pt x="368" y="626"/>
                </a:cubicBezTo>
                <a:cubicBezTo>
                  <a:pt x="358" y="626"/>
                  <a:pt x="352" y="625"/>
                  <a:pt x="350" y="621"/>
                </a:cubicBezTo>
                <a:cubicBezTo>
                  <a:pt x="349" y="619"/>
                  <a:pt x="313" y="524"/>
                  <a:pt x="241" y="337"/>
                </a:cubicBezTo>
                <a:lnTo>
                  <a:pt x="135" y="54"/>
                </a:lnTo>
                <a:lnTo>
                  <a:pt x="135" y="71"/>
                </a:lnTo>
                <a:cubicBezTo>
                  <a:pt x="134" y="82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2" y="569"/>
                  <a:pt x="168" y="582"/>
                  <a:pt x="213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0" y="627"/>
                </a:lnTo>
                <a:cubicBezTo>
                  <a:pt x="211" y="625"/>
                  <a:pt x="176" y="625"/>
                  <a:pt x="115" y="625"/>
                </a:cubicBezTo>
                <a:cubicBezTo>
                  <a:pt x="52" y="625"/>
                  <a:pt x="17" y="625"/>
                  <a:pt x="8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6" y="570"/>
                  <a:pt x="83" y="566"/>
                  <a:pt x="85" y="563"/>
                </a:cubicBezTo>
                <a:cubicBezTo>
                  <a:pt x="88" y="560"/>
                  <a:pt x="91" y="555"/>
                  <a:pt x="95" y="547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976000" y="1997280"/>
            <a:ext cx="166320" cy="210240"/>
          </a:xfrm>
          <a:custGeom>
            <a:avLst/>
            <a:gdLst/>
            <a:ahLst/>
            <a:rect l="0" t="0" r="r" b="b"/>
            <a:pathLst>
              <a:path w="462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6" y="4"/>
                </a:cubicBezTo>
                <a:cubicBezTo>
                  <a:pt x="118" y="3"/>
                  <a:pt x="127" y="2"/>
                  <a:pt x="133" y="1"/>
                </a:cubicBezTo>
                <a:cubicBezTo>
                  <a:pt x="139" y="0"/>
                  <a:pt x="143" y="-1"/>
                  <a:pt x="143" y="0"/>
                </a:cubicBezTo>
                <a:lnTo>
                  <a:pt x="146" y="0"/>
                </a:lnTo>
                <a:lnTo>
                  <a:pt x="146" y="24"/>
                </a:lnTo>
                <a:lnTo>
                  <a:pt x="147" y="48"/>
                </a:lnTo>
                <a:lnTo>
                  <a:pt x="154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2" y="207"/>
                </a:cubicBezTo>
                <a:cubicBezTo>
                  <a:pt x="462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6" y="415"/>
                  <a:pt x="188" y="402"/>
                  <a:pt x="156" y="375"/>
                </a:cubicBezTo>
                <a:lnTo>
                  <a:pt x="149" y="369"/>
                </a:lnTo>
                <a:lnTo>
                  <a:pt x="149" y="447"/>
                </a:lnTo>
                <a:lnTo>
                  <a:pt x="149" y="498"/>
                </a:lnTo>
                <a:cubicBezTo>
                  <a:pt x="149" y="514"/>
                  <a:pt x="149" y="525"/>
                  <a:pt x="151" y="528"/>
                </a:cubicBezTo>
                <a:cubicBezTo>
                  <a:pt x="152" y="532"/>
                  <a:pt x="155" y="535"/>
                  <a:pt x="161" y="538"/>
                </a:cubicBezTo>
                <a:cubicBezTo>
                  <a:pt x="173" y="540"/>
                  <a:pt x="188" y="541"/>
                  <a:pt x="207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7" y="583"/>
                  <a:pt x="162" y="582"/>
                  <a:pt x="145" y="582"/>
                </a:cubicBezTo>
                <a:cubicBezTo>
                  <a:pt x="129" y="582"/>
                  <a:pt x="117" y="582"/>
                  <a:pt x="110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3" y="37"/>
                </a:cubicBezTo>
                <a:cubicBezTo>
                  <a:pt x="219" y="37"/>
                  <a:pt x="180" y="57"/>
                  <a:pt x="149" y="96"/>
                </a:cubicBezTo>
                <a:lnTo>
                  <a:pt x="149" y="315"/>
                </a:lnTo>
                <a:cubicBezTo>
                  <a:pt x="173" y="359"/>
                  <a:pt x="208" y="381"/>
                  <a:pt x="252" y="381"/>
                </a:cubicBezTo>
                <a:cubicBezTo>
                  <a:pt x="284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16212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30612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2" y="283"/>
                  <a:pt x="72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2" y="4"/>
                </a:cubicBezTo>
                <a:cubicBezTo>
                  <a:pt x="114" y="3"/>
                  <a:pt x="122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0" y="1"/>
                </a:cubicBezTo>
                <a:lnTo>
                  <a:pt x="236" y="1"/>
                </a:lnTo>
                <a:cubicBezTo>
                  <a:pt x="263" y="1"/>
                  <a:pt x="285" y="8"/>
                  <a:pt x="297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69" y="110"/>
                </a:cubicBezTo>
                <a:cubicBezTo>
                  <a:pt x="254" y="110"/>
                  <a:pt x="242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29" y="38"/>
                </a:cubicBezTo>
                <a:cubicBezTo>
                  <a:pt x="231" y="35"/>
                  <a:pt x="232" y="34"/>
                  <a:pt x="232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1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8" y="353"/>
                  <a:pt x="150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2" y="365"/>
                  <a:pt x="205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652032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5" y="58"/>
                </a:moveTo>
                <a:cubicBezTo>
                  <a:pt x="91" y="54"/>
                  <a:pt x="87" y="51"/>
                  <a:pt x="85" y="50"/>
                </a:cubicBezTo>
                <a:cubicBezTo>
                  <a:pt x="82" y="48"/>
                  <a:pt x="77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2" y="1"/>
                </a:lnTo>
                <a:cubicBezTo>
                  <a:pt x="186" y="1"/>
                  <a:pt x="205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1" y="573"/>
                  <a:pt x="193" y="575"/>
                </a:cubicBezTo>
                <a:cubicBezTo>
                  <a:pt x="198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7" y="583"/>
                </a:cubicBezTo>
                <a:cubicBezTo>
                  <a:pt x="83" y="582"/>
                  <a:pt x="89" y="578"/>
                  <a:pt x="95" y="572"/>
                </a:cubicBezTo>
                <a:lnTo>
                  <a:pt x="95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8" y="44"/>
                  <a:pt x="192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4" y="315"/>
                </a:lnTo>
                <a:lnTo>
                  <a:pt x="288" y="315"/>
                </a:lnTo>
                <a:cubicBezTo>
                  <a:pt x="319" y="315"/>
                  <a:pt x="344" y="313"/>
                  <a:pt x="365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744600" y="1917720"/>
            <a:ext cx="231120" cy="225720"/>
          </a:xfrm>
          <a:custGeom>
            <a:avLst/>
            <a:gdLst/>
            <a:ahLst/>
            <a:rect l="0" t="0" r="r" b="b"/>
            <a:pathLst>
              <a:path w="642" h="627">
                <a:moveTo>
                  <a:pt x="95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0" y="0"/>
                </a:lnTo>
                <a:cubicBezTo>
                  <a:pt x="23" y="2"/>
                  <a:pt x="67" y="3"/>
                  <a:pt x="142" y="3"/>
                </a:cubicBezTo>
                <a:cubicBezTo>
                  <a:pt x="226" y="3"/>
                  <a:pt x="270" y="2"/>
                  <a:pt x="275" y="0"/>
                </a:cubicBezTo>
                <a:lnTo>
                  <a:pt x="285" y="0"/>
                </a:lnTo>
                <a:lnTo>
                  <a:pt x="285" y="42"/>
                </a:lnTo>
                <a:lnTo>
                  <a:pt x="255" y="42"/>
                </a:lnTo>
                <a:cubicBezTo>
                  <a:pt x="231" y="43"/>
                  <a:pt x="215" y="44"/>
                  <a:pt x="208" y="45"/>
                </a:cubicBezTo>
                <a:cubicBezTo>
                  <a:pt x="202" y="46"/>
                  <a:pt x="196" y="50"/>
                  <a:pt x="192" y="56"/>
                </a:cubicBezTo>
                <a:lnTo>
                  <a:pt x="191" y="168"/>
                </a:lnTo>
                <a:lnTo>
                  <a:pt x="191" y="280"/>
                </a:lnTo>
                <a:lnTo>
                  <a:pt x="452" y="280"/>
                </a:lnTo>
                <a:lnTo>
                  <a:pt x="452" y="56"/>
                </a:lnTo>
                <a:cubicBezTo>
                  <a:pt x="448" y="52"/>
                  <a:pt x="445" y="49"/>
                  <a:pt x="442" y="48"/>
                </a:cubicBezTo>
                <a:cubicBezTo>
                  <a:pt x="440" y="46"/>
                  <a:pt x="435" y="45"/>
                  <a:pt x="428" y="45"/>
                </a:cubicBezTo>
                <a:cubicBezTo>
                  <a:pt x="420" y="44"/>
                  <a:pt x="407" y="43"/>
                  <a:pt x="388" y="42"/>
                </a:cubicBezTo>
                <a:lnTo>
                  <a:pt x="358" y="42"/>
                </a:lnTo>
                <a:lnTo>
                  <a:pt x="358" y="0"/>
                </a:lnTo>
                <a:lnTo>
                  <a:pt x="368" y="0"/>
                </a:lnTo>
                <a:cubicBezTo>
                  <a:pt x="381" y="2"/>
                  <a:pt x="425" y="3"/>
                  <a:pt x="500" y="3"/>
                </a:cubicBezTo>
                <a:cubicBezTo>
                  <a:pt x="583" y="3"/>
                  <a:pt x="627" y="2"/>
                  <a:pt x="632" y="0"/>
                </a:cubicBezTo>
                <a:lnTo>
                  <a:pt x="642" y="0"/>
                </a:lnTo>
                <a:lnTo>
                  <a:pt x="642" y="42"/>
                </a:lnTo>
                <a:lnTo>
                  <a:pt x="612" y="42"/>
                </a:lnTo>
                <a:cubicBezTo>
                  <a:pt x="587" y="43"/>
                  <a:pt x="572" y="44"/>
                  <a:pt x="565" y="45"/>
                </a:cubicBezTo>
                <a:cubicBezTo>
                  <a:pt x="558" y="46"/>
                  <a:pt x="553" y="50"/>
                  <a:pt x="549" y="56"/>
                </a:cubicBezTo>
                <a:lnTo>
                  <a:pt x="549" y="570"/>
                </a:lnTo>
                <a:cubicBezTo>
                  <a:pt x="552" y="576"/>
                  <a:pt x="557" y="580"/>
                  <a:pt x="564" y="581"/>
                </a:cubicBezTo>
                <a:cubicBezTo>
                  <a:pt x="571" y="583"/>
                  <a:pt x="587" y="584"/>
                  <a:pt x="612" y="584"/>
                </a:cubicBezTo>
                <a:lnTo>
                  <a:pt x="642" y="584"/>
                </a:lnTo>
                <a:lnTo>
                  <a:pt x="642" y="627"/>
                </a:lnTo>
                <a:lnTo>
                  <a:pt x="632" y="627"/>
                </a:lnTo>
                <a:cubicBezTo>
                  <a:pt x="619" y="625"/>
                  <a:pt x="575" y="625"/>
                  <a:pt x="500" y="625"/>
                </a:cubicBezTo>
                <a:cubicBezTo>
                  <a:pt x="417" y="625"/>
                  <a:pt x="373" y="625"/>
                  <a:pt x="368" y="627"/>
                </a:cubicBezTo>
                <a:lnTo>
                  <a:pt x="358" y="627"/>
                </a:lnTo>
                <a:lnTo>
                  <a:pt x="358" y="584"/>
                </a:lnTo>
                <a:lnTo>
                  <a:pt x="388" y="584"/>
                </a:lnTo>
                <a:cubicBezTo>
                  <a:pt x="414" y="584"/>
                  <a:pt x="429" y="583"/>
                  <a:pt x="435" y="581"/>
                </a:cubicBezTo>
                <a:cubicBezTo>
                  <a:pt x="440" y="580"/>
                  <a:pt x="446" y="576"/>
                  <a:pt x="452" y="570"/>
                </a:cubicBezTo>
                <a:lnTo>
                  <a:pt x="452" y="322"/>
                </a:lnTo>
                <a:lnTo>
                  <a:pt x="191" y="322"/>
                </a:lnTo>
                <a:lnTo>
                  <a:pt x="191" y="446"/>
                </a:lnTo>
                <a:lnTo>
                  <a:pt x="192" y="570"/>
                </a:lnTo>
                <a:cubicBezTo>
                  <a:pt x="196" y="576"/>
                  <a:pt x="201" y="580"/>
                  <a:pt x="207" y="581"/>
                </a:cubicBezTo>
                <a:cubicBezTo>
                  <a:pt x="214" y="583"/>
                  <a:pt x="230" y="584"/>
                  <a:pt x="255" y="584"/>
                </a:cubicBezTo>
                <a:lnTo>
                  <a:pt x="285" y="584"/>
                </a:lnTo>
                <a:lnTo>
                  <a:pt x="285" y="627"/>
                </a:lnTo>
                <a:lnTo>
                  <a:pt x="275" y="627"/>
                </a:lnTo>
                <a:cubicBezTo>
                  <a:pt x="262" y="625"/>
                  <a:pt x="218" y="625"/>
                  <a:pt x="142" y="625"/>
                </a:cubicBezTo>
                <a:cubicBezTo>
                  <a:pt x="60" y="625"/>
                  <a:pt x="16" y="625"/>
                  <a:pt x="10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4"/>
                  <a:pt x="72" y="583"/>
                  <a:pt x="77" y="581"/>
                </a:cubicBezTo>
                <a:cubicBezTo>
                  <a:pt x="83" y="580"/>
                  <a:pt x="88" y="576"/>
                  <a:pt x="95" y="570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993000" y="1917360"/>
            <a:ext cx="197280" cy="226080"/>
          </a:xfrm>
          <a:custGeom>
            <a:avLst/>
            <a:gdLst/>
            <a:ahLst/>
            <a:rect l="0" t="0" r="r" b="b"/>
            <a:pathLst>
              <a:path w="548" h="628">
                <a:moveTo>
                  <a:pt x="94" y="58"/>
                </a:moveTo>
                <a:cubicBezTo>
                  <a:pt x="90" y="54"/>
                  <a:pt x="87" y="51"/>
                  <a:pt x="84" y="50"/>
                </a:cubicBezTo>
                <a:cubicBezTo>
                  <a:pt x="82" y="48"/>
                  <a:pt x="77" y="47"/>
                  <a:pt x="69" y="47"/>
                </a:cubicBezTo>
                <a:cubicBezTo>
                  <a:pt x="62" y="46"/>
                  <a:pt x="49" y="45"/>
                  <a:pt x="30" y="44"/>
                </a:cubicBezTo>
                <a:lnTo>
                  <a:pt x="0" y="44"/>
                </a:lnTo>
                <a:lnTo>
                  <a:pt x="0" y="1"/>
                </a:lnTo>
                <a:lnTo>
                  <a:pt x="171" y="1"/>
                </a:lnTo>
                <a:cubicBezTo>
                  <a:pt x="185" y="1"/>
                  <a:pt x="204" y="1"/>
                  <a:pt x="228" y="1"/>
                </a:cubicBezTo>
                <a:cubicBezTo>
                  <a:pt x="252" y="1"/>
                  <a:pt x="269" y="1"/>
                  <a:pt x="279" y="0"/>
                </a:cubicBezTo>
                <a:cubicBezTo>
                  <a:pt x="332" y="0"/>
                  <a:pt x="375" y="5"/>
                  <a:pt x="407" y="13"/>
                </a:cubicBezTo>
                <a:cubicBezTo>
                  <a:pt x="439" y="21"/>
                  <a:pt x="468" y="38"/>
                  <a:pt x="495" y="63"/>
                </a:cubicBezTo>
                <a:cubicBezTo>
                  <a:pt x="530" y="96"/>
                  <a:pt x="548" y="135"/>
                  <a:pt x="548" y="180"/>
                </a:cubicBezTo>
                <a:cubicBezTo>
                  <a:pt x="548" y="221"/>
                  <a:pt x="532" y="257"/>
                  <a:pt x="500" y="287"/>
                </a:cubicBezTo>
                <a:cubicBezTo>
                  <a:pt x="469" y="317"/>
                  <a:pt x="432" y="337"/>
                  <a:pt x="389" y="347"/>
                </a:cubicBezTo>
                <a:cubicBezTo>
                  <a:pt x="375" y="350"/>
                  <a:pt x="338" y="352"/>
                  <a:pt x="276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0" y="573"/>
                  <a:pt x="192" y="575"/>
                </a:cubicBezTo>
                <a:cubicBezTo>
                  <a:pt x="197" y="582"/>
                  <a:pt x="218" y="586"/>
                  <a:pt x="254" y="586"/>
                </a:cubicBezTo>
                <a:lnTo>
                  <a:pt x="284" y="586"/>
                </a:lnTo>
                <a:lnTo>
                  <a:pt x="284" y="628"/>
                </a:lnTo>
                <a:lnTo>
                  <a:pt x="274" y="628"/>
                </a:lnTo>
                <a:cubicBezTo>
                  <a:pt x="261" y="626"/>
                  <a:pt x="217" y="626"/>
                  <a:pt x="142" y="626"/>
                </a:cubicBezTo>
                <a:cubicBezTo>
                  <a:pt x="59" y="626"/>
                  <a:pt x="15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0" y="586"/>
                </a:lnTo>
                <a:cubicBezTo>
                  <a:pt x="56" y="586"/>
                  <a:pt x="71" y="585"/>
                  <a:pt x="77" y="583"/>
                </a:cubicBezTo>
                <a:cubicBezTo>
                  <a:pt x="82" y="582"/>
                  <a:pt x="88" y="578"/>
                  <a:pt x="94" y="572"/>
                </a:cubicBezTo>
                <a:lnTo>
                  <a:pt x="94" y="58"/>
                </a:lnTo>
                <a:moveTo>
                  <a:pt x="440" y="181"/>
                </a:moveTo>
                <a:cubicBezTo>
                  <a:pt x="440" y="165"/>
                  <a:pt x="440" y="153"/>
                  <a:pt x="439" y="144"/>
                </a:cubicBezTo>
                <a:cubicBezTo>
                  <a:pt x="438" y="136"/>
                  <a:pt x="437" y="125"/>
                  <a:pt x="434" y="111"/>
                </a:cubicBezTo>
                <a:cubicBezTo>
                  <a:pt x="430" y="98"/>
                  <a:pt x="425" y="88"/>
                  <a:pt x="418" y="81"/>
                </a:cubicBezTo>
                <a:cubicBezTo>
                  <a:pt x="411" y="74"/>
                  <a:pt x="400" y="67"/>
                  <a:pt x="388" y="60"/>
                </a:cubicBezTo>
                <a:cubicBezTo>
                  <a:pt x="375" y="52"/>
                  <a:pt x="359" y="48"/>
                  <a:pt x="339" y="46"/>
                </a:cubicBezTo>
                <a:cubicBezTo>
                  <a:pt x="332" y="45"/>
                  <a:pt x="304" y="44"/>
                  <a:pt x="257" y="44"/>
                </a:cubicBezTo>
                <a:lnTo>
                  <a:pt x="237" y="44"/>
                </a:lnTo>
                <a:cubicBezTo>
                  <a:pt x="207" y="44"/>
                  <a:pt x="191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2" y="315"/>
                </a:lnTo>
                <a:lnTo>
                  <a:pt x="286" y="315"/>
                </a:lnTo>
                <a:cubicBezTo>
                  <a:pt x="317" y="315"/>
                  <a:pt x="343" y="313"/>
                  <a:pt x="363" y="308"/>
                </a:cubicBezTo>
                <a:cubicBezTo>
                  <a:pt x="383" y="304"/>
                  <a:pt x="401" y="294"/>
                  <a:pt x="416" y="278"/>
                </a:cubicBezTo>
                <a:cubicBezTo>
                  <a:pt x="432" y="260"/>
                  <a:pt x="440" y="228"/>
                  <a:pt x="44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7212600" y="2059920"/>
            <a:ext cx="88200" cy="24480"/>
          </a:xfrm>
          <a:custGeom>
            <a:avLst/>
            <a:gdLst/>
            <a:ahLst/>
            <a:rect l="0" t="0" r="r" b="b"/>
            <a:pathLst>
              <a:path w="245" h="68">
                <a:moveTo>
                  <a:pt x="0" y="68"/>
                </a:moveTo>
                <a:lnTo>
                  <a:pt x="0" y="0"/>
                </a:lnTo>
                <a:lnTo>
                  <a:pt x="245" y="0"/>
                </a:lnTo>
                <a:lnTo>
                  <a:pt x="24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7324560" y="1917720"/>
            <a:ext cx="327600" cy="232920"/>
          </a:xfrm>
          <a:custGeom>
            <a:avLst/>
            <a:gdLst/>
            <a:ahLst/>
            <a:rect l="0" t="0" r="r" b="b"/>
            <a:pathLst>
              <a:path w="910" h="647">
                <a:moveTo>
                  <a:pt x="711" y="0"/>
                </a:moveTo>
                <a:cubicBezTo>
                  <a:pt x="722" y="2"/>
                  <a:pt x="760" y="3"/>
                  <a:pt x="823" y="3"/>
                </a:cubicBezTo>
                <a:cubicBezTo>
                  <a:pt x="870" y="3"/>
                  <a:pt x="897" y="2"/>
                  <a:pt x="905" y="0"/>
                </a:cubicBezTo>
                <a:lnTo>
                  <a:pt x="910" y="0"/>
                </a:lnTo>
                <a:lnTo>
                  <a:pt x="910" y="42"/>
                </a:lnTo>
                <a:lnTo>
                  <a:pt x="898" y="42"/>
                </a:lnTo>
                <a:cubicBezTo>
                  <a:pt x="859" y="45"/>
                  <a:pt x="834" y="56"/>
                  <a:pt x="824" y="78"/>
                </a:cubicBezTo>
                <a:cubicBezTo>
                  <a:pt x="822" y="82"/>
                  <a:pt x="806" y="131"/>
                  <a:pt x="776" y="226"/>
                </a:cubicBezTo>
                <a:cubicBezTo>
                  <a:pt x="746" y="319"/>
                  <a:pt x="717" y="412"/>
                  <a:pt x="687" y="504"/>
                </a:cubicBezTo>
                <a:cubicBezTo>
                  <a:pt x="658" y="595"/>
                  <a:pt x="643" y="642"/>
                  <a:pt x="642" y="643"/>
                </a:cubicBezTo>
                <a:cubicBezTo>
                  <a:pt x="638" y="646"/>
                  <a:pt x="632" y="647"/>
                  <a:pt x="621" y="647"/>
                </a:cubicBezTo>
                <a:cubicBezTo>
                  <a:pt x="610" y="647"/>
                  <a:pt x="604" y="645"/>
                  <a:pt x="602" y="641"/>
                </a:cubicBezTo>
                <a:cubicBezTo>
                  <a:pt x="601" y="640"/>
                  <a:pt x="576" y="565"/>
                  <a:pt x="529" y="415"/>
                </a:cubicBezTo>
                <a:lnTo>
                  <a:pt x="456" y="190"/>
                </a:lnTo>
                <a:lnTo>
                  <a:pt x="384" y="413"/>
                </a:lnTo>
                <a:cubicBezTo>
                  <a:pt x="372" y="449"/>
                  <a:pt x="359" y="493"/>
                  <a:pt x="343" y="543"/>
                </a:cubicBezTo>
                <a:cubicBezTo>
                  <a:pt x="328" y="593"/>
                  <a:pt x="318" y="623"/>
                  <a:pt x="313" y="633"/>
                </a:cubicBezTo>
                <a:cubicBezTo>
                  <a:pt x="308" y="643"/>
                  <a:pt x="303" y="647"/>
                  <a:pt x="298" y="647"/>
                </a:cubicBezTo>
                <a:lnTo>
                  <a:pt x="288" y="647"/>
                </a:lnTo>
                <a:cubicBezTo>
                  <a:pt x="278" y="647"/>
                  <a:pt x="272" y="645"/>
                  <a:pt x="269" y="641"/>
                </a:cubicBezTo>
                <a:cubicBezTo>
                  <a:pt x="269" y="640"/>
                  <a:pt x="237" y="544"/>
                  <a:pt x="176" y="350"/>
                </a:cubicBezTo>
                <a:cubicBezTo>
                  <a:pt x="114" y="156"/>
                  <a:pt x="81" y="58"/>
                  <a:pt x="79" y="56"/>
                </a:cubicBezTo>
                <a:cubicBezTo>
                  <a:pt x="76" y="50"/>
                  <a:pt x="70" y="46"/>
                  <a:pt x="64" y="46"/>
                </a:cubicBezTo>
                <a:cubicBezTo>
                  <a:pt x="55" y="43"/>
                  <a:pt x="39" y="42"/>
                  <a:pt x="16" y="42"/>
                </a:cubicBezTo>
                <a:lnTo>
                  <a:pt x="0" y="42"/>
                </a:lnTo>
                <a:lnTo>
                  <a:pt x="0" y="0"/>
                </a:lnTo>
                <a:lnTo>
                  <a:pt x="9" y="0"/>
                </a:lnTo>
                <a:cubicBezTo>
                  <a:pt x="34" y="1"/>
                  <a:pt x="73" y="2"/>
                  <a:pt x="126" y="2"/>
                </a:cubicBezTo>
                <a:cubicBezTo>
                  <a:pt x="132" y="2"/>
                  <a:pt x="140" y="2"/>
                  <a:pt x="151" y="2"/>
                </a:cubicBezTo>
                <a:cubicBezTo>
                  <a:pt x="161" y="2"/>
                  <a:pt x="172" y="2"/>
                  <a:pt x="183" y="2"/>
                </a:cubicBezTo>
                <a:cubicBezTo>
                  <a:pt x="194" y="2"/>
                  <a:pt x="204" y="1"/>
                  <a:pt x="213" y="1"/>
                </a:cubicBezTo>
                <a:cubicBezTo>
                  <a:pt x="222" y="0"/>
                  <a:pt x="231" y="0"/>
                  <a:pt x="238" y="0"/>
                </a:cubicBezTo>
                <a:lnTo>
                  <a:pt x="248" y="0"/>
                </a:lnTo>
                <a:lnTo>
                  <a:pt x="258" y="0"/>
                </a:lnTo>
                <a:lnTo>
                  <a:pt x="258" y="42"/>
                </a:lnTo>
                <a:lnTo>
                  <a:pt x="246" y="42"/>
                </a:lnTo>
                <a:cubicBezTo>
                  <a:pt x="202" y="42"/>
                  <a:pt x="180" y="47"/>
                  <a:pt x="180" y="58"/>
                </a:cubicBezTo>
                <a:cubicBezTo>
                  <a:pt x="180" y="60"/>
                  <a:pt x="203" y="133"/>
                  <a:pt x="250" y="278"/>
                </a:cubicBezTo>
                <a:lnTo>
                  <a:pt x="319" y="495"/>
                </a:lnTo>
                <a:lnTo>
                  <a:pt x="376" y="316"/>
                </a:lnTo>
                <a:cubicBezTo>
                  <a:pt x="415" y="197"/>
                  <a:pt x="435" y="132"/>
                  <a:pt x="436" y="126"/>
                </a:cubicBezTo>
                <a:cubicBezTo>
                  <a:pt x="433" y="117"/>
                  <a:pt x="430" y="107"/>
                  <a:pt x="427" y="96"/>
                </a:cubicBezTo>
                <a:cubicBezTo>
                  <a:pt x="424" y="85"/>
                  <a:pt x="422" y="78"/>
                  <a:pt x="420" y="74"/>
                </a:cubicBezTo>
                <a:cubicBezTo>
                  <a:pt x="419" y="71"/>
                  <a:pt x="417" y="66"/>
                  <a:pt x="414" y="60"/>
                </a:cubicBezTo>
                <a:cubicBezTo>
                  <a:pt x="411" y="53"/>
                  <a:pt x="409" y="50"/>
                  <a:pt x="408" y="50"/>
                </a:cubicBezTo>
                <a:cubicBezTo>
                  <a:pt x="406" y="50"/>
                  <a:pt x="403" y="49"/>
                  <a:pt x="397" y="46"/>
                </a:cubicBezTo>
                <a:cubicBezTo>
                  <a:pt x="391" y="43"/>
                  <a:pt x="386" y="42"/>
                  <a:pt x="382" y="43"/>
                </a:cubicBezTo>
                <a:cubicBezTo>
                  <a:pt x="378" y="44"/>
                  <a:pt x="371" y="44"/>
                  <a:pt x="359" y="42"/>
                </a:cubicBezTo>
                <a:lnTo>
                  <a:pt x="333" y="42"/>
                </a:lnTo>
                <a:lnTo>
                  <a:pt x="333" y="0"/>
                </a:lnTo>
                <a:lnTo>
                  <a:pt x="341" y="0"/>
                </a:lnTo>
                <a:cubicBezTo>
                  <a:pt x="346" y="2"/>
                  <a:pt x="383" y="3"/>
                  <a:pt x="451" y="3"/>
                </a:cubicBezTo>
                <a:cubicBezTo>
                  <a:pt x="525" y="3"/>
                  <a:pt x="568" y="2"/>
                  <a:pt x="581" y="0"/>
                </a:cubicBezTo>
                <a:lnTo>
                  <a:pt x="590" y="0"/>
                </a:lnTo>
                <a:lnTo>
                  <a:pt x="590" y="42"/>
                </a:lnTo>
                <a:lnTo>
                  <a:pt x="578" y="42"/>
                </a:lnTo>
                <a:cubicBezTo>
                  <a:pt x="535" y="42"/>
                  <a:pt x="513" y="48"/>
                  <a:pt x="513" y="59"/>
                </a:cubicBezTo>
                <a:lnTo>
                  <a:pt x="652" y="493"/>
                </a:lnTo>
                <a:cubicBezTo>
                  <a:pt x="738" y="228"/>
                  <a:pt x="782" y="88"/>
                  <a:pt x="782" y="76"/>
                </a:cubicBezTo>
                <a:cubicBezTo>
                  <a:pt x="782" y="73"/>
                  <a:pt x="780" y="69"/>
                  <a:pt x="776" y="65"/>
                </a:cubicBezTo>
                <a:cubicBezTo>
                  <a:pt x="773" y="61"/>
                  <a:pt x="765" y="56"/>
                  <a:pt x="754" y="51"/>
                </a:cubicBezTo>
                <a:cubicBezTo>
                  <a:pt x="743" y="46"/>
                  <a:pt x="730" y="43"/>
                  <a:pt x="713" y="42"/>
                </a:cubicBezTo>
                <a:lnTo>
                  <a:pt x="703" y="42"/>
                </a:lnTo>
                <a:lnTo>
                  <a:pt x="703" y="0"/>
                </a:lnTo>
                <a:lnTo>
                  <a:pt x="711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7667280" y="1995120"/>
            <a:ext cx="146880" cy="151560"/>
          </a:xfrm>
          <a:custGeom>
            <a:avLst/>
            <a:gdLst/>
            <a:ahLst/>
            <a:rect l="0" t="0" r="r" b="b"/>
            <a:pathLst>
              <a:path w="408" h="421">
                <a:moveTo>
                  <a:pt x="0" y="216"/>
                </a:moveTo>
                <a:cubicBezTo>
                  <a:pt x="0" y="158"/>
                  <a:pt x="21" y="107"/>
                  <a:pt x="61" y="65"/>
                </a:cubicBezTo>
                <a:cubicBezTo>
                  <a:pt x="101" y="22"/>
                  <a:pt x="149" y="1"/>
                  <a:pt x="205" y="0"/>
                </a:cubicBezTo>
                <a:cubicBezTo>
                  <a:pt x="260" y="0"/>
                  <a:pt x="307" y="21"/>
                  <a:pt x="347" y="63"/>
                </a:cubicBezTo>
                <a:cubicBezTo>
                  <a:pt x="387" y="104"/>
                  <a:pt x="407" y="156"/>
                  <a:pt x="408" y="215"/>
                </a:cubicBezTo>
                <a:cubicBezTo>
                  <a:pt x="408" y="273"/>
                  <a:pt x="388" y="322"/>
                  <a:pt x="349" y="362"/>
                </a:cubicBezTo>
                <a:cubicBezTo>
                  <a:pt x="310" y="402"/>
                  <a:pt x="262" y="421"/>
                  <a:pt x="205" y="421"/>
                </a:cubicBezTo>
                <a:cubicBezTo>
                  <a:pt x="146" y="421"/>
                  <a:pt x="97" y="401"/>
                  <a:pt x="59" y="360"/>
                </a:cubicBezTo>
                <a:cubicBezTo>
                  <a:pt x="21" y="319"/>
                  <a:pt x="1" y="271"/>
                  <a:pt x="0" y="216"/>
                </a:cubicBezTo>
                <a:moveTo>
                  <a:pt x="205" y="385"/>
                </a:moveTo>
                <a:cubicBezTo>
                  <a:pt x="279" y="385"/>
                  <a:pt x="317" y="335"/>
                  <a:pt x="317" y="235"/>
                </a:cubicBezTo>
                <a:lnTo>
                  <a:pt x="317" y="206"/>
                </a:lnTo>
                <a:lnTo>
                  <a:pt x="317" y="183"/>
                </a:lnTo>
                <a:cubicBezTo>
                  <a:pt x="317" y="170"/>
                  <a:pt x="316" y="158"/>
                  <a:pt x="316" y="148"/>
                </a:cubicBezTo>
                <a:cubicBezTo>
                  <a:pt x="315" y="138"/>
                  <a:pt x="313" y="126"/>
                  <a:pt x="309" y="112"/>
                </a:cubicBezTo>
                <a:cubicBezTo>
                  <a:pt x="306" y="99"/>
                  <a:pt x="301" y="88"/>
                  <a:pt x="295" y="79"/>
                </a:cubicBezTo>
                <a:cubicBezTo>
                  <a:pt x="289" y="71"/>
                  <a:pt x="279" y="62"/>
                  <a:pt x="266" y="54"/>
                </a:cubicBezTo>
                <a:cubicBezTo>
                  <a:pt x="254" y="45"/>
                  <a:pt x="239" y="39"/>
                  <a:pt x="221" y="35"/>
                </a:cubicBezTo>
                <a:cubicBezTo>
                  <a:pt x="218" y="35"/>
                  <a:pt x="213" y="34"/>
                  <a:pt x="207" y="34"/>
                </a:cubicBezTo>
                <a:cubicBezTo>
                  <a:pt x="188" y="34"/>
                  <a:pt x="171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5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7" y="305"/>
                  <a:pt x="109" y="329"/>
                </a:cubicBezTo>
                <a:cubicBezTo>
                  <a:pt x="128" y="366"/>
                  <a:pt x="160" y="385"/>
                  <a:pt x="205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783000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4" y="364"/>
                </a:moveTo>
                <a:lnTo>
                  <a:pt x="27" y="364"/>
                </a:lnTo>
                <a:cubicBezTo>
                  <a:pt x="51" y="364"/>
                  <a:pt x="65" y="360"/>
                  <a:pt x="70" y="351"/>
                </a:cubicBezTo>
                <a:lnTo>
                  <a:pt x="70" y="344"/>
                </a:lnTo>
                <a:cubicBezTo>
                  <a:pt x="70" y="338"/>
                  <a:pt x="70" y="331"/>
                  <a:pt x="70" y="322"/>
                </a:cubicBezTo>
                <a:cubicBezTo>
                  <a:pt x="70" y="313"/>
                  <a:pt x="70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0" y="244"/>
                  <a:pt x="70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0" y="83"/>
                </a:lnTo>
                <a:cubicBezTo>
                  <a:pt x="68" y="72"/>
                  <a:pt x="64" y="64"/>
                  <a:pt x="57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0" y="10"/>
                  <a:pt x="1" y="10"/>
                </a:cubicBezTo>
                <a:lnTo>
                  <a:pt x="11" y="9"/>
                </a:lnTo>
                <a:cubicBezTo>
                  <a:pt x="17" y="9"/>
                  <a:pt x="25" y="8"/>
                  <a:pt x="36" y="7"/>
                </a:cubicBezTo>
                <a:cubicBezTo>
                  <a:pt x="47" y="7"/>
                  <a:pt x="58" y="6"/>
                  <a:pt x="69" y="5"/>
                </a:cubicBezTo>
                <a:cubicBezTo>
                  <a:pt x="79" y="5"/>
                  <a:pt x="90" y="4"/>
                  <a:pt x="101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7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6" y="22"/>
                  <a:pt x="195" y="1"/>
                  <a:pt x="231" y="1"/>
                </a:cubicBezTo>
                <a:lnTo>
                  <a:pt x="236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6" y="105"/>
                  <a:pt x="285" y="110"/>
                  <a:pt x="269" y="110"/>
                </a:cubicBezTo>
                <a:cubicBezTo>
                  <a:pt x="254" y="110"/>
                  <a:pt x="243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5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3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5" y="363"/>
                  <a:pt x="187" y="363"/>
                  <a:pt x="189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2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4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7963920" y="1914120"/>
            <a:ext cx="165600" cy="232920"/>
          </a:xfrm>
          <a:custGeom>
            <a:avLst/>
            <a:gdLst/>
            <a:ahLst/>
            <a:rect l="0" t="0" r="r" b="b"/>
            <a:pathLst>
              <a:path w="460" h="647">
                <a:moveTo>
                  <a:pt x="314" y="183"/>
                </a:moveTo>
                <a:cubicBezTo>
                  <a:pt x="314" y="173"/>
                  <a:pt x="314" y="160"/>
                  <a:pt x="314" y="146"/>
                </a:cubicBezTo>
                <a:cubicBezTo>
                  <a:pt x="314" y="131"/>
                  <a:pt x="315" y="121"/>
                  <a:pt x="315" y="115"/>
                </a:cubicBezTo>
                <a:cubicBezTo>
                  <a:pt x="315" y="88"/>
                  <a:pt x="312" y="71"/>
                  <a:pt x="306" y="64"/>
                </a:cubicBezTo>
                <a:cubicBezTo>
                  <a:pt x="300" y="57"/>
                  <a:pt x="285" y="53"/>
                  <a:pt x="259" y="52"/>
                </a:cubicBezTo>
                <a:lnTo>
                  <a:pt x="243" y="52"/>
                </a:lnTo>
                <a:lnTo>
                  <a:pt x="243" y="31"/>
                </a:lnTo>
                <a:cubicBezTo>
                  <a:pt x="243" y="17"/>
                  <a:pt x="244" y="10"/>
                  <a:pt x="245" y="10"/>
                </a:cubicBezTo>
                <a:lnTo>
                  <a:pt x="254" y="9"/>
                </a:lnTo>
                <a:cubicBezTo>
                  <a:pt x="260" y="8"/>
                  <a:pt x="269" y="8"/>
                  <a:pt x="281" y="7"/>
                </a:cubicBezTo>
                <a:cubicBezTo>
                  <a:pt x="292" y="7"/>
                  <a:pt x="303" y="6"/>
                  <a:pt x="314" y="5"/>
                </a:cubicBezTo>
                <a:cubicBezTo>
                  <a:pt x="325" y="5"/>
                  <a:pt x="336" y="4"/>
                  <a:pt x="348" y="4"/>
                </a:cubicBezTo>
                <a:cubicBezTo>
                  <a:pt x="361" y="3"/>
                  <a:pt x="370" y="2"/>
                  <a:pt x="376" y="1"/>
                </a:cubicBezTo>
                <a:cubicBezTo>
                  <a:pt x="382" y="0"/>
                  <a:pt x="385" y="-1"/>
                  <a:pt x="386" y="0"/>
                </a:cubicBezTo>
                <a:lnTo>
                  <a:pt x="389" y="0"/>
                </a:lnTo>
                <a:lnTo>
                  <a:pt x="389" y="280"/>
                </a:lnTo>
                <a:cubicBezTo>
                  <a:pt x="389" y="467"/>
                  <a:pt x="389" y="561"/>
                  <a:pt x="390" y="563"/>
                </a:cubicBezTo>
                <a:cubicBezTo>
                  <a:pt x="392" y="575"/>
                  <a:pt x="396" y="583"/>
                  <a:pt x="403" y="587"/>
                </a:cubicBezTo>
                <a:cubicBezTo>
                  <a:pt x="409" y="591"/>
                  <a:pt x="423" y="593"/>
                  <a:pt x="444" y="595"/>
                </a:cubicBezTo>
                <a:lnTo>
                  <a:pt x="460" y="595"/>
                </a:lnTo>
                <a:lnTo>
                  <a:pt x="460" y="637"/>
                </a:lnTo>
                <a:cubicBezTo>
                  <a:pt x="459" y="637"/>
                  <a:pt x="436" y="639"/>
                  <a:pt x="391" y="642"/>
                </a:cubicBezTo>
                <a:cubicBezTo>
                  <a:pt x="345" y="645"/>
                  <a:pt x="321" y="647"/>
                  <a:pt x="318" y="647"/>
                </a:cubicBezTo>
                <a:lnTo>
                  <a:pt x="312" y="647"/>
                </a:lnTo>
                <a:lnTo>
                  <a:pt x="312" y="597"/>
                </a:lnTo>
                <a:lnTo>
                  <a:pt x="304" y="603"/>
                </a:lnTo>
                <a:cubicBezTo>
                  <a:pt x="269" y="633"/>
                  <a:pt x="229" y="647"/>
                  <a:pt x="185" y="647"/>
                </a:cubicBezTo>
                <a:cubicBezTo>
                  <a:pt x="137" y="647"/>
                  <a:pt x="95" y="629"/>
                  <a:pt x="57" y="591"/>
                </a:cubicBezTo>
                <a:cubicBezTo>
                  <a:pt x="19" y="554"/>
                  <a:pt x="0" y="504"/>
                  <a:pt x="0" y="440"/>
                </a:cubicBezTo>
                <a:cubicBezTo>
                  <a:pt x="0" y="379"/>
                  <a:pt x="19" y="329"/>
                  <a:pt x="58" y="291"/>
                </a:cubicBezTo>
                <a:cubicBezTo>
                  <a:pt x="96" y="252"/>
                  <a:pt x="142" y="233"/>
                  <a:pt x="193" y="232"/>
                </a:cubicBezTo>
                <a:cubicBezTo>
                  <a:pt x="239" y="232"/>
                  <a:pt x="280" y="247"/>
                  <a:pt x="314" y="277"/>
                </a:cubicBezTo>
                <a:lnTo>
                  <a:pt x="314" y="183"/>
                </a:lnTo>
                <a:moveTo>
                  <a:pt x="312" y="324"/>
                </a:moveTo>
                <a:cubicBezTo>
                  <a:pt x="284" y="285"/>
                  <a:pt x="250" y="266"/>
                  <a:pt x="208" y="266"/>
                </a:cubicBezTo>
                <a:cubicBezTo>
                  <a:pt x="178" y="266"/>
                  <a:pt x="152" y="277"/>
                  <a:pt x="127" y="299"/>
                </a:cubicBezTo>
                <a:cubicBezTo>
                  <a:pt x="111" y="316"/>
                  <a:pt x="100" y="336"/>
                  <a:pt x="96" y="358"/>
                </a:cubicBezTo>
                <a:cubicBezTo>
                  <a:pt x="92" y="380"/>
                  <a:pt x="89" y="408"/>
                  <a:pt x="89" y="444"/>
                </a:cubicBezTo>
                <a:cubicBezTo>
                  <a:pt x="89" y="478"/>
                  <a:pt x="91" y="506"/>
                  <a:pt x="95" y="527"/>
                </a:cubicBezTo>
                <a:cubicBezTo>
                  <a:pt x="100" y="549"/>
                  <a:pt x="110" y="567"/>
                  <a:pt x="127" y="583"/>
                </a:cubicBezTo>
                <a:cubicBezTo>
                  <a:pt x="147" y="603"/>
                  <a:pt x="171" y="613"/>
                  <a:pt x="200" y="613"/>
                </a:cubicBezTo>
                <a:cubicBezTo>
                  <a:pt x="243" y="613"/>
                  <a:pt x="281" y="590"/>
                  <a:pt x="312" y="543"/>
                </a:cubicBezTo>
                <a:lnTo>
                  <a:pt x="312" y="32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814500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6" y="58"/>
                </a:moveTo>
                <a:cubicBezTo>
                  <a:pt x="91" y="54"/>
                  <a:pt x="88" y="51"/>
                  <a:pt x="86" y="50"/>
                </a:cubicBezTo>
                <a:cubicBezTo>
                  <a:pt x="83" y="48"/>
                  <a:pt x="78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3" y="1"/>
                </a:lnTo>
                <a:cubicBezTo>
                  <a:pt x="187" y="1"/>
                  <a:pt x="206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1" y="352"/>
                </a:lnTo>
                <a:lnTo>
                  <a:pt x="191" y="462"/>
                </a:lnTo>
                <a:cubicBezTo>
                  <a:pt x="191" y="535"/>
                  <a:pt x="192" y="573"/>
                  <a:pt x="194" y="575"/>
                </a:cubicBezTo>
                <a:cubicBezTo>
                  <a:pt x="199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8" y="583"/>
                </a:cubicBezTo>
                <a:cubicBezTo>
                  <a:pt x="84" y="582"/>
                  <a:pt x="90" y="578"/>
                  <a:pt x="96" y="572"/>
                </a:cubicBezTo>
                <a:lnTo>
                  <a:pt x="96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9" y="44"/>
                  <a:pt x="193" y="47"/>
                  <a:pt x="191" y="52"/>
                </a:cubicBezTo>
                <a:cubicBezTo>
                  <a:pt x="189" y="55"/>
                  <a:pt x="188" y="99"/>
                  <a:pt x="188" y="185"/>
                </a:cubicBezTo>
                <a:lnTo>
                  <a:pt x="188" y="315"/>
                </a:lnTo>
                <a:lnTo>
                  <a:pt x="254" y="315"/>
                </a:lnTo>
                <a:lnTo>
                  <a:pt x="287" y="315"/>
                </a:lnTo>
                <a:cubicBezTo>
                  <a:pt x="319" y="315"/>
                  <a:pt x="344" y="313"/>
                  <a:pt x="364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836748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8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2" y="4"/>
                </a:cubicBezTo>
                <a:cubicBezTo>
                  <a:pt x="114" y="3"/>
                  <a:pt x="123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5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4" y="105"/>
                  <a:pt x="236" y="95"/>
                </a:cubicBezTo>
                <a:cubicBezTo>
                  <a:pt x="229" y="86"/>
                  <a:pt x="224" y="75"/>
                  <a:pt x="223" y="64"/>
                </a:cubicBezTo>
                <a:cubicBezTo>
                  <a:pt x="223" y="59"/>
                  <a:pt x="224" y="54"/>
                  <a:pt x="226" y="49"/>
                </a:cubicBezTo>
                <a:cubicBezTo>
                  <a:pt x="227" y="45"/>
                  <a:pt x="229" y="42"/>
                  <a:pt x="231" y="38"/>
                </a:cubicBezTo>
                <a:cubicBezTo>
                  <a:pt x="233" y="35"/>
                  <a:pt x="233" y="34"/>
                  <a:pt x="233" y="34"/>
                </a:cubicBezTo>
                <a:cubicBezTo>
                  <a:pt x="232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2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8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849960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100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864792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2"/>
                </a:moveTo>
                <a:cubicBezTo>
                  <a:pt x="240" y="97"/>
                  <a:pt x="232" y="76"/>
                  <a:pt x="216" y="58"/>
                </a:cubicBezTo>
                <a:cubicBezTo>
                  <a:pt x="199" y="41"/>
                  <a:pt x="175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8" y="155"/>
                  <a:pt x="154" y="157"/>
                </a:cubicBezTo>
                <a:cubicBezTo>
                  <a:pt x="170" y="160"/>
                  <a:pt x="183" y="163"/>
                  <a:pt x="194" y="166"/>
                </a:cubicBezTo>
                <a:cubicBezTo>
                  <a:pt x="205" y="169"/>
                  <a:pt x="215" y="173"/>
                  <a:pt x="224" y="178"/>
                </a:cubicBezTo>
                <a:cubicBezTo>
                  <a:pt x="234" y="182"/>
                  <a:pt x="244" y="189"/>
                  <a:pt x="254" y="196"/>
                </a:cubicBezTo>
                <a:cubicBezTo>
                  <a:pt x="264" y="203"/>
                  <a:pt x="275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4" y="384"/>
                </a:cubicBezTo>
                <a:cubicBezTo>
                  <a:pt x="241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0" y="403"/>
                </a:lnTo>
                <a:cubicBezTo>
                  <a:pt x="37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6" y="270"/>
                  <a:pt x="38" y="274"/>
                  <a:pt x="39" y="278"/>
                </a:cubicBezTo>
                <a:cubicBezTo>
                  <a:pt x="39" y="283"/>
                  <a:pt x="41" y="292"/>
                  <a:pt x="45" y="303"/>
                </a:cubicBezTo>
                <a:cubicBezTo>
                  <a:pt x="49" y="315"/>
                  <a:pt x="54" y="328"/>
                  <a:pt x="62" y="342"/>
                </a:cubicBezTo>
                <a:cubicBezTo>
                  <a:pt x="84" y="373"/>
                  <a:pt x="113" y="388"/>
                  <a:pt x="151" y="388"/>
                </a:cubicBezTo>
                <a:cubicBezTo>
                  <a:pt x="211" y="388"/>
                  <a:pt x="240" y="365"/>
                  <a:pt x="240" y="317"/>
                </a:cubicBezTo>
                <a:cubicBezTo>
                  <a:pt x="240" y="299"/>
                  <a:pt x="235" y="285"/>
                  <a:pt x="224" y="274"/>
                </a:cubicBezTo>
                <a:cubicBezTo>
                  <a:pt x="212" y="259"/>
                  <a:pt x="186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1" y="1"/>
                </a:lnTo>
                <a:cubicBezTo>
                  <a:pt x="176" y="1"/>
                  <a:pt x="197" y="6"/>
                  <a:pt x="216" y="15"/>
                </a:cubicBezTo>
                <a:lnTo>
                  <a:pt x="229" y="22"/>
                </a:lnTo>
                <a:lnTo>
                  <a:pt x="238" y="16"/>
                </a:lnTo>
                <a:cubicBezTo>
                  <a:pt x="244" y="11"/>
                  <a:pt x="250" y="5"/>
                  <a:pt x="258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2" y="130"/>
                  <a:pt x="240" y="125"/>
                  <a:pt x="240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87778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199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1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4" y="157"/>
                </a:cubicBezTo>
                <a:cubicBezTo>
                  <a:pt x="170" y="160"/>
                  <a:pt x="184" y="163"/>
                  <a:pt x="195" y="166"/>
                </a:cubicBezTo>
                <a:cubicBezTo>
                  <a:pt x="207" y="169"/>
                  <a:pt x="217" y="173"/>
                  <a:pt x="225" y="178"/>
                </a:cubicBezTo>
                <a:cubicBezTo>
                  <a:pt x="236" y="182"/>
                  <a:pt x="246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5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2" y="421"/>
                </a:cubicBezTo>
                <a:lnTo>
                  <a:pt x="144" y="421"/>
                </a:lnTo>
                <a:cubicBezTo>
                  <a:pt x="113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20" y="422"/>
                </a:lnTo>
                <a:lnTo>
                  <a:pt x="12" y="422"/>
                </a:lnTo>
                <a:lnTo>
                  <a:pt x="9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20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2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20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6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7" y="9"/>
                  <a:pt x="101" y="6"/>
                </a:cubicBezTo>
                <a:cubicBezTo>
                  <a:pt x="116" y="3"/>
                  <a:pt x="129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8986320" y="1997280"/>
            <a:ext cx="165960" cy="210240"/>
          </a:xfrm>
          <a:custGeom>
            <a:avLst/>
            <a:gdLst/>
            <a:ahLst/>
            <a:rect l="0" t="0" r="r" b="b"/>
            <a:pathLst>
              <a:path w="461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-1"/>
                  <a:pt x="144" y="0"/>
                </a:cubicBezTo>
                <a:lnTo>
                  <a:pt x="147" y="0"/>
                </a:lnTo>
                <a:lnTo>
                  <a:pt x="147" y="24"/>
                </a:lnTo>
                <a:lnTo>
                  <a:pt x="148" y="48"/>
                </a:lnTo>
                <a:lnTo>
                  <a:pt x="155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1" y="207"/>
                </a:cubicBezTo>
                <a:cubicBezTo>
                  <a:pt x="461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5" y="415"/>
                  <a:pt x="189" y="402"/>
                  <a:pt x="157" y="375"/>
                </a:cubicBezTo>
                <a:lnTo>
                  <a:pt x="150" y="369"/>
                </a:lnTo>
                <a:lnTo>
                  <a:pt x="150" y="447"/>
                </a:lnTo>
                <a:lnTo>
                  <a:pt x="150" y="498"/>
                </a:lnTo>
                <a:cubicBezTo>
                  <a:pt x="150" y="514"/>
                  <a:pt x="150" y="525"/>
                  <a:pt x="151" y="528"/>
                </a:cubicBezTo>
                <a:cubicBezTo>
                  <a:pt x="153" y="532"/>
                  <a:pt x="156" y="535"/>
                  <a:pt x="162" y="538"/>
                </a:cubicBezTo>
                <a:cubicBezTo>
                  <a:pt x="174" y="540"/>
                  <a:pt x="189" y="541"/>
                  <a:pt x="206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8" y="583"/>
                  <a:pt x="162" y="582"/>
                  <a:pt x="146" y="582"/>
                </a:cubicBezTo>
                <a:cubicBezTo>
                  <a:pt x="129" y="582"/>
                  <a:pt x="118" y="582"/>
                  <a:pt x="111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2" y="37"/>
                </a:cubicBezTo>
                <a:cubicBezTo>
                  <a:pt x="219" y="37"/>
                  <a:pt x="181" y="57"/>
                  <a:pt x="150" y="96"/>
                </a:cubicBezTo>
                <a:lnTo>
                  <a:pt x="150" y="315"/>
                </a:lnTo>
                <a:cubicBezTo>
                  <a:pt x="174" y="359"/>
                  <a:pt x="208" y="381"/>
                  <a:pt x="252" y="381"/>
                </a:cubicBezTo>
                <a:cubicBezTo>
                  <a:pt x="283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16992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5" y="364"/>
                </a:moveTo>
                <a:lnTo>
                  <a:pt x="27" y="364"/>
                </a:lnTo>
                <a:cubicBezTo>
                  <a:pt x="51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1" y="244"/>
                  <a:pt x="71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1" y="83"/>
                </a:lnTo>
                <a:cubicBezTo>
                  <a:pt x="69" y="72"/>
                  <a:pt x="64" y="64"/>
                  <a:pt x="58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79" y="5"/>
                  <a:pt x="90" y="4"/>
                  <a:pt x="102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8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1" y="1"/>
                </a:cubicBezTo>
                <a:lnTo>
                  <a:pt x="237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4" y="110"/>
                  <a:pt x="243" y="105"/>
                  <a:pt x="236" y="95"/>
                </a:cubicBezTo>
                <a:cubicBezTo>
                  <a:pt x="228" y="86"/>
                  <a:pt x="224" y="75"/>
                  <a:pt x="224" y="64"/>
                </a:cubicBezTo>
                <a:cubicBezTo>
                  <a:pt x="224" y="59"/>
                  <a:pt x="224" y="54"/>
                  <a:pt x="226" y="49"/>
                </a:cubicBezTo>
                <a:cubicBezTo>
                  <a:pt x="227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7" y="337"/>
                  <a:pt x="147" y="341"/>
                  <a:pt x="147" y="346"/>
                </a:cubicBezTo>
                <a:lnTo>
                  <a:pt x="147" y="350"/>
                </a:lnTo>
                <a:cubicBezTo>
                  <a:pt x="147" y="352"/>
                  <a:pt x="148" y="353"/>
                  <a:pt x="149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7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1" y="362"/>
                </a:cubicBezTo>
                <a:cubicBezTo>
                  <a:pt x="173" y="363"/>
                  <a:pt x="175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9302040" y="199512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0" y="107"/>
                  <a:pt x="59" y="65"/>
                </a:cubicBezTo>
                <a:cubicBezTo>
                  <a:pt x="99" y="22"/>
                  <a:pt x="147" y="1"/>
                  <a:pt x="203" y="0"/>
                </a:cubicBezTo>
                <a:cubicBezTo>
                  <a:pt x="258" y="0"/>
                  <a:pt x="306" y="21"/>
                  <a:pt x="345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7" y="362"/>
                </a:cubicBezTo>
                <a:cubicBezTo>
                  <a:pt x="308" y="402"/>
                  <a:pt x="260" y="421"/>
                  <a:pt x="203" y="421"/>
                </a:cubicBezTo>
                <a:cubicBezTo>
                  <a:pt x="144" y="421"/>
                  <a:pt x="95" y="401"/>
                  <a:pt x="58" y="360"/>
                </a:cubicBezTo>
                <a:cubicBezTo>
                  <a:pt x="20" y="319"/>
                  <a:pt x="0" y="271"/>
                  <a:pt x="0" y="216"/>
                </a:cubicBezTo>
                <a:moveTo>
                  <a:pt x="203" y="385"/>
                </a:moveTo>
                <a:cubicBezTo>
                  <a:pt x="278" y="385"/>
                  <a:pt x="315" y="335"/>
                  <a:pt x="315" y="235"/>
                </a:cubicBezTo>
                <a:lnTo>
                  <a:pt x="315" y="206"/>
                </a:lnTo>
                <a:lnTo>
                  <a:pt x="315" y="183"/>
                </a:lnTo>
                <a:cubicBezTo>
                  <a:pt x="315" y="170"/>
                  <a:pt x="315" y="158"/>
                  <a:pt x="314" y="148"/>
                </a:cubicBezTo>
                <a:cubicBezTo>
                  <a:pt x="314" y="138"/>
                  <a:pt x="312" y="126"/>
                  <a:pt x="308" y="112"/>
                </a:cubicBezTo>
                <a:cubicBezTo>
                  <a:pt x="304" y="99"/>
                  <a:pt x="299" y="88"/>
                  <a:pt x="293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69" y="38"/>
                  <a:pt x="153" y="45"/>
                </a:cubicBezTo>
                <a:cubicBezTo>
                  <a:pt x="127" y="59"/>
                  <a:pt x="109" y="77"/>
                  <a:pt x="102" y="101"/>
                </a:cubicBezTo>
                <a:cubicBezTo>
                  <a:pt x="94" y="125"/>
                  <a:pt x="90" y="154"/>
                  <a:pt x="90" y="187"/>
                </a:cubicBezTo>
                <a:lnTo>
                  <a:pt x="90" y="205"/>
                </a:lnTo>
                <a:cubicBezTo>
                  <a:pt x="90" y="264"/>
                  <a:pt x="95" y="305"/>
                  <a:pt x="107" y="329"/>
                </a:cubicBezTo>
                <a:cubicBezTo>
                  <a:pt x="127" y="366"/>
                  <a:pt x="159" y="385"/>
                  <a:pt x="203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9469080" y="1995120"/>
            <a:ext cx="126000" cy="151920"/>
          </a:xfrm>
          <a:custGeom>
            <a:avLst/>
            <a:gdLst/>
            <a:ahLst/>
            <a:rect l="0" t="0" r="r" b="b"/>
            <a:pathLst>
              <a:path w="350" h="422">
                <a:moveTo>
                  <a:pt x="309" y="133"/>
                </a:moveTo>
                <a:cubicBezTo>
                  <a:pt x="309" y="133"/>
                  <a:pt x="303" y="133"/>
                  <a:pt x="290" y="133"/>
                </a:cubicBezTo>
                <a:cubicBezTo>
                  <a:pt x="277" y="133"/>
                  <a:pt x="266" y="127"/>
                  <a:pt x="257" y="118"/>
                </a:cubicBezTo>
                <a:cubicBezTo>
                  <a:pt x="247" y="109"/>
                  <a:pt x="243" y="97"/>
                  <a:pt x="242" y="83"/>
                </a:cubicBezTo>
                <a:cubicBezTo>
                  <a:pt x="242" y="69"/>
                  <a:pt x="247" y="57"/>
                  <a:pt x="256" y="48"/>
                </a:cubicBezTo>
                <a:cubicBezTo>
                  <a:pt x="259" y="45"/>
                  <a:pt x="260" y="43"/>
                  <a:pt x="260" y="43"/>
                </a:cubicBezTo>
                <a:cubicBezTo>
                  <a:pt x="260" y="42"/>
                  <a:pt x="257" y="41"/>
                  <a:pt x="251" y="41"/>
                </a:cubicBezTo>
                <a:cubicBezTo>
                  <a:pt x="235" y="38"/>
                  <a:pt x="220" y="37"/>
                  <a:pt x="206" y="37"/>
                </a:cubicBezTo>
                <a:cubicBezTo>
                  <a:pt x="176" y="37"/>
                  <a:pt x="152" y="47"/>
                  <a:pt x="133" y="66"/>
                </a:cubicBezTo>
                <a:cubicBezTo>
                  <a:pt x="104" y="95"/>
                  <a:pt x="90" y="144"/>
                  <a:pt x="90" y="211"/>
                </a:cubicBezTo>
                <a:cubicBezTo>
                  <a:pt x="90" y="262"/>
                  <a:pt x="99" y="301"/>
                  <a:pt x="118" y="330"/>
                </a:cubicBezTo>
                <a:cubicBezTo>
                  <a:pt x="143" y="367"/>
                  <a:pt x="177" y="386"/>
                  <a:pt x="219" y="386"/>
                </a:cubicBezTo>
                <a:cubicBezTo>
                  <a:pt x="244" y="386"/>
                  <a:pt x="264" y="378"/>
                  <a:pt x="280" y="362"/>
                </a:cubicBezTo>
                <a:cubicBezTo>
                  <a:pt x="295" y="346"/>
                  <a:pt x="306" y="327"/>
                  <a:pt x="313" y="305"/>
                </a:cubicBezTo>
                <a:cubicBezTo>
                  <a:pt x="314" y="300"/>
                  <a:pt x="315" y="297"/>
                  <a:pt x="317" y="296"/>
                </a:cubicBezTo>
                <a:cubicBezTo>
                  <a:pt x="319" y="295"/>
                  <a:pt x="324" y="294"/>
                  <a:pt x="332" y="294"/>
                </a:cubicBezTo>
                <a:lnTo>
                  <a:pt x="345" y="294"/>
                </a:lnTo>
                <a:cubicBezTo>
                  <a:pt x="348" y="298"/>
                  <a:pt x="350" y="300"/>
                  <a:pt x="350" y="302"/>
                </a:cubicBezTo>
                <a:cubicBezTo>
                  <a:pt x="350" y="305"/>
                  <a:pt x="349" y="310"/>
                  <a:pt x="347" y="317"/>
                </a:cubicBezTo>
                <a:cubicBezTo>
                  <a:pt x="344" y="324"/>
                  <a:pt x="339" y="334"/>
                  <a:pt x="332" y="347"/>
                </a:cubicBezTo>
                <a:cubicBezTo>
                  <a:pt x="325" y="360"/>
                  <a:pt x="316" y="372"/>
                  <a:pt x="305" y="382"/>
                </a:cubicBezTo>
                <a:cubicBezTo>
                  <a:pt x="295" y="392"/>
                  <a:pt x="280" y="402"/>
                  <a:pt x="261" y="410"/>
                </a:cubicBezTo>
                <a:cubicBezTo>
                  <a:pt x="242" y="419"/>
                  <a:pt x="221" y="423"/>
                  <a:pt x="198" y="422"/>
                </a:cubicBezTo>
                <a:cubicBezTo>
                  <a:pt x="145" y="422"/>
                  <a:pt x="100" y="403"/>
                  <a:pt x="60" y="364"/>
                </a:cubicBezTo>
                <a:cubicBezTo>
                  <a:pt x="20" y="325"/>
                  <a:pt x="0" y="275"/>
                  <a:pt x="0" y="216"/>
                </a:cubicBezTo>
                <a:cubicBezTo>
                  <a:pt x="0" y="152"/>
                  <a:pt x="20" y="100"/>
                  <a:pt x="60" y="60"/>
                </a:cubicBezTo>
                <a:cubicBezTo>
                  <a:pt x="100" y="20"/>
                  <a:pt x="146" y="0"/>
                  <a:pt x="199" y="0"/>
                </a:cubicBezTo>
                <a:cubicBezTo>
                  <a:pt x="251" y="0"/>
                  <a:pt x="288" y="9"/>
                  <a:pt x="309" y="25"/>
                </a:cubicBezTo>
                <a:cubicBezTo>
                  <a:pt x="330" y="42"/>
                  <a:pt x="340" y="61"/>
                  <a:pt x="340" y="84"/>
                </a:cubicBezTo>
                <a:cubicBezTo>
                  <a:pt x="340" y="98"/>
                  <a:pt x="335" y="109"/>
                  <a:pt x="325" y="118"/>
                </a:cubicBezTo>
                <a:lnTo>
                  <a:pt x="309" y="13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961344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7" y="148"/>
                  <a:pt x="19" y="120"/>
                </a:cubicBezTo>
                <a:cubicBezTo>
                  <a:pt x="32" y="92"/>
                  <a:pt x="47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8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976176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200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8" y="155"/>
                  <a:pt x="155" y="157"/>
                </a:cubicBezTo>
                <a:cubicBezTo>
                  <a:pt x="171" y="160"/>
                  <a:pt x="185" y="163"/>
                  <a:pt x="196" y="166"/>
                </a:cubicBezTo>
                <a:cubicBezTo>
                  <a:pt x="207" y="169"/>
                  <a:pt x="216" y="173"/>
                  <a:pt x="225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4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3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3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3" y="1"/>
                </a:lnTo>
                <a:cubicBezTo>
                  <a:pt x="177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98920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1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4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4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1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1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1" y="265"/>
                  <a:pt x="33" y="267"/>
                </a:cubicBezTo>
                <a:cubicBezTo>
                  <a:pt x="36" y="270"/>
                  <a:pt x="37" y="274"/>
                  <a:pt x="38" y="278"/>
                </a:cubicBezTo>
                <a:cubicBezTo>
                  <a:pt x="39" y="283"/>
                  <a:pt x="41" y="292"/>
                  <a:pt x="44" y="303"/>
                </a:cubicBezTo>
                <a:cubicBezTo>
                  <a:pt x="48" y="315"/>
                  <a:pt x="54" y="328"/>
                  <a:pt x="62" y="342"/>
                </a:cubicBezTo>
                <a:cubicBezTo>
                  <a:pt x="83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5" y="285"/>
                  <a:pt x="224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3" y="226"/>
                  <a:pt x="71" y="220"/>
                </a:cubicBezTo>
                <a:cubicBezTo>
                  <a:pt x="49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5"/>
                  <a:pt x="86" y="9"/>
                  <a:pt x="101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1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3" y="130"/>
                  <a:pt x="241" y="125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4950000" y="1824120"/>
            <a:ext cx="5205240" cy="20160"/>
          </a:xfrm>
          <a:custGeom>
            <a:avLst/>
            <a:gdLst/>
            <a:ahLst/>
            <a:rect l="0" t="0" r="r" b="b"/>
            <a:pathLst>
              <a:path w="14459" h="56">
                <a:moveTo>
                  <a:pt x="0" y="56"/>
                </a:moveTo>
                <a:lnTo>
                  <a:pt x="14459" y="56"/>
                </a:lnTo>
                <a:lnTo>
                  <a:pt x="14459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97936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6"/>
                </a:cubicBezTo>
                <a:lnTo>
                  <a:pt x="306" y="37"/>
                </a:lnTo>
                <a:lnTo>
                  <a:pt x="14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6"/>
                </a:cubicBezTo>
                <a:lnTo>
                  <a:pt x="13" y="216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339840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5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7" y="79"/>
                  <a:pt x="49" y="47"/>
                </a:cubicBezTo>
                <a:cubicBezTo>
                  <a:pt x="81" y="16"/>
                  <a:pt x="122" y="0"/>
                  <a:pt x="170" y="0"/>
                </a:cubicBezTo>
                <a:cubicBezTo>
                  <a:pt x="226" y="0"/>
                  <a:pt x="273" y="17"/>
                  <a:pt x="311" y="51"/>
                </a:cubicBezTo>
                <a:cubicBezTo>
                  <a:pt x="348" y="85"/>
                  <a:pt x="367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7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8" y="437"/>
                  <a:pt x="139" y="475"/>
                </a:cubicBezTo>
                <a:lnTo>
                  <a:pt x="85" y="526"/>
                </a:lnTo>
                <a:lnTo>
                  <a:pt x="155" y="527"/>
                </a:lnTo>
                <a:cubicBezTo>
                  <a:pt x="252" y="527"/>
                  <a:pt x="303" y="526"/>
                  <a:pt x="309" y="523"/>
                </a:cubicBezTo>
                <a:cubicBezTo>
                  <a:pt x="313" y="521"/>
                  <a:pt x="320" y="494"/>
                  <a:pt x="331" y="441"/>
                </a:cubicBezTo>
                <a:lnTo>
                  <a:pt x="331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7" y="443"/>
                  <a:pt x="363" y="471"/>
                  <a:pt x="356" y="524"/>
                </a:cubicBezTo>
                <a:cubicBezTo>
                  <a:pt x="348" y="578"/>
                  <a:pt x="344" y="606"/>
                  <a:pt x="342" y="609"/>
                </a:cubicBezTo>
                <a:lnTo>
                  <a:pt x="342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10" y="565"/>
                  <a:pt x="19" y="554"/>
                  <a:pt x="33" y="537"/>
                </a:cubicBezTo>
                <a:cubicBezTo>
                  <a:pt x="51" y="518"/>
                  <a:pt x="67" y="501"/>
                  <a:pt x="79" y="486"/>
                </a:cubicBezTo>
                <a:cubicBezTo>
                  <a:pt x="85" y="480"/>
                  <a:pt x="95" y="469"/>
                  <a:pt x="111" y="452"/>
                </a:cubicBezTo>
                <a:cubicBezTo>
                  <a:pt x="126" y="435"/>
                  <a:pt x="136" y="423"/>
                  <a:pt x="142" y="417"/>
                </a:cubicBezTo>
                <a:cubicBezTo>
                  <a:pt x="147" y="411"/>
                  <a:pt x="156" y="401"/>
                  <a:pt x="168" y="387"/>
                </a:cubicBezTo>
                <a:cubicBezTo>
                  <a:pt x="181" y="373"/>
                  <a:pt x="189" y="362"/>
                  <a:pt x="194" y="356"/>
                </a:cubicBezTo>
                <a:cubicBezTo>
                  <a:pt x="199" y="349"/>
                  <a:pt x="206" y="340"/>
                  <a:pt x="215" y="328"/>
                </a:cubicBezTo>
                <a:cubicBezTo>
                  <a:pt x="224" y="317"/>
                  <a:pt x="231" y="307"/>
                  <a:pt x="235" y="299"/>
                </a:cubicBezTo>
                <a:cubicBezTo>
                  <a:pt x="239" y="291"/>
                  <a:pt x="244" y="282"/>
                  <a:pt x="249" y="272"/>
                </a:cubicBezTo>
                <a:cubicBezTo>
                  <a:pt x="255" y="262"/>
                  <a:pt x="259" y="253"/>
                  <a:pt x="261" y="243"/>
                </a:cubicBezTo>
                <a:cubicBezTo>
                  <a:pt x="263" y="233"/>
                  <a:pt x="266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60" y="113"/>
                  <a:pt x="239" y="85"/>
                </a:cubicBezTo>
                <a:cubicBezTo>
                  <a:pt x="217" y="57"/>
                  <a:pt x="188" y="43"/>
                  <a:pt x="149" y="43"/>
                </a:cubicBezTo>
                <a:cubicBezTo>
                  <a:pt x="129" y="43"/>
                  <a:pt x="111" y="48"/>
                  <a:pt x="96" y="58"/>
                </a:cubicBezTo>
                <a:cubicBezTo>
                  <a:pt x="81" y="69"/>
                  <a:pt x="70" y="79"/>
                  <a:pt x="64" y="89"/>
                </a:cubicBezTo>
                <a:cubicBezTo>
                  <a:pt x="58" y="99"/>
                  <a:pt x="55" y="104"/>
                  <a:pt x="55" y="106"/>
                </a:cubicBezTo>
                <a:cubicBezTo>
                  <a:pt x="55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5" y="128"/>
                  <a:pt x="111" y="143"/>
                  <a:pt x="111" y="162"/>
                </a:cubicBezTo>
                <a:cubicBezTo>
                  <a:pt x="111" y="177"/>
                  <a:pt x="106" y="190"/>
                  <a:pt x="96" y="201"/>
                </a:cubicBezTo>
                <a:cubicBezTo>
                  <a:pt x="86" y="211"/>
                  <a:pt x="72" y="217"/>
                  <a:pt x="55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3560040" y="2367720"/>
            <a:ext cx="139320" cy="227520"/>
          </a:xfrm>
          <a:custGeom>
            <a:avLst/>
            <a:gdLst/>
            <a:ahLst/>
            <a:rect l="0" t="0" r="r" b="b"/>
            <a:pathLst>
              <a:path w="387" h="632">
                <a:moveTo>
                  <a:pt x="52" y="75"/>
                </a:moveTo>
                <a:cubicBezTo>
                  <a:pt x="87" y="25"/>
                  <a:pt x="133" y="0"/>
                  <a:pt x="193" y="0"/>
                </a:cubicBezTo>
                <a:cubicBezTo>
                  <a:pt x="222" y="0"/>
                  <a:pt x="251" y="8"/>
                  <a:pt x="281" y="24"/>
                </a:cubicBezTo>
                <a:cubicBezTo>
                  <a:pt x="310" y="40"/>
                  <a:pt x="334" y="69"/>
                  <a:pt x="353" y="109"/>
                </a:cubicBezTo>
                <a:cubicBezTo>
                  <a:pt x="376" y="160"/>
                  <a:pt x="387" y="229"/>
                  <a:pt x="387" y="318"/>
                </a:cubicBezTo>
                <a:cubicBezTo>
                  <a:pt x="387" y="413"/>
                  <a:pt x="374" y="485"/>
                  <a:pt x="348" y="535"/>
                </a:cubicBezTo>
                <a:cubicBezTo>
                  <a:pt x="334" y="561"/>
                  <a:pt x="318" y="582"/>
                  <a:pt x="296" y="597"/>
                </a:cubicBezTo>
                <a:cubicBezTo>
                  <a:pt x="275" y="612"/>
                  <a:pt x="256" y="622"/>
                  <a:pt x="240" y="625"/>
                </a:cubicBezTo>
                <a:cubicBezTo>
                  <a:pt x="224" y="629"/>
                  <a:pt x="209" y="631"/>
                  <a:pt x="194" y="632"/>
                </a:cubicBezTo>
                <a:cubicBezTo>
                  <a:pt x="178" y="632"/>
                  <a:pt x="162" y="630"/>
                  <a:pt x="146" y="626"/>
                </a:cubicBezTo>
                <a:cubicBezTo>
                  <a:pt x="130" y="623"/>
                  <a:pt x="111" y="613"/>
                  <a:pt x="90" y="597"/>
                </a:cubicBezTo>
                <a:cubicBezTo>
                  <a:pt x="68" y="581"/>
                  <a:pt x="52" y="561"/>
                  <a:pt x="39" y="535"/>
                </a:cubicBezTo>
                <a:cubicBezTo>
                  <a:pt x="13" y="485"/>
                  <a:pt x="0" y="413"/>
                  <a:pt x="0" y="318"/>
                </a:cubicBezTo>
                <a:cubicBezTo>
                  <a:pt x="0" y="212"/>
                  <a:pt x="17" y="131"/>
                  <a:pt x="52" y="75"/>
                </a:cubicBezTo>
                <a:moveTo>
                  <a:pt x="259" y="64"/>
                </a:moveTo>
                <a:cubicBezTo>
                  <a:pt x="240" y="43"/>
                  <a:pt x="219" y="34"/>
                  <a:pt x="194" y="34"/>
                </a:cubicBezTo>
                <a:cubicBezTo>
                  <a:pt x="168" y="34"/>
                  <a:pt x="146" y="43"/>
                  <a:pt x="127" y="64"/>
                </a:cubicBezTo>
                <a:cubicBezTo>
                  <a:pt x="112" y="80"/>
                  <a:pt x="102" y="102"/>
                  <a:pt x="97" y="130"/>
                </a:cubicBezTo>
                <a:cubicBezTo>
                  <a:pt x="92" y="158"/>
                  <a:pt x="90" y="217"/>
                  <a:pt x="90" y="306"/>
                </a:cubicBezTo>
                <a:cubicBezTo>
                  <a:pt x="90" y="403"/>
                  <a:pt x="92" y="466"/>
                  <a:pt x="97" y="497"/>
                </a:cubicBezTo>
                <a:cubicBezTo>
                  <a:pt x="102" y="528"/>
                  <a:pt x="113" y="552"/>
                  <a:pt x="130" y="569"/>
                </a:cubicBezTo>
                <a:cubicBezTo>
                  <a:pt x="147" y="588"/>
                  <a:pt x="168" y="597"/>
                  <a:pt x="194" y="597"/>
                </a:cubicBezTo>
                <a:cubicBezTo>
                  <a:pt x="218" y="597"/>
                  <a:pt x="239" y="588"/>
                  <a:pt x="256" y="569"/>
                </a:cubicBezTo>
                <a:cubicBezTo>
                  <a:pt x="274" y="551"/>
                  <a:pt x="285" y="525"/>
                  <a:pt x="289" y="492"/>
                </a:cubicBezTo>
                <a:cubicBezTo>
                  <a:pt x="293" y="459"/>
                  <a:pt x="296" y="397"/>
                  <a:pt x="296" y="306"/>
                </a:cubicBezTo>
                <a:cubicBezTo>
                  <a:pt x="296" y="218"/>
                  <a:pt x="294" y="159"/>
                  <a:pt x="289" y="131"/>
                </a:cubicBezTo>
                <a:cubicBezTo>
                  <a:pt x="284" y="103"/>
                  <a:pt x="274" y="81"/>
                  <a:pt x="259" y="6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3721320" y="2364120"/>
            <a:ext cx="146880" cy="223920"/>
          </a:xfrm>
          <a:custGeom>
            <a:avLst/>
            <a:gdLst/>
            <a:ahLst/>
            <a:rect l="0" t="0" r="r" b="b"/>
            <a:pathLst>
              <a:path w="408" h="622">
                <a:moveTo>
                  <a:pt x="400" y="622"/>
                </a:moveTo>
                <a:cubicBezTo>
                  <a:pt x="389" y="620"/>
                  <a:pt x="349" y="619"/>
                  <a:pt x="281" y="619"/>
                </a:cubicBezTo>
                <a:cubicBezTo>
                  <a:pt x="210" y="619"/>
                  <a:pt x="169" y="620"/>
                  <a:pt x="158" y="622"/>
                </a:cubicBezTo>
                <a:lnTo>
                  <a:pt x="150" y="622"/>
                </a:lnTo>
                <a:lnTo>
                  <a:pt x="150" y="579"/>
                </a:lnTo>
                <a:lnTo>
                  <a:pt x="179" y="579"/>
                </a:lnTo>
                <a:cubicBezTo>
                  <a:pt x="191" y="579"/>
                  <a:pt x="199" y="579"/>
                  <a:pt x="203" y="579"/>
                </a:cubicBezTo>
                <a:cubicBezTo>
                  <a:pt x="208" y="579"/>
                  <a:pt x="213" y="579"/>
                  <a:pt x="219" y="578"/>
                </a:cubicBezTo>
                <a:cubicBezTo>
                  <a:pt x="225" y="576"/>
                  <a:pt x="229" y="575"/>
                  <a:pt x="232" y="573"/>
                </a:cubicBezTo>
                <a:cubicBezTo>
                  <a:pt x="234" y="571"/>
                  <a:pt x="236" y="569"/>
                  <a:pt x="238" y="566"/>
                </a:cubicBezTo>
                <a:cubicBezTo>
                  <a:pt x="239" y="564"/>
                  <a:pt x="239" y="547"/>
                  <a:pt x="239" y="515"/>
                </a:cubicBezTo>
                <a:lnTo>
                  <a:pt x="239" y="469"/>
                </a:lnTo>
                <a:lnTo>
                  <a:pt x="0" y="469"/>
                </a:lnTo>
                <a:lnTo>
                  <a:pt x="0" y="427"/>
                </a:lnTo>
                <a:lnTo>
                  <a:pt x="140" y="215"/>
                </a:lnTo>
                <a:cubicBezTo>
                  <a:pt x="234" y="73"/>
                  <a:pt x="281" y="2"/>
                  <a:pt x="282" y="2"/>
                </a:cubicBezTo>
                <a:cubicBezTo>
                  <a:pt x="283" y="0"/>
                  <a:pt x="290" y="0"/>
                  <a:pt x="301" y="0"/>
                </a:cubicBezTo>
                <a:lnTo>
                  <a:pt x="318" y="0"/>
                </a:lnTo>
                <a:lnTo>
                  <a:pt x="323" y="5"/>
                </a:lnTo>
                <a:lnTo>
                  <a:pt x="323" y="427"/>
                </a:lnTo>
                <a:lnTo>
                  <a:pt x="408" y="427"/>
                </a:lnTo>
                <a:lnTo>
                  <a:pt x="408" y="469"/>
                </a:lnTo>
                <a:lnTo>
                  <a:pt x="323" y="469"/>
                </a:lnTo>
                <a:lnTo>
                  <a:pt x="323" y="516"/>
                </a:lnTo>
                <a:cubicBezTo>
                  <a:pt x="323" y="541"/>
                  <a:pt x="323" y="556"/>
                  <a:pt x="323" y="560"/>
                </a:cubicBezTo>
                <a:cubicBezTo>
                  <a:pt x="323" y="565"/>
                  <a:pt x="325" y="569"/>
                  <a:pt x="329" y="572"/>
                </a:cubicBezTo>
                <a:cubicBezTo>
                  <a:pt x="334" y="576"/>
                  <a:pt x="351" y="579"/>
                  <a:pt x="381" y="579"/>
                </a:cubicBezTo>
                <a:lnTo>
                  <a:pt x="408" y="579"/>
                </a:lnTo>
                <a:lnTo>
                  <a:pt x="408" y="622"/>
                </a:lnTo>
                <a:lnTo>
                  <a:pt x="400" y="622"/>
                </a:lnTo>
                <a:moveTo>
                  <a:pt x="245" y="427"/>
                </a:moveTo>
                <a:lnTo>
                  <a:pt x="245" y="121"/>
                </a:lnTo>
                <a:lnTo>
                  <a:pt x="44" y="426"/>
                </a:lnTo>
                <a:lnTo>
                  <a:pt x="144" y="427"/>
                </a:lnTo>
                <a:lnTo>
                  <a:pt x="245" y="42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3891600" y="2367720"/>
            <a:ext cx="137160" cy="227520"/>
          </a:xfrm>
          <a:custGeom>
            <a:avLst/>
            <a:gdLst/>
            <a:ahLst/>
            <a:rect l="0" t="0" r="r" b="b"/>
            <a:pathLst>
              <a:path w="381" h="632">
                <a:moveTo>
                  <a:pt x="25" y="229"/>
                </a:moveTo>
                <a:cubicBezTo>
                  <a:pt x="25" y="229"/>
                  <a:pt x="25" y="206"/>
                  <a:pt x="25" y="159"/>
                </a:cubicBezTo>
                <a:cubicBezTo>
                  <a:pt x="25" y="111"/>
                  <a:pt x="41" y="74"/>
                  <a:pt x="74" y="44"/>
                </a:cubicBezTo>
                <a:cubicBezTo>
                  <a:pt x="107" y="15"/>
                  <a:pt x="145" y="0"/>
                  <a:pt x="188" y="0"/>
                </a:cubicBezTo>
                <a:cubicBezTo>
                  <a:pt x="231" y="0"/>
                  <a:pt x="270" y="13"/>
                  <a:pt x="303" y="38"/>
                </a:cubicBezTo>
                <a:cubicBezTo>
                  <a:pt x="337" y="65"/>
                  <a:pt x="354" y="98"/>
                  <a:pt x="354" y="139"/>
                </a:cubicBezTo>
                <a:cubicBezTo>
                  <a:pt x="354" y="158"/>
                  <a:pt x="351" y="175"/>
                  <a:pt x="344" y="191"/>
                </a:cubicBezTo>
                <a:cubicBezTo>
                  <a:pt x="337" y="207"/>
                  <a:pt x="329" y="219"/>
                  <a:pt x="320" y="229"/>
                </a:cubicBezTo>
                <a:cubicBezTo>
                  <a:pt x="311" y="239"/>
                  <a:pt x="301" y="247"/>
                  <a:pt x="292" y="255"/>
                </a:cubicBezTo>
                <a:cubicBezTo>
                  <a:pt x="282" y="262"/>
                  <a:pt x="274" y="268"/>
                  <a:pt x="268" y="271"/>
                </a:cubicBezTo>
                <a:cubicBezTo>
                  <a:pt x="262" y="275"/>
                  <a:pt x="258" y="277"/>
                  <a:pt x="258" y="279"/>
                </a:cubicBezTo>
                <a:lnTo>
                  <a:pt x="270" y="287"/>
                </a:lnTo>
                <a:cubicBezTo>
                  <a:pt x="279" y="293"/>
                  <a:pt x="288" y="299"/>
                  <a:pt x="296" y="305"/>
                </a:cubicBezTo>
                <a:cubicBezTo>
                  <a:pt x="305" y="311"/>
                  <a:pt x="310" y="315"/>
                  <a:pt x="311" y="315"/>
                </a:cubicBezTo>
                <a:cubicBezTo>
                  <a:pt x="357" y="351"/>
                  <a:pt x="381" y="397"/>
                  <a:pt x="381" y="452"/>
                </a:cubicBezTo>
                <a:cubicBezTo>
                  <a:pt x="381" y="500"/>
                  <a:pt x="362" y="542"/>
                  <a:pt x="326" y="578"/>
                </a:cubicBezTo>
                <a:cubicBezTo>
                  <a:pt x="291" y="613"/>
                  <a:pt x="245" y="631"/>
                  <a:pt x="189" y="632"/>
                </a:cubicBezTo>
                <a:cubicBezTo>
                  <a:pt x="134" y="632"/>
                  <a:pt x="89" y="616"/>
                  <a:pt x="53" y="585"/>
                </a:cubicBezTo>
                <a:cubicBezTo>
                  <a:pt x="18" y="554"/>
                  <a:pt x="0" y="515"/>
                  <a:pt x="0" y="469"/>
                </a:cubicBezTo>
                <a:cubicBezTo>
                  <a:pt x="0" y="403"/>
                  <a:pt x="39" y="348"/>
                  <a:pt x="118" y="304"/>
                </a:cubicBezTo>
                <a:lnTo>
                  <a:pt x="102" y="292"/>
                </a:lnTo>
                <a:cubicBezTo>
                  <a:pt x="89" y="284"/>
                  <a:pt x="81" y="278"/>
                  <a:pt x="77" y="274"/>
                </a:cubicBezTo>
                <a:cubicBezTo>
                  <a:pt x="42" y="244"/>
                  <a:pt x="25" y="206"/>
                  <a:pt x="25" y="159"/>
                </a:cubicBezTo>
                <a:lnTo>
                  <a:pt x="25" y="229"/>
                </a:lnTo>
                <a:moveTo>
                  <a:pt x="223" y="258"/>
                </a:moveTo>
                <a:lnTo>
                  <a:pt x="228" y="254"/>
                </a:lnTo>
                <a:cubicBezTo>
                  <a:pt x="232" y="251"/>
                  <a:pt x="235" y="250"/>
                  <a:pt x="236" y="248"/>
                </a:cubicBezTo>
                <a:cubicBezTo>
                  <a:pt x="238" y="247"/>
                  <a:pt x="241" y="245"/>
                  <a:pt x="246" y="242"/>
                </a:cubicBezTo>
                <a:cubicBezTo>
                  <a:pt x="250" y="239"/>
                  <a:pt x="254" y="236"/>
                  <a:pt x="257" y="233"/>
                </a:cubicBezTo>
                <a:cubicBezTo>
                  <a:pt x="260" y="230"/>
                  <a:pt x="263" y="226"/>
                  <a:pt x="267" y="222"/>
                </a:cubicBezTo>
                <a:cubicBezTo>
                  <a:pt x="270" y="218"/>
                  <a:pt x="274" y="214"/>
                  <a:pt x="277" y="210"/>
                </a:cubicBezTo>
                <a:cubicBezTo>
                  <a:pt x="280" y="206"/>
                  <a:pt x="283" y="201"/>
                  <a:pt x="286" y="195"/>
                </a:cubicBezTo>
                <a:cubicBezTo>
                  <a:pt x="289" y="189"/>
                  <a:pt x="292" y="184"/>
                  <a:pt x="294" y="180"/>
                </a:cubicBezTo>
                <a:cubicBezTo>
                  <a:pt x="297" y="175"/>
                  <a:pt x="298" y="169"/>
                  <a:pt x="299" y="161"/>
                </a:cubicBezTo>
                <a:cubicBezTo>
                  <a:pt x="299" y="153"/>
                  <a:pt x="300" y="147"/>
                  <a:pt x="301" y="141"/>
                </a:cubicBezTo>
                <a:cubicBezTo>
                  <a:pt x="301" y="115"/>
                  <a:pt x="292" y="92"/>
                  <a:pt x="274" y="74"/>
                </a:cubicBezTo>
                <a:cubicBezTo>
                  <a:pt x="256" y="56"/>
                  <a:pt x="236" y="43"/>
                  <a:pt x="213" y="38"/>
                </a:cubicBezTo>
                <a:cubicBezTo>
                  <a:pt x="208" y="38"/>
                  <a:pt x="198" y="37"/>
                  <a:pt x="182" y="37"/>
                </a:cubicBezTo>
                <a:cubicBezTo>
                  <a:pt x="157" y="37"/>
                  <a:pt x="134" y="45"/>
                  <a:pt x="112" y="62"/>
                </a:cubicBezTo>
                <a:cubicBezTo>
                  <a:pt x="90" y="78"/>
                  <a:pt x="78" y="98"/>
                  <a:pt x="78" y="122"/>
                </a:cubicBezTo>
                <a:cubicBezTo>
                  <a:pt x="78" y="136"/>
                  <a:pt x="82" y="149"/>
                  <a:pt x="90" y="160"/>
                </a:cubicBezTo>
                <a:cubicBezTo>
                  <a:pt x="98" y="172"/>
                  <a:pt x="106" y="181"/>
                  <a:pt x="114" y="187"/>
                </a:cubicBezTo>
                <a:cubicBezTo>
                  <a:pt x="122" y="193"/>
                  <a:pt x="137" y="203"/>
                  <a:pt x="159" y="216"/>
                </a:cubicBezTo>
                <a:cubicBezTo>
                  <a:pt x="164" y="219"/>
                  <a:pt x="167" y="222"/>
                  <a:pt x="170" y="223"/>
                </a:cubicBezTo>
                <a:lnTo>
                  <a:pt x="223" y="258"/>
                </a:lnTo>
                <a:moveTo>
                  <a:pt x="190" y="592"/>
                </a:moveTo>
                <a:cubicBezTo>
                  <a:pt x="225" y="592"/>
                  <a:pt x="256" y="582"/>
                  <a:pt x="281" y="561"/>
                </a:cubicBezTo>
                <a:cubicBezTo>
                  <a:pt x="307" y="540"/>
                  <a:pt x="320" y="515"/>
                  <a:pt x="320" y="486"/>
                </a:cubicBezTo>
                <a:cubicBezTo>
                  <a:pt x="320" y="476"/>
                  <a:pt x="318" y="466"/>
                  <a:pt x="315" y="457"/>
                </a:cubicBezTo>
                <a:cubicBezTo>
                  <a:pt x="312" y="447"/>
                  <a:pt x="309" y="440"/>
                  <a:pt x="304" y="434"/>
                </a:cubicBezTo>
                <a:cubicBezTo>
                  <a:pt x="300" y="428"/>
                  <a:pt x="293" y="421"/>
                  <a:pt x="284" y="414"/>
                </a:cubicBezTo>
                <a:cubicBezTo>
                  <a:pt x="275" y="406"/>
                  <a:pt x="268" y="401"/>
                  <a:pt x="263" y="397"/>
                </a:cubicBezTo>
                <a:cubicBezTo>
                  <a:pt x="258" y="393"/>
                  <a:pt x="249" y="388"/>
                  <a:pt x="236" y="380"/>
                </a:cubicBezTo>
                <a:cubicBezTo>
                  <a:pt x="224" y="372"/>
                  <a:pt x="215" y="366"/>
                  <a:pt x="212" y="364"/>
                </a:cubicBezTo>
                <a:cubicBezTo>
                  <a:pt x="203" y="358"/>
                  <a:pt x="194" y="353"/>
                  <a:pt x="184" y="347"/>
                </a:cubicBezTo>
                <a:cubicBezTo>
                  <a:pt x="174" y="340"/>
                  <a:pt x="166" y="335"/>
                  <a:pt x="160" y="331"/>
                </a:cubicBezTo>
                <a:lnTo>
                  <a:pt x="153" y="326"/>
                </a:lnTo>
                <a:cubicBezTo>
                  <a:pt x="149" y="326"/>
                  <a:pt x="140" y="332"/>
                  <a:pt x="126" y="342"/>
                </a:cubicBezTo>
                <a:cubicBezTo>
                  <a:pt x="112" y="352"/>
                  <a:pt x="98" y="369"/>
                  <a:pt x="82" y="392"/>
                </a:cubicBezTo>
                <a:cubicBezTo>
                  <a:pt x="67" y="416"/>
                  <a:pt x="59" y="441"/>
                  <a:pt x="59" y="468"/>
                </a:cubicBezTo>
                <a:cubicBezTo>
                  <a:pt x="59" y="504"/>
                  <a:pt x="72" y="533"/>
                  <a:pt x="98" y="557"/>
                </a:cubicBezTo>
                <a:cubicBezTo>
                  <a:pt x="124" y="580"/>
                  <a:pt x="155" y="592"/>
                  <a:pt x="190" y="59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413460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2"/>
                  <a:pt x="198" y="4"/>
                  <a:pt x="202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89" y="263"/>
                </a:lnTo>
                <a:cubicBezTo>
                  <a:pt x="552" y="94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0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8" y="43"/>
                </a:lnTo>
                <a:cubicBezTo>
                  <a:pt x="733" y="44"/>
                  <a:pt x="718" y="45"/>
                  <a:pt x="711" y="46"/>
                </a:cubicBezTo>
                <a:cubicBezTo>
                  <a:pt x="704" y="47"/>
                  <a:pt x="699" y="51"/>
                  <a:pt x="693" y="57"/>
                </a:cubicBezTo>
                <a:lnTo>
                  <a:pt x="693" y="572"/>
                </a:lnTo>
                <a:cubicBezTo>
                  <a:pt x="697" y="578"/>
                  <a:pt x="703" y="581"/>
                  <a:pt x="710" y="583"/>
                </a:cubicBezTo>
                <a:cubicBezTo>
                  <a:pt x="717" y="584"/>
                  <a:pt x="733" y="585"/>
                  <a:pt x="758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8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5"/>
                  <a:pt x="581" y="584"/>
                  <a:pt x="587" y="583"/>
                </a:cubicBezTo>
                <a:cubicBezTo>
                  <a:pt x="592" y="581"/>
                  <a:pt x="598" y="578"/>
                  <a:pt x="604" y="572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5"/>
                </a:cubicBezTo>
                <a:cubicBezTo>
                  <a:pt x="604" y="182"/>
                  <a:pt x="604" y="156"/>
                  <a:pt x="604" y="127"/>
                </a:cubicBezTo>
                <a:cubicBezTo>
                  <a:pt x="604" y="97"/>
                  <a:pt x="604" y="77"/>
                  <a:pt x="604" y="65"/>
                </a:cubicBezTo>
                <a:lnTo>
                  <a:pt x="603" y="48"/>
                </a:lnTo>
                <a:cubicBezTo>
                  <a:pt x="461" y="426"/>
                  <a:pt x="389" y="617"/>
                  <a:pt x="386" y="621"/>
                </a:cubicBezTo>
                <a:cubicBezTo>
                  <a:pt x="384" y="625"/>
                  <a:pt x="378" y="627"/>
                  <a:pt x="368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3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3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6" y="625"/>
                  <a:pt x="115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6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8" y="561"/>
                  <a:pt x="91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4437000" y="2361960"/>
            <a:ext cx="206280" cy="226080"/>
          </a:xfrm>
          <a:custGeom>
            <a:avLst/>
            <a:gdLst/>
            <a:ahLst/>
            <a:rect l="0" t="0" r="r" b="b"/>
            <a:pathLst>
              <a:path w="573" h="628">
                <a:moveTo>
                  <a:pt x="95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7"/>
                  <a:pt x="461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09" y="243"/>
                </a:cubicBezTo>
                <a:cubicBezTo>
                  <a:pt x="484" y="269"/>
                  <a:pt x="451" y="287"/>
                  <a:pt x="411" y="297"/>
                </a:cubicBezTo>
                <a:lnTo>
                  <a:pt x="402" y="300"/>
                </a:lnTo>
                <a:cubicBezTo>
                  <a:pt x="446" y="306"/>
                  <a:pt x="486" y="322"/>
                  <a:pt x="520" y="351"/>
                </a:cubicBezTo>
                <a:cubicBezTo>
                  <a:pt x="555" y="379"/>
                  <a:pt x="573" y="414"/>
                  <a:pt x="573" y="456"/>
                </a:cubicBezTo>
                <a:cubicBezTo>
                  <a:pt x="573" y="498"/>
                  <a:pt x="557" y="534"/>
                  <a:pt x="526" y="566"/>
                </a:cubicBezTo>
                <a:cubicBezTo>
                  <a:pt x="494" y="598"/>
                  <a:pt x="453" y="618"/>
                  <a:pt x="405" y="625"/>
                </a:cubicBezTo>
                <a:cubicBezTo>
                  <a:pt x="397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2" y="584"/>
                  <a:pt x="77" y="583"/>
                </a:cubicBezTo>
                <a:cubicBezTo>
                  <a:pt x="83" y="581"/>
                  <a:pt x="88" y="578"/>
                  <a:pt x="95" y="572"/>
                </a:cubicBezTo>
                <a:lnTo>
                  <a:pt x="95" y="57"/>
                </a:lnTo>
                <a:moveTo>
                  <a:pt x="443" y="157"/>
                </a:moveTo>
                <a:cubicBezTo>
                  <a:pt x="443" y="128"/>
                  <a:pt x="435" y="104"/>
                  <a:pt x="419" y="83"/>
                </a:cubicBezTo>
                <a:cubicBezTo>
                  <a:pt x="403" y="62"/>
                  <a:pt x="382" y="49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7" y="44"/>
                  <a:pt x="327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5" y="44"/>
                </a:cubicBezTo>
                <a:cubicBezTo>
                  <a:pt x="195" y="45"/>
                  <a:pt x="190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1" y="285"/>
                </a:lnTo>
                <a:lnTo>
                  <a:pt x="338" y="284"/>
                </a:lnTo>
                <a:lnTo>
                  <a:pt x="347" y="282"/>
                </a:lnTo>
                <a:cubicBezTo>
                  <a:pt x="349" y="281"/>
                  <a:pt x="353" y="280"/>
                  <a:pt x="357" y="279"/>
                </a:cubicBezTo>
                <a:cubicBezTo>
                  <a:pt x="361" y="278"/>
                  <a:pt x="369" y="274"/>
                  <a:pt x="380" y="267"/>
                </a:cubicBezTo>
                <a:cubicBezTo>
                  <a:pt x="391" y="260"/>
                  <a:pt x="401" y="253"/>
                  <a:pt x="409" y="245"/>
                </a:cubicBezTo>
                <a:cubicBezTo>
                  <a:pt x="418" y="237"/>
                  <a:pt x="425" y="225"/>
                  <a:pt x="432" y="209"/>
                </a:cubicBezTo>
                <a:cubicBezTo>
                  <a:pt x="439" y="193"/>
                  <a:pt x="442" y="176"/>
                  <a:pt x="443" y="157"/>
                </a:cubicBezTo>
                <a:moveTo>
                  <a:pt x="467" y="455"/>
                </a:moveTo>
                <a:cubicBezTo>
                  <a:pt x="467" y="424"/>
                  <a:pt x="458" y="395"/>
                  <a:pt x="441" y="369"/>
                </a:cubicBezTo>
                <a:cubicBezTo>
                  <a:pt x="424" y="343"/>
                  <a:pt x="400" y="326"/>
                  <a:pt x="369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3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1" y="585"/>
                  <a:pt x="370" y="583"/>
                  <a:pt x="381" y="579"/>
                </a:cubicBezTo>
                <a:cubicBezTo>
                  <a:pt x="407" y="570"/>
                  <a:pt x="428" y="555"/>
                  <a:pt x="443" y="532"/>
                </a:cubicBezTo>
                <a:cubicBezTo>
                  <a:pt x="458" y="510"/>
                  <a:pt x="466" y="484"/>
                  <a:pt x="467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4762800" y="2498400"/>
            <a:ext cx="201600" cy="13680"/>
          </a:xfrm>
          <a:custGeom>
            <a:avLst/>
            <a:gdLst/>
            <a:ahLst/>
            <a:rect l="0" t="0" r="r" b="b"/>
            <a:pathLst>
              <a:path w="560" h="38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2" y="0"/>
                </a:cubicBezTo>
                <a:lnTo>
                  <a:pt x="546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7"/>
                  <a:pt x="556" y="33"/>
                  <a:pt x="546" y="38"/>
                </a:cubicBezTo>
                <a:lnTo>
                  <a:pt x="12" y="38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5081760" y="2367720"/>
            <a:ext cx="132120" cy="227520"/>
          </a:xfrm>
          <a:custGeom>
            <a:avLst/>
            <a:gdLst/>
            <a:ahLst/>
            <a:rect l="0" t="0" r="r" b="b"/>
            <a:pathLst>
              <a:path w="367" h="632">
                <a:moveTo>
                  <a:pt x="104" y="468"/>
                </a:moveTo>
                <a:cubicBezTo>
                  <a:pt x="104" y="482"/>
                  <a:pt x="100" y="495"/>
                  <a:pt x="90" y="504"/>
                </a:cubicBezTo>
                <a:cubicBezTo>
                  <a:pt x="80" y="514"/>
                  <a:pt x="68" y="519"/>
                  <a:pt x="54" y="519"/>
                </a:cubicBezTo>
                <a:lnTo>
                  <a:pt x="48" y="519"/>
                </a:lnTo>
                <a:cubicBezTo>
                  <a:pt x="76" y="567"/>
                  <a:pt x="113" y="591"/>
                  <a:pt x="159" y="591"/>
                </a:cubicBezTo>
                <a:cubicBezTo>
                  <a:pt x="202" y="591"/>
                  <a:pt x="233" y="573"/>
                  <a:pt x="253" y="536"/>
                </a:cubicBezTo>
                <a:cubicBezTo>
                  <a:pt x="265" y="516"/>
                  <a:pt x="270" y="477"/>
                  <a:pt x="270" y="419"/>
                </a:cubicBezTo>
                <a:cubicBezTo>
                  <a:pt x="270" y="356"/>
                  <a:pt x="262" y="314"/>
                  <a:pt x="246" y="292"/>
                </a:cubicBezTo>
                <a:cubicBezTo>
                  <a:pt x="230" y="271"/>
                  <a:pt x="212" y="261"/>
                  <a:pt x="192" y="261"/>
                </a:cubicBezTo>
                <a:lnTo>
                  <a:pt x="187" y="261"/>
                </a:lnTo>
                <a:cubicBezTo>
                  <a:pt x="139" y="261"/>
                  <a:pt x="103" y="282"/>
                  <a:pt x="79" y="324"/>
                </a:cubicBezTo>
                <a:cubicBezTo>
                  <a:pt x="76" y="328"/>
                  <a:pt x="74" y="330"/>
                  <a:pt x="72" y="331"/>
                </a:cubicBezTo>
                <a:cubicBezTo>
                  <a:pt x="70" y="332"/>
                  <a:pt x="66" y="332"/>
                  <a:pt x="59" y="333"/>
                </a:cubicBezTo>
                <a:cubicBezTo>
                  <a:pt x="48" y="333"/>
                  <a:pt x="42" y="331"/>
                  <a:pt x="41" y="327"/>
                </a:cubicBezTo>
                <a:cubicBezTo>
                  <a:pt x="40" y="325"/>
                  <a:pt x="39" y="271"/>
                  <a:pt x="39" y="167"/>
                </a:cubicBezTo>
                <a:lnTo>
                  <a:pt x="39" y="47"/>
                </a:lnTo>
                <a:cubicBezTo>
                  <a:pt x="39" y="17"/>
                  <a:pt x="41" y="2"/>
                  <a:pt x="44" y="2"/>
                </a:cubicBezTo>
                <a:cubicBezTo>
                  <a:pt x="45" y="0"/>
                  <a:pt x="46" y="0"/>
                  <a:pt x="48" y="0"/>
                </a:cubicBezTo>
                <a:cubicBezTo>
                  <a:pt x="48" y="0"/>
                  <a:pt x="55" y="2"/>
                  <a:pt x="67" y="7"/>
                </a:cubicBezTo>
                <a:cubicBezTo>
                  <a:pt x="79" y="12"/>
                  <a:pt x="96" y="17"/>
                  <a:pt x="117" y="22"/>
                </a:cubicBezTo>
                <a:cubicBezTo>
                  <a:pt x="139" y="27"/>
                  <a:pt x="162" y="29"/>
                  <a:pt x="186" y="29"/>
                </a:cubicBezTo>
                <a:cubicBezTo>
                  <a:pt x="229" y="29"/>
                  <a:pt x="271" y="21"/>
                  <a:pt x="312" y="3"/>
                </a:cubicBezTo>
                <a:cubicBezTo>
                  <a:pt x="317" y="1"/>
                  <a:pt x="321" y="0"/>
                  <a:pt x="324" y="0"/>
                </a:cubicBezTo>
                <a:cubicBezTo>
                  <a:pt x="329" y="0"/>
                  <a:pt x="331" y="5"/>
                  <a:pt x="331" y="16"/>
                </a:cubicBezTo>
                <a:lnTo>
                  <a:pt x="331" y="28"/>
                </a:lnTo>
                <a:cubicBezTo>
                  <a:pt x="280" y="89"/>
                  <a:pt x="217" y="118"/>
                  <a:pt x="142" y="118"/>
                </a:cubicBezTo>
                <a:cubicBezTo>
                  <a:pt x="123" y="118"/>
                  <a:pt x="106" y="116"/>
                  <a:pt x="91" y="113"/>
                </a:cubicBezTo>
                <a:lnTo>
                  <a:pt x="81" y="111"/>
                </a:lnTo>
                <a:lnTo>
                  <a:pt x="81" y="269"/>
                </a:lnTo>
                <a:cubicBezTo>
                  <a:pt x="93" y="260"/>
                  <a:pt x="102" y="253"/>
                  <a:pt x="109" y="248"/>
                </a:cubicBezTo>
                <a:cubicBezTo>
                  <a:pt x="116" y="244"/>
                  <a:pt x="127" y="239"/>
                  <a:pt x="142" y="234"/>
                </a:cubicBezTo>
                <a:cubicBezTo>
                  <a:pt x="157" y="229"/>
                  <a:pt x="173" y="226"/>
                  <a:pt x="189" y="226"/>
                </a:cubicBezTo>
                <a:cubicBezTo>
                  <a:pt x="238" y="226"/>
                  <a:pt x="280" y="246"/>
                  <a:pt x="315" y="286"/>
                </a:cubicBezTo>
                <a:cubicBezTo>
                  <a:pt x="350" y="326"/>
                  <a:pt x="367" y="373"/>
                  <a:pt x="367" y="427"/>
                </a:cubicBezTo>
                <a:cubicBezTo>
                  <a:pt x="367" y="484"/>
                  <a:pt x="347" y="532"/>
                  <a:pt x="308" y="571"/>
                </a:cubicBezTo>
                <a:cubicBezTo>
                  <a:pt x="268" y="611"/>
                  <a:pt x="220" y="631"/>
                  <a:pt x="164" y="632"/>
                </a:cubicBezTo>
                <a:cubicBezTo>
                  <a:pt x="114" y="632"/>
                  <a:pt x="75" y="615"/>
                  <a:pt x="45" y="582"/>
                </a:cubicBezTo>
                <a:cubicBezTo>
                  <a:pt x="15" y="549"/>
                  <a:pt x="0" y="512"/>
                  <a:pt x="0" y="470"/>
                </a:cubicBezTo>
                <a:cubicBezTo>
                  <a:pt x="0" y="456"/>
                  <a:pt x="3" y="444"/>
                  <a:pt x="10" y="436"/>
                </a:cubicBezTo>
                <a:cubicBezTo>
                  <a:pt x="17" y="427"/>
                  <a:pt x="24" y="421"/>
                  <a:pt x="31" y="419"/>
                </a:cubicBezTo>
                <a:cubicBezTo>
                  <a:pt x="38" y="417"/>
                  <a:pt x="45" y="415"/>
                  <a:pt x="52" y="415"/>
                </a:cubicBezTo>
                <a:cubicBezTo>
                  <a:pt x="67" y="415"/>
                  <a:pt x="80" y="421"/>
                  <a:pt x="90" y="431"/>
                </a:cubicBezTo>
                <a:cubicBezTo>
                  <a:pt x="100" y="441"/>
                  <a:pt x="104" y="454"/>
                  <a:pt x="104" y="468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5257800" y="2367720"/>
            <a:ext cx="113760" cy="220320"/>
          </a:xfrm>
          <a:custGeom>
            <a:avLst/>
            <a:gdLst/>
            <a:ahLst/>
            <a:rect l="0" t="0" r="r" b="b"/>
            <a:pathLst>
              <a:path w="316" h="612">
                <a:moveTo>
                  <a:pt x="120" y="80"/>
                </a:moveTo>
                <a:lnTo>
                  <a:pt x="108" y="85"/>
                </a:lnTo>
                <a:cubicBezTo>
                  <a:pt x="99" y="88"/>
                  <a:pt x="87" y="91"/>
                  <a:pt x="71" y="94"/>
                </a:cubicBezTo>
                <a:cubicBezTo>
                  <a:pt x="55" y="97"/>
                  <a:pt x="37" y="99"/>
                  <a:pt x="17" y="101"/>
                </a:cubicBezTo>
                <a:lnTo>
                  <a:pt x="0" y="101"/>
                </a:lnTo>
                <a:lnTo>
                  <a:pt x="0" y="58"/>
                </a:lnTo>
                <a:lnTo>
                  <a:pt x="17" y="58"/>
                </a:lnTo>
                <a:cubicBezTo>
                  <a:pt x="47" y="57"/>
                  <a:pt x="73" y="53"/>
                  <a:pt x="98" y="45"/>
                </a:cubicBezTo>
                <a:cubicBezTo>
                  <a:pt x="122" y="37"/>
                  <a:pt x="140" y="29"/>
                  <a:pt x="149" y="23"/>
                </a:cubicBezTo>
                <a:cubicBezTo>
                  <a:pt x="159" y="16"/>
                  <a:pt x="168" y="9"/>
                  <a:pt x="175" y="3"/>
                </a:cubicBezTo>
                <a:cubicBezTo>
                  <a:pt x="176" y="1"/>
                  <a:pt x="180" y="0"/>
                  <a:pt x="186" y="0"/>
                </a:cubicBezTo>
                <a:cubicBezTo>
                  <a:pt x="191" y="0"/>
                  <a:pt x="197" y="2"/>
                  <a:pt x="202" y="5"/>
                </a:cubicBezTo>
                <a:lnTo>
                  <a:pt x="202" y="280"/>
                </a:lnTo>
                <a:lnTo>
                  <a:pt x="202" y="556"/>
                </a:lnTo>
                <a:cubicBezTo>
                  <a:pt x="207" y="560"/>
                  <a:pt x="210" y="563"/>
                  <a:pt x="214" y="564"/>
                </a:cubicBezTo>
                <a:cubicBezTo>
                  <a:pt x="217" y="565"/>
                  <a:pt x="224" y="566"/>
                  <a:pt x="236" y="568"/>
                </a:cubicBezTo>
                <a:cubicBezTo>
                  <a:pt x="247" y="569"/>
                  <a:pt x="266" y="569"/>
                  <a:pt x="292" y="569"/>
                </a:cubicBezTo>
                <a:lnTo>
                  <a:pt x="316" y="569"/>
                </a:lnTo>
                <a:lnTo>
                  <a:pt x="316" y="612"/>
                </a:lnTo>
                <a:lnTo>
                  <a:pt x="306" y="612"/>
                </a:lnTo>
                <a:cubicBezTo>
                  <a:pt x="293" y="610"/>
                  <a:pt x="245" y="609"/>
                  <a:pt x="160" y="609"/>
                </a:cubicBezTo>
                <a:cubicBezTo>
                  <a:pt x="77" y="609"/>
                  <a:pt x="28" y="610"/>
                  <a:pt x="15" y="612"/>
                </a:cubicBezTo>
                <a:lnTo>
                  <a:pt x="4" y="612"/>
                </a:lnTo>
                <a:lnTo>
                  <a:pt x="4" y="569"/>
                </a:lnTo>
                <a:lnTo>
                  <a:pt x="28" y="569"/>
                </a:lnTo>
                <a:cubicBezTo>
                  <a:pt x="42" y="569"/>
                  <a:pt x="54" y="569"/>
                  <a:pt x="64" y="569"/>
                </a:cubicBezTo>
                <a:cubicBezTo>
                  <a:pt x="74" y="569"/>
                  <a:pt x="81" y="569"/>
                  <a:pt x="87" y="569"/>
                </a:cubicBezTo>
                <a:cubicBezTo>
                  <a:pt x="92" y="568"/>
                  <a:pt x="97" y="567"/>
                  <a:pt x="102" y="566"/>
                </a:cubicBezTo>
                <a:cubicBezTo>
                  <a:pt x="106" y="565"/>
                  <a:pt x="108" y="564"/>
                  <a:pt x="109" y="564"/>
                </a:cubicBezTo>
                <a:cubicBezTo>
                  <a:pt x="110" y="564"/>
                  <a:pt x="111" y="562"/>
                  <a:pt x="114" y="559"/>
                </a:cubicBezTo>
                <a:cubicBezTo>
                  <a:pt x="117" y="556"/>
                  <a:pt x="119" y="555"/>
                  <a:pt x="120" y="556"/>
                </a:cubicBezTo>
                <a:lnTo>
                  <a:pt x="120" y="8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541188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6" y="79"/>
                  <a:pt x="49" y="47"/>
                </a:cubicBezTo>
                <a:cubicBezTo>
                  <a:pt x="81" y="16"/>
                  <a:pt x="122" y="0"/>
                  <a:pt x="171" y="0"/>
                </a:cubicBezTo>
                <a:cubicBezTo>
                  <a:pt x="226" y="0"/>
                  <a:pt x="273" y="17"/>
                  <a:pt x="310" y="51"/>
                </a:cubicBezTo>
                <a:cubicBezTo>
                  <a:pt x="347" y="85"/>
                  <a:pt x="366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9" y="437"/>
                  <a:pt x="140" y="475"/>
                </a:cubicBezTo>
                <a:lnTo>
                  <a:pt x="84" y="526"/>
                </a:lnTo>
                <a:lnTo>
                  <a:pt x="155" y="527"/>
                </a:lnTo>
                <a:cubicBezTo>
                  <a:pt x="251" y="527"/>
                  <a:pt x="302" y="526"/>
                  <a:pt x="308" y="523"/>
                </a:cubicBezTo>
                <a:cubicBezTo>
                  <a:pt x="313" y="521"/>
                  <a:pt x="320" y="494"/>
                  <a:pt x="330" y="441"/>
                </a:cubicBezTo>
                <a:lnTo>
                  <a:pt x="330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6" y="443"/>
                  <a:pt x="362" y="471"/>
                  <a:pt x="355" y="524"/>
                </a:cubicBezTo>
                <a:cubicBezTo>
                  <a:pt x="348" y="578"/>
                  <a:pt x="343" y="606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9" y="565"/>
                  <a:pt x="18" y="554"/>
                  <a:pt x="33" y="537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6" y="435"/>
                  <a:pt x="137" y="423"/>
                  <a:pt x="142" y="417"/>
                </a:cubicBezTo>
                <a:cubicBezTo>
                  <a:pt x="148" y="411"/>
                  <a:pt x="157" y="401"/>
                  <a:pt x="169" y="387"/>
                </a:cubicBezTo>
                <a:cubicBezTo>
                  <a:pt x="181" y="373"/>
                  <a:pt x="190" y="362"/>
                  <a:pt x="195" y="356"/>
                </a:cubicBezTo>
                <a:cubicBezTo>
                  <a:pt x="199" y="349"/>
                  <a:pt x="206" y="340"/>
                  <a:pt x="216" y="328"/>
                </a:cubicBezTo>
                <a:cubicBezTo>
                  <a:pt x="225" y="317"/>
                  <a:pt x="231" y="307"/>
                  <a:pt x="235" y="299"/>
                </a:cubicBezTo>
                <a:cubicBezTo>
                  <a:pt x="239" y="291"/>
                  <a:pt x="243" y="282"/>
                  <a:pt x="249" y="272"/>
                </a:cubicBezTo>
                <a:cubicBezTo>
                  <a:pt x="254" y="262"/>
                  <a:pt x="258" y="253"/>
                  <a:pt x="261" y="243"/>
                </a:cubicBezTo>
                <a:cubicBezTo>
                  <a:pt x="263" y="233"/>
                  <a:pt x="265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9" y="113"/>
                  <a:pt x="239" y="85"/>
                </a:cubicBezTo>
                <a:cubicBezTo>
                  <a:pt x="218" y="57"/>
                  <a:pt x="188" y="43"/>
                  <a:pt x="150" y="43"/>
                </a:cubicBezTo>
                <a:cubicBezTo>
                  <a:pt x="129" y="43"/>
                  <a:pt x="111" y="48"/>
                  <a:pt x="95" y="58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4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4" y="128"/>
                  <a:pt x="110" y="143"/>
                  <a:pt x="110" y="162"/>
                </a:cubicBezTo>
                <a:cubicBezTo>
                  <a:pt x="110" y="177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565272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69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0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90" y="263"/>
                </a:lnTo>
                <a:cubicBezTo>
                  <a:pt x="553" y="94"/>
                  <a:pt x="586" y="8"/>
                  <a:pt x="587" y="8"/>
                </a:cubicBezTo>
                <a:cubicBezTo>
                  <a:pt x="589" y="4"/>
                  <a:pt x="593" y="2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4"/>
                  <a:pt x="717" y="45"/>
                  <a:pt x="711" y="46"/>
                </a:cubicBezTo>
                <a:cubicBezTo>
                  <a:pt x="704" y="47"/>
                  <a:pt x="698" y="51"/>
                  <a:pt x="694" y="57"/>
                </a:cubicBezTo>
                <a:lnTo>
                  <a:pt x="694" y="572"/>
                </a:lnTo>
                <a:cubicBezTo>
                  <a:pt x="698" y="578"/>
                  <a:pt x="703" y="581"/>
                  <a:pt x="710" y="583"/>
                </a:cubicBezTo>
                <a:cubicBezTo>
                  <a:pt x="716" y="584"/>
                  <a:pt x="732" y="585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9" y="625"/>
                  <a:pt x="526" y="626"/>
                  <a:pt x="521" y="628"/>
                </a:cubicBezTo>
                <a:lnTo>
                  <a:pt x="511" y="628"/>
                </a:lnTo>
                <a:lnTo>
                  <a:pt x="511" y="585"/>
                </a:lnTo>
                <a:lnTo>
                  <a:pt x="541" y="585"/>
                </a:lnTo>
                <a:cubicBezTo>
                  <a:pt x="567" y="585"/>
                  <a:pt x="582" y="584"/>
                  <a:pt x="588" y="583"/>
                </a:cubicBezTo>
                <a:cubicBezTo>
                  <a:pt x="593" y="581"/>
                  <a:pt x="599" y="578"/>
                  <a:pt x="605" y="572"/>
                </a:cubicBezTo>
                <a:lnTo>
                  <a:pt x="605" y="309"/>
                </a:lnTo>
                <a:cubicBezTo>
                  <a:pt x="605" y="262"/>
                  <a:pt x="605" y="227"/>
                  <a:pt x="605" y="205"/>
                </a:cubicBezTo>
                <a:cubicBezTo>
                  <a:pt x="605" y="182"/>
                  <a:pt x="605" y="156"/>
                  <a:pt x="605" y="127"/>
                </a:cubicBezTo>
                <a:cubicBezTo>
                  <a:pt x="605" y="97"/>
                  <a:pt x="605" y="77"/>
                  <a:pt x="605" y="65"/>
                </a:cubicBezTo>
                <a:lnTo>
                  <a:pt x="604" y="48"/>
                </a:lnTo>
                <a:cubicBezTo>
                  <a:pt x="462" y="426"/>
                  <a:pt x="388" y="617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2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5955120" y="236196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40" y="0"/>
                  <a:pt x="374" y="2"/>
                  <a:pt x="396" y="5"/>
                </a:cubicBezTo>
                <a:cubicBezTo>
                  <a:pt x="418" y="8"/>
                  <a:pt x="440" y="17"/>
                  <a:pt x="462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10" y="243"/>
                </a:cubicBezTo>
                <a:cubicBezTo>
                  <a:pt x="485" y="269"/>
                  <a:pt x="452" y="287"/>
                  <a:pt x="412" y="297"/>
                </a:cubicBezTo>
                <a:lnTo>
                  <a:pt x="403" y="300"/>
                </a:lnTo>
                <a:cubicBezTo>
                  <a:pt x="447" y="306"/>
                  <a:pt x="487" y="322"/>
                  <a:pt x="521" y="351"/>
                </a:cubicBezTo>
                <a:cubicBezTo>
                  <a:pt x="555" y="379"/>
                  <a:pt x="572" y="414"/>
                  <a:pt x="572" y="456"/>
                </a:cubicBezTo>
                <a:cubicBezTo>
                  <a:pt x="572" y="498"/>
                  <a:pt x="557" y="534"/>
                  <a:pt x="525" y="566"/>
                </a:cubicBezTo>
                <a:cubicBezTo>
                  <a:pt x="494" y="598"/>
                  <a:pt x="454" y="618"/>
                  <a:pt x="405" y="625"/>
                </a:cubicBezTo>
                <a:cubicBezTo>
                  <a:pt x="397" y="626"/>
                  <a:pt x="328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3"/>
                </a:cubicBezTo>
                <a:cubicBezTo>
                  <a:pt x="82" y="581"/>
                  <a:pt x="88" y="578"/>
                  <a:pt x="94" y="572"/>
                </a:cubicBezTo>
                <a:lnTo>
                  <a:pt x="94" y="57"/>
                </a:lnTo>
                <a:moveTo>
                  <a:pt x="444" y="157"/>
                </a:moveTo>
                <a:cubicBezTo>
                  <a:pt x="444" y="128"/>
                  <a:pt x="436" y="104"/>
                  <a:pt x="420" y="83"/>
                </a:cubicBezTo>
                <a:cubicBezTo>
                  <a:pt x="404" y="62"/>
                  <a:pt x="383" y="49"/>
                  <a:pt x="357" y="44"/>
                </a:cubicBezTo>
                <a:cubicBezTo>
                  <a:pt x="356" y="44"/>
                  <a:pt x="352" y="44"/>
                  <a:pt x="345" y="44"/>
                </a:cubicBezTo>
                <a:cubicBezTo>
                  <a:pt x="337" y="44"/>
                  <a:pt x="328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4" y="44"/>
                </a:cubicBezTo>
                <a:cubicBezTo>
                  <a:pt x="195" y="45"/>
                  <a:pt x="189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0" y="285"/>
                </a:lnTo>
                <a:lnTo>
                  <a:pt x="338" y="284"/>
                </a:lnTo>
                <a:lnTo>
                  <a:pt x="348" y="282"/>
                </a:lnTo>
                <a:cubicBezTo>
                  <a:pt x="350" y="281"/>
                  <a:pt x="353" y="280"/>
                  <a:pt x="358" y="279"/>
                </a:cubicBezTo>
                <a:cubicBezTo>
                  <a:pt x="362" y="278"/>
                  <a:pt x="370" y="274"/>
                  <a:pt x="381" y="267"/>
                </a:cubicBezTo>
                <a:cubicBezTo>
                  <a:pt x="392" y="260"/>
                  <a:pt x="401" y="253"/>
                  <a:pt x="410" y="245"/>
                </a:cubicBezTo>
                <a:cubicBezTo>
                  <a:pt x="418" y="237"/>
                  <a:pt x="426" y="225"/>
                  <a:pt x="433" y="209"/>
                </a:cubicBezTo>
                <a:cubicBezTo>
                  <a:pt x="440" y="193"/>
                  <a:pt x="443" y="176"/>
                  <a:pt x="444" y="157"/>
                </a:cubicBezTo>
                <a:moveTo>
                  <a:pt x="468" y="455"/>
                </a:moveTo>
                <a:cubicBezTo>
                  <a:pt x="468" y="424"/>
                  <a:pt x="459" y="395"/>
                  <a:pt x="442" y="369"/>
                </a:cubicBezTo>
                <a:cubicBezTo>
                  <a:pt x="425" y="343"/>
                  <a:pt x="401" y="326"/>
                  <a:pt x="370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2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2" y="585"/>
                  <a:pt x="370" y="583"/>
                  <a:pt x="381" y="579"/>
                </a:cubicBezTo>
                <a:cubicBezTo>
                  <a:pt x="408" y="570"/>
                  <a:pt x="429" y="555"/>
                  <a:pt x="444" y="532"/>
                </a:cubicBezTo>
                <a:cubicBezTo>
                  <a:pt x="459" y="510"/>
                  <a:pt x="467" y="484"/>
                  <a:pt x="468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3745800" y="2825640"/>
            <a:ext cx="137520" cy="227160"/>
          </a:xfrm>
          <a:custGeom>
            <a:avLst/>
            <a:gdLst/>
            <a:ahLst/>
            <a:rect l="0" t="0" r="r" b="b"/>
            <a:pathLst>
              <a:path w="382" h="631">
                <a:moveTo>
                  <a:pt x="79" y="186"/>
                </a:moveTo>
                <a:cubicBezTo>
                  <a:pt x="63" y="186"/>
                  <a:pt x="50" y="181"/>
                  <a:pt x="40" y="171"/>
                </a:cubicBezTo>
                <a:cubicBezTo>
                  <a:pt x="30" y="160"/>
                  <a:pt x="25" y="147"/>
                  <a:pt x="25" y="130"/>
                </a:cubicBezTo>
                <a:cubicBezTo>
                  <a:pt x="25" y="97"/>
                  <a:pt x="40" y="67"/>
                  <a:pt x="70" y="40"/>
                </a:cubicBezTo>
                <a:cubicBezTo>
                  <a:pt x="99" y="13"/>
                  <a:pt x="135" y="0"/>
                  <a:pt x="176" y="0"/>
                </a:cubicBezTo>
                <a:cubicBezTo>
                  <a:pt x="198" y="0"/>
                  <a:pt x="211" y="0"/>
                  <a:pt x="217" y="1"/>
                </a:cubicBezTo>
                <a:cubicBezTo>
                  <a:pt x="262" y="8"/>
                  <a:pt x="296" y="24"/>
                  <a:pt x="320" y="50"/>
                </a:cubicBezTo>
                <a:cubicBezTo>
                  <a:pt x="344" y="76"/>
                  <a:pt x="356" y="103"/>
                  <a:pt x="357" y="132"/>
                </a:cubicBezTo>
                <a:cubicBezTo>
                  <a:pt x="357" y="164"/>
                  <a:pt x="347" y="195"/>
                  <a:pt x="326" y="225"/>
                </a:cubicBezTo>
                <a:cubicBezTo>
                  <a:pt x="305" y="255"/>
                  <a:pt x="276" y="276"/>
                  <a:pt x="240" y="290"/>
                </a:cubicBezTo>
                <a:lnTo>
                  <a:pt x="237" y="292"/>
                </a:lnTo>
                <a:cubicBezTo>
                  <a:pt x="237" y="292"/>
                  <a:pt x="240" y="293"/>
                  <a:pt x="245" y="294"/>
                </a:cubicBezTo>
                <a:cubicBezTo>
                  <a:pt x="251" y="296"/>
                  <a:pt x="259" y="298"/>
                  <a:pt x="272" y="303"/>
                </a:cubicBezTo>
                <a:cubicBezTo>
                  <a:pt x="284" y="307"/>
                  <a:pt x="296" y="313"/>
                  <a:pt x="307" y="322"/>
                </a:cubicBezTo>
                <a:cubicBezTo>
                  <a:pt x="357" y="354"/>
                  <a:pt x="382" y="397"/>
                  <a:pt x="382" y="450"/>
                </a:cubicBezTo>
                <a:cubicBezTo>
                  <a:pt x="382" y="499"/>
                  <a:pt x="363" y="541"/>
                  <a:pt x="325" y="577"/>
                </a:cubicBezTo>
                <a:cubicBezTo>
                  <a:pt x="287" y="613"/>
                  <a:pt x="239" y="631"/>
                  <a:pt x="181" y="631"/>
                </a:cubicBezTo>
                <a:cubicBezTo>
                  <a:pt x="132" y="631"/>
                  <a:pt x="90" y="618"/>
                  <a:pt x="54" y="592"/>
                </a:cubicBezTo>
                <a:cubicBezTo>
                  <a:pt x="18" y="565"/>
                  <a:pt x="0" y="532"/>
                  <a:pt x="0" y="492"/>
                </a:cubicBezTo>
                <a:cubicBezTo>
                  <a:pt x="0" y="475"/>
                  <a:pt x="6" y="461"/>
                  <a:pt x="17" y="450"/>
                </a:cubicBezTo>
                <a:cubicBezTo>
                  <a:pt x="28" y="440"/>
                  <a:pt x="41" y="434"/>
                  <a:pt x="59" y="434"/>
                </a:cubicBezTo>
                <a:cubicBezTo>
                  <a:pt x="76" y="434"/>
                  <a:pt x="90" y="439"/>
                  <a:pt x="101" y="450"/>
                </a:cubicBezTo>
                <a:cubicBezTo>
                  <a:pt x="112" y="461"/>
                  <a:pt x="118" y="475"/>
                  <a:pt x="118" y="492"/>
                </a:cubicBezTo>
                <a:cubicBezTo>
                  <a:pt x="118" y="498"/>
                  <a:pt x="117" y="504"/>
                  <a:pt x="115" y="510"/>
                </a:cubicBezTo>
                <a:cubicBezTo>
                  <a:pt x="113" y="515"/>
                  <a:pt x="111" y="520"/>
                  <a:pt x="108" y="525"/>
                </a:cubicBezTo>
                <a:cubicBezTo>
                  <a:pt x="106" y="529"/>
                  <a:pt x="103" y="533"/>
                  <a:pt x="98" y="536"/>
                </a:cubicBezTo>
                <a:cubicBezTo>
                  <a:pt x="94" y="539"/>
                  <a:pt x="90" y="541"/>
                  <a:pt x="87" y="543"/>
                </a:cubicBezTo>
                <a:cubicBezTo>
                  <a:pt x="84" y="545"/>
                  <a:pt x="81" y="546"/>
                  <a:pt x="78" y="547"/>
                </a:cubicBezTo>
                <a:cubicBezTo>
                  <a:pt x="75" y="547"/>
                  <a:pt x="73" y="548"/>
                  <a:pt x="71" y="549"/>
                </a:cubicBezTo>
                <a:lnTo>
                  <a:pt x="67" y="550"/>
                </a:lnTo>
                <a:cubicBezTo>
                  <a:pt x="98" y="578"/>
                  <a:pt x="136" y="592"/>
                  <a:pt x="181" y="592"/>
                </a:cubicBezTo>
                <a:cubicBezTo>
                  <a:pt x="214" y="592"/>
                  <a:pt x="240" y="575"/>
                  <a:pt x="257" y="543"/>
                </a:cubicBezTo>
                <a:cubicBezTo>
                  <a:pt x="267" y="523"/>
                  <a:pt x="273" y="492"/>
                  <a:pt x="273" y="450"/>
                </a:cubicBezTo>
                <a:lnTo>
                  <a:pt x="273" y="432"/>
                </a:lnTo>
                <a:cubicBezTo>
                  <a:pt x="273" y="374"/>
                  <a:pt x="253" y="335"/>
                  <a:pt x="214" y="316"/>
                </a:cubicBezTo>
                <a:cubicBezTo>
                  <a:pt x="205" y="312"/>
                  <a:pt x="186" y="310"/>
                  <a:pt x="158" y="309"/>
                </a:cubicBezTo>
                <a:lnTo>
                  <a:pt x="119" y="308"/>
                </a:lnTo>
                <a:lnTo>
                  <a:pt x="117" y="306"/>
                </a:lnTo>
                <a:cubicBezTo>
                  <a:pt x="115" y="305"/>
                  <a:pt x="115" y="300"/>
                  <a:pt x="115" y="292"/>
                </a:cubicBezTo>
                <a:cubicBezTo>
                  <a:pt x="115" y="281"/>
                  <a:pt x="117" y="275"/>
                  <a:pt x="122" y="275"/>
                </a:cubicBezTo>
                <a:cubicBezTo>
                  <a:pt x="139" y="275"/>
                  <a:pt x="157" y="274"/>
                  <a:pt x="175" y="271"/>
                </a:cubicBezTo>
                <a:cubicBezTo>
                  <a:pt x="196" y="268"/>
                  <a:pt x="215" y="255"/>
                  <a:pt x="232" y="232"/>
                </a:cubicBezTo>
                <a:cubicBezTo>
                  <a:pt x="249" y="209"/>
                  <a:pt x="258" y="175"/>
                  <a:pt x="258" y="129"/>
                </a:cubicBezTo>
                <a:lnTo>
                  <a:pt x="258" y="122"/>
                </a:lnTo>
                <a:cubicBezTo>
                  <a:pt x="258" y="87"/>
                  <a:pt x="247" y="63"/>
                  <a:pt x="226" y="50"/>
                </a:cubicBezTo>
                <a:cubicBezTo>
                  <a:pt x="212" y="41"/>
                  <a:pt x="198" y="37"/>
                  <a:pt x="183" y="37"/>
                </a:cubicBezTo>
                <a:cubicBezTo>
                  <a:pt x="163" y="37"/>
                  <a:pt x="145" y="40"/>
                  <a:pt x="129" y="47"/>
                </a:cubicBezTo>
                <a:cubicBezTo>
                  <a:pt x="112" y="54"/>
                  <a:pt x="100" y="61"/>
                  <a:pt x="94" y="68"/>
                </a:cubicBezTo>
                <a:cubicBezTo>
                  <a:pt x="87" y="75"/>
                  <a:pt x="84" y="79"/>
                  <a:pt x="84" y="79"/>
                </a:cubicBezTo>
                <a:lnTo>
                  <a:pt x="86" y="79"/>
                </a:lnTo>
                <a:cubicBezTo>
                  <a:pt x="88" y="79"/>
                  <a:pt x="91" y="80"/>
                  <a:pt x="94" y="81"/>
                </a:cubicBezTo>
                <a:cubicBezTo>
                  <a:pt x="97" y="81"/>
                  <a:pt x="100" y="83"/>
                  <a:pt x="103" y="85"/>
                </a:cubicBezTo>
                <a:cubicBezTo>
                  <a:pt x="106" y="88"/>
                  <a:pt x="110" y="90"/>
                  <a:pt x="114" y="92"/>
                </a:cubicBezTo>
                <a:cubicBezTo>
                  <a:pt x="118" y="94"/>
                  <a:pt x="121" y="97"/>
                  <a:pt x="123" y="102"/>
                </a:cubicBezTo>
                <a:cubicBezTo>
                  <a:pt x="125" y="107"/>
                  <a:pt x="127" y="111"/>
                  <a:pt x="130" y="116"/>
                </a:cubicBezTo>
                <a:cubicBezTo>
                  <a:pt x="133" y="120"/>
                  <a:pt x="134" y="126"/>
                  <a:pt x="133" y="134"/>
                </a:cubicBezTo>
                <a:cubicBezTo>
                  <a:pt x="133" y="147"/>
                  <a:pt x="129" y="159"/>
                  <a:pt x="120" y="170"/>
                </a:cubicBezTo>
                <a:cubicBezTo>
                  <a:pt x="112" y="180"/>
                  <a:pt x="98" y="186"/>
                  <a:pt x="79" y="18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3913560" y="282528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4" y="212"/>
                  <a:pt x="15" y="201"/>
                </a:cubicBezTo>
                <a:cubicBezTo>
                  <a:pt x="5" y="190"/>
                  <a:pt x="0" y="176"/>
                  <a:pt x="0" y="161"/>
                </a:cubicBezTo>
                <a:cubicBezTo>
                  <a:pt x="0" y="117"/>
                  <a:pt x="16" y="79"/>
                  <a:pt x="49" y="48"/>
                </a:cubicBezTo>
                <a:cubicBezTo>
                  <a:pt x="81" y="16"/>
                  <a:pt x="121" y="0"/>
                  <a:pt x="170" y="0"/>
                </a:cubicBezTo>
                <a:cubicBezTo>
                  <a:pt x="225" y="0"/>
                  <a:pt x="273" y="17"/>
                  <a:pt x="310" y="51"/>
                </a:cubicBezTo>
                <a:cubicBezTo>
                  <a:pt x="347" y="86"/>
                  <a:pt x="366" y="130"/>
                  <a:pt x="367" y="184"/>
                </a:cubicBezTo>
                <a:cubicBezTo>
                  <a:pt x="367" y="211"/>
                  <a:pt x="361" y="236"/>
                  <a:pt x="349" y="260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40"/>
                  <a:pt x="263" y="362"/>
                  <a:pt x="230" y="391"/>
                </a:cubicBezTo>
                <a:cubicBezTo>
                  <a:pt x="208" y="410"/>
                  <a:pt x="178" y="438"/>
                  <a:pt x="139" y="475"/>
                </a:cubicBezTo>
                <a:lnTo>
                  <a:pt x="84" y="527"/>
                </a:lnTo>
                <a:lnTo>
                  <a:pt x="154" y="527"/>
                </a:lnTo>
                <a:cubicBezTo>
                  <a:pt x="250" y="527"/>
                  <a:pt x="302" y="526"/>
                  <a:pt x="308" y="523"/>
                </a:cubicBezTo>
                <a:cubicBezTo>
                  <a:pt x="313" y="522"/>
                  <a:pt x="320" y="494"/>
                  <a:pt x="330" y="441"/>
                </a:cubicBezTo>
                <a:lnTo>
                  <a:pt x="330" y="439"/>
                </a:lnTo>
                <a:lnTo>
                  <a:pt x="367" y="439"/>
                </a:lnTo>
                <a:lnTo>
                  <a:pt x="367" y="441"/>
                </a:lnTo>
                <a:cubicBezTo>
                  <a:pt x="366" y="443"/>
                  <a:pt x="362" y="471"/>
                  <a:pt x="355" y="525"/>
                </a:cubicBezTo>
                <a:cubicBezTo>
                  <a:pt x="348" y="579"/>
                  <a:pt x="343" y="607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5"/>
                  <a:pt x="6" y="570"/>
                </a:cubicBezTo>
                <a:cubicBezTo>
                  <a:pt x="9" y="565"/>
                  <a:pt x="18" y="554"/>
                  <a:pt x="33" y="538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5" y="436"/>
                  <a:pt x="136" y="424"/>
                  <a:pt x="141" y="418"/>
                </a:cubicBezTo>
                <a:cubicBezTo>
                  <a:pt x="147" y="412"/>
                  <a:pt x="156" y="402"/>
                  <a:pt x="168" y="388"/>
                </a:cubicBezTo>
                <a:cubicBezTo>
                  <a:pt x="180" y="373"/>
                  <a:pt x="189" y="363"/>
                  <a:pt x="194" y="356"/>
                </a:cubicBezTo>
                <a:cubicBezTo>
                  <a:pt x="198" y="349"/>
                  <a:pt x="205" y="340"/>
                  <a:pt x="215" y="328"/>
                </a:cubicBezTo>
                <a:cubicBezTo>
                  <a:pt x="224" y="317"/>
                  <a:pt x="230" y="307"/>
                  <a:pt x="234" y="299"/>
                </a:cubicBezTo>
                <a:cubicBezTo>
                  <a:pt x="238" y="291"/>
                  <a:pt x="242" y="282"/>
                  <a:pt x="248" y="272"/>
                </a:cubicBezTo>
                <a:cubicBezTo>
                  <a:pt x="253" y="263"/>
                  <a:pt x="257" y="253"/>
                  <a:pt x="260" y="243"/>
                </a:cubicBezTo>
                <a:cubicBezTo>
                  <a:pt x="263" y="233"/>
                  <a:pt x="265" y="224"/>
                  <a:pt x="267" y="216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8" y="113"/>
                  <a:pt x="238" y="85"/>
                </a:cubicBezTo>
                <a:cubicBezTo>
                  <a:pt x="217" y="57"/>
                  <a:pt x="187" y="43"/>
                  <a:pt x="149" y="43"/>
                </a:cubicBezTo>
                <a:cubicBezTo>
                  <a:pt x="128" y="43"/>
                  <a:pt x="111" y="48"/>
                  <a:pt x="95" y="59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5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2"/>
                  <a:pt x="93" y="120"/>
                </a:cubicBezTo>
                <a:cubicBezTo>
                  <a:pt x="104" y="129"/>
                  <a:pt x="110" y="143"/>
                  <a:pt x="110" y="162"/>
                </a:cubicBezTo>
                <a:cubicBezTo>
                  <a:pt x="110" y="178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4154400" y="281952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69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1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3"/>
                  <a:pt x="298" y="262"/>
                </a:cubicBezTo>
                <a:lnTo>
                  <a:pt x="393" y="513"/>
                </a:lnTo>
                <a:lnTo>
                  <a:pt x="489" y="262"/>
                </a:lnTo>
                <a:cubicBezTo>
                  <a:pt x="552" y="93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1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7"/>
                  <a:pt x="698" y="50"/>
                  <a:pt x="694" y="56"/>
                </a:cubicBezTo>
                <a:lnTo>
                  <a:pt x="694" y="571"/>
                </a:lnTo>
                <a:cubicBezTo>
                  <a:pt x="698" y="577"/>
                  <a:pt x="703" y="581"/>
                  <a:pt x="710" y="582"/>
                </a:cubicBezTo>
                <a:cubicBezTo>
                  <a:pt x="716" y="583"/>
                  <a:pt x="732" y="584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4"/>
                  <a:pt x="581" y="583"/>
                  <a:pt x="587" y="582"/>
                </a:cubicBezTo>
                <a:cubicBezTo>
                  <a:pt x="592" y="581"/>
                  <a:pt x="598" y="577"/>
                  <a:pt x="604" y="571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4"/>
                </a:cubicBezTo>
                <a:cubicBezTo>
                  <a:pt x="604" y="181"/>
                  <a:pt x="604" y="155"/>
                  <a:pt x="604" y="126"/>
                </a:cubicBezTo>
                <a:cubicBezTo>
                  <a:pt x="604" y="97"/>
                  <a:pt x="604" y="76"/>
                  <a:pt x="604" y="65"/>
                </a:cubicBezTo>
                <a:lnTo>
                  <a:pt x="603" y="47"/>
                </a:lnTo>
                <a:cubicBezTo>
                  <a:pt x="461" y="425"/>
                  <a:pt x="388" y="616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19"/>
                  <a:pt x="312" y="525"/>
                  <a:pt x="241" y="337"/>
                </a:cubicBezTo>
                <a:lnTo>
                  <a:pt x="135" y="55"/>
                </a:lnTo>
                <a:lnTo>
                  <a:pt x="135" y="71"/>
                </a:lnTo>
                <a:cubicBezTo>
                  <a:pt x="134" y="82"/>
                  <a:pt x="134" y="101"/>
                  <a:pt x="134" y="129"/>
                </a:cubicBezTo>
                <a:cubicBezTo>
                  <a:pt x="134" y="156"/>
                  <a:pt x="134" y="181"/>
                  <a:pt x="134" y="202"/>
                </a:cubicBezTo>
                <a:cubicBezTo>
                  <a:pt x="134" y="224"/>
                  <a:pt x="134" y="256"/>
                  <a:pt x="134" y="300"/>
                </a:cubicBezTo>
                <a:lnTo>
                  <a:pt x="135" y="548"/>
                </a:lnTo>
                <a:cubicBezTo>
                  <a:pt x="141" y="570"/>
                  <a:pt x="167" y="582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3"/>
                  <a:pt x="51" y="580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5"/>
                  <a:pt x="94" y="548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4456800" y="281952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70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6"/>
                  <a:pt x="461" y="30"/>
                </a:cubicBezTo>
                <a:cubicBezTo>
                  <a:pt x="488" y="44"/>
                  <a:pt x="509" y="63"/>
                  <a:pt x="525" y="86"/>
                </a:cubicBezTo>
                <a:cubicBezTo>
                  <a:pt x="540" y="108"/>
                  <a:pt x="547" y="132"/>
                  <a:pt x="547" y="157"/>
                </a:cubicBezTo>
                <a:cubicBezTo>
                  <a:pt x="547" y="188"/>
                  <a:pt x="535" y="217"/>
                  <a:pt x="510" y="243"/>
                </a:cubicBezTo>
                <a:cubicBezTo>
                  <a:pt x="485" y="268"/>
                  <a:pt x="451" y="286"/>
                  <a:pt x="411" y="297"/>
                </a:cubicBezTo>
                <a:lnTo>
                  <a:pt x="402" y="299"/>
                </a:lnTo>
                <a:cubicBezTo>
                  <a:pt x="446" y="305"/>
                  <a:pt x="487" y="322"/>
                  <a:pt x="521" y="350"/>
                </a:cubicBezTo>
                <a:cubicBezTo>
                  <a:pt x="555" y="378"/>
                  <a:pt x="572" y="413"/>
                  <a:pt x="572" y="455"/>
                </a:cubicBezTo>
                <a:cubicBezTo>
                  <a:pt x="572" y="497"/>
                  <a:pt x="557" y="534"/>
                  <a:pt x="525" y="565"/>
                </a:cubicBezTo>
                <a:cubicBezTo>
                  <a:pt x="494" y="597"/>
                  <a:pt x="453" y="617"/>
                  <a:pt x="404" y="625"/>
                </a:cubicBezTo>
                <a:cubicBezTo>
                  <a:pt x="396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4"/>
                  <a:pt x="71" y="583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8"/>
                  <a:pt x="435" y="103"/>
                  <a:pt x="419" y="82"/>
                </a:cubicBezTo>
                <a:cubicBezTo>
                  <a:pt x="403" y="61"/>
                  <a:pt x="382" y="48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6" y="44"/>
                  <a:pt x="327" y="44"/>
                  <a:pt x="314" y="44"/>
                </a:cubicBezTo>
                <a:cubicBezTo>
                  <a:pt x="302" y="44"/>
                  <a:pt x="291" y="43"/>
                  <a:pt x="280" y="43"/>
                </a:cubicBezTo>
                <a:cubicBezTo>
                  <a:pt x="239" y="43"/>
                  <a:pt x="214" y="43"/>
                  <a:pt x="204" y="44"/>
                </a:cubicBezTo>
                <a:cubicBezTo>
                  <a:pt x="195" y="44"/>
                  <a:pt x="189" y="47"/>
                  <a:pt x="187" y="51"/>
                </a:cubicBezTo>
                <a:cubicBezTo>
                  <a:pt x="185" y="53"/>
                  <a:pt x="184" y="93"/>
                  <a:pt x="184" y="169"/>
                </a:cubicBezTo>
                <a:lnTo>
                  <a:pt x="184" y="284"/>
                </a:lnTo>
                <a:lnTo>
                  <a:pt x="260" y="284"/>
                </a:lnTo>
                <a:lnTo>
                  <a:pt x="337" y="283"/>
                </a:lnTo>
                <a:lnTo>
                  <a:pt x="347" y="281"/>
                </a:lnTo>
                <a:cubicBezTo>
                  <a:pt x="349" y="280"/>
                  <a:pt x="352" y="280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60"/>
                  <a:pt x="400" y="252"/>
                  <a:pt x="409" y="244"/>
                </a:cubicBezTo>
                <a:cubicBezTo>
                  <a:pt x="417" y="236"/>
                  <a:pt x="425" y="225"/>
                  <a:pt x="432" y="209"/>
                </a:cubicBezTo>
                <a:cubicBezTo>
                  <a:pt x="439" y="193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5"/>
                  <a:pt x="441" y="368"/>
                </a:cubicBezTo>
                <a:cubicBezTo>
                  <a:pt x="424" y="342"/>
                  <a:pt x="400" y="325"/>
                  <a:pt x="369" y="319"/>
                </a:cubicBezTo>
                <a:lnTo>
                  <a:pt x="276" y="318"/>
                </a:lnTo>
                <a:lnTo>
                  <a:pt x="184" y="318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7"/>
                  <a:pt x="186" y="576"/>
                  <a:pt x="189" y="579"/>
                </a:cubicBezTo>
                <a:cubicBezTo>
                  <a:pt x="192" y="582"/>
                  <a:pt x="223" y="584"/>
                  <a:pt x="281" y="584"/>
                </a:cubicBezTo>
                <a:lnTo>
                  <a:pt x="325" y="584"/>
                </a:lnTo>
                <a:cubicBezTo>
                  <a:pt x="351" y="584"/>
                  <a:pt x="369" y="582"/>
                  <a:pt x="380" y="578"/>
                </a:cubicBezTo>
                <a:cubicBezTo>
                  <a:pt x="407" y="570"/>
                  <a:pt x="428" y="554"/>
                  <a:pt x="443" y="531"/>
                </a:cubicBezTo>
                <a:cubicBezTo>
                  <a:pt x="458" y="509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4699800" y="2797560"/>
            <a:ext cx="128520" cy="330480"/>
          </a:xfrm>
          <a:custGeom>
            <a:avLst/>
            <a:gdLst/>
            <a:ahLst/>
            <a:rect l="0" t="0" r="r" b="b"/>
            <a:pathLst>
              <a:path w="357" h="918">
                <a:moveTo>
                  <a:pt x="338" y="0"/>
                </a:moveTo>
                <a:cubicBezTo>
                  <a:pt x="343" y="0"/>
                  <a:pt x="348" y="2"/>
                  <a:pt x="351" y="5"/>
                </a:cubicBezTo>
                <a:cubicBezTo>
                  <a:pt x="355" y="9"/>
                  <a:pt x="357" y="13"/>
                  <a:pt x="357" y="18"/>
                </a:cubicBezTo>
                <a:cubicBezTo>
                  <a:pt x="357" y="21"/>
                  <a:pt x="304" y="170"/>
                  <a:pt x="197" y="461"/>
                </a:cubicBezTo>
                <a:cubicBezTo>
                  <a:pt x="91" y="753"/>
                  <a:pt x="37" y="902"/>
                  <a:pt x="33" y="909"/>
                </a:cubicBezTo>
                <a:cubicBezTo>
                  <a:pt x="29" y="915"/>
                  <a:pt x="23" y="918"/>
                  <a:pt x="17" y="918"/>
                </a:cubicBezTo>
                <a:cubicBezTo>
                  <a:pt x="13" y="918"/>
                  <a:pt x="9" y="917"/>
                  <a:pt x="5" y="914"/>
                </a:cubicBezTo>
                <a:cubicBezTo>
                  <a:pt x="2" y="911"/>
                  <a:pt x="0" y="906"/>
                  <a:pt x="0" y="901"/>
                </a:cubicBezTo>
                <a:cubicBezTo>
                  <a:pt x="0" y="895"/>
                  <a:pt x="53" y="745"/>
                  <a:pt x="159" y="453"/>
                </a:cubicBezTo>
                <a:cubicBezTo>
                  <a:pt x="267" y="161"/>
                  <a:pt x="321" y="12"/>
                  <a:pt x="323" y="9"/>
                </a:cubicBezTo>
                <a:cubicBezTo>
                  <a:pt x="325" y="3"/>
                  <a:pt x="330" y="0"/>
                  <a:pt x="338" y="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4852440" y="29030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7" y="57"/>
                </a:moveTo>
                <a:cubicBezTo>
                  <a:pt x="63" y="51"/>
                  <a:pt x="59" y="48"/>
                  <a:pt x="54" y="46"/>
                </a:cubicBezTo>
                <a:cubicBezTo>
                  <a:pt x="49" y="45"/>
                  <a:pt x="38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4" y="0"/>
                </a:lnTo>
                <a:cubicBezTo>
                  <a:pt x="35" y="0"/>
                  <a:pt x="48" y="1"/>
                  <a:pt x="61" y="1"/>
                </a:cubicBezTo>
                <a:cubicBezTo>
                  <a:pt x="75" y="2"/>
                  <a:pt x="84" y="2"/>
                  <a:pt x="91" y="2"/>
                </a:cubicBezTo>
                <a:cubicBezTo>
                  <a:pt x="146" y="2"/>
                  <a:pt x="178" y="1"/>
                  <a:pt x="187" y="0"/>
                </a:cubicBezTo>
                <a:lnTo>
                  <a:pt x="194" y="0"/>
                </a:lnTo>
                <a:lnTo>
                  <a:pt x="194" y="42"/>
                </a:lnTo>
                <a:lnTo>
                  <a:pt x="181" y="42"/>
                </a:lnTo>
                <a:cubicBezTo>
                  <a:pt x="158" y="43"/>
                  <a:pt x="146" y="48"/>
                  <a:pt x="146" y="57"/>
                </a:cubicBezTo>
                <a:cubicBezTo>
                  <a:pt x="146" y="58"/>
                  <a:pt x="160" y="97"/>
                  <a:pt x="187" y="176"/>
                </a:cubicBezTo>
                <a:lnTo>
                  <a:pt x="227" y="292"/>
                </a:lnTo>
                <a:lnTo>
                  <a:pt x="295" y="94"/>
                </a:lnTo>
                <a:lnTo>
                  <a:pt x="290" y="78"/>
                </a:lnTo>
                <a:cubicBezTo>
                  <a:pt x="283" y="61"/>
                  <a:pt x="278" y="50"/>
                  <a:pt x="274" y="47"/>
                </a:cubicBezTo>
                <a:cubicBezTo>
                  <a:pt x="269" y="44"/>
                  <a:pt x="257" y="42"/>
                  <a:pt x="239" y="42"/>
                </a:cubicBezTo>
                <a:lnTo>
                  <a:pt x="221" y="42"/>
                </a:lnTo>
                <a:lnTo>
                  <a:pt x="221" y="0"/>
                </a:lnTo>
                <a:lnTo>
                  <a:pt x="226" y="0"/>
                </a:lnTo>
                <a:cubicBezTo>
                  <a:pt x="230" y="1"/>
                  <a:pt x="256" y="2"/>
                  <a:pt x="303" y="2"/>
                </a:cubicBezTo>
                <a:cubicBezTo>
                  <a:pt x="359" y="2"/>
                  <a:pt x="391" y="1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9" y="42"/>
                  <a:pt x="355" y="47"/>
                  <a:pt x="355" y="56"/>
                </a:cubicBezTo>
                <a:cubicBezTo>
                  <a:pt x="355" y="58"/>
                  <a:pt x="359" y="72"/>
                  <a:pt x="368" y="98"/>
                </a:cubicBezTo>
                <a:cubicBezTo>
                  <a:pt x="376" y="123"/>
                  <a:pt x="386" y="151"/>
                  <a:pt x="396" y="180"/>
                </a:cubicBezTo>
                <a:cubicBezTo>
                  <a:pt x="406" y="210"/>
                  <a:pt x="416" y="237"/>
                  <a:pt x="425" y="265"/>
                </a:cubicBezTo>
                <a:lnTo>
                  <a:pt x="439" y="304"/>
                </a:lnTo>
                <a:lnTo>
                  <a:pt x="477" y="194"/>
                </a:lnTo>
                <a:cubicBezTo>
                  <a:pt x="502" y="119"/>
                  <a:pt x="515" y="80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1"/>
                  <a:pt x="506" y="2"/>
                  <a:pt x="556" y="2"/>
                </a:cubicBezTo>
                <a:cubicBezTo>
                  <a:pt x="598" y="2"/>
                  <a:pt x="621" y="1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2"/>
                  <a:pt x="552" y="89"/>
                </a:cubicBezTo>
                <a:lnTo>
                  <a:pt x="497" y="248"/>
                </a:lnTo>
                <a:cubicBezTo>
                  <a:pt x="489" y="271"/>
                  <a:pt x="479" y="298"/>
                  <a:pt x="468" y="331"/>
                </a:cubicBezTo>
                <a:cubicBezTo>
                  <a:pt x="456" y="367"/>
                  <a:pt x="449" y="388"/>
                  <a:pt x="445" y="395"/>
                </a:cubicBezTo>
                <a:cubicBezTo>
                  <a:pt x="442" y="402"/>
                  <a:pt x="438" y="405"/>
                  <a:pt x="431" y="406"/>
                </a:cubicBezTo>
                <a:lnTo>
                  <a:pt x="423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7" y="357"/>
                  <a:pt x="357" y="274"/>
                </a:cubicBezTo>
                <a:lnTo>
                  <a:pt x="315" y="150"/>
                </a:lnTo>
                <a:cubicBezTo>
                  <a:pt x="314" y="152"/>
                  <a:pt x="285" y="235"/>
                  <a:pt x="228" y="400"/>
                </a:cubicBezTo>
                <a:cubicBezTo>
                  <a:pt x="225" y="404"/>
                  <a:pt x="218" y="406"/>
                  <a:pt x="207" y="406"/>
                </a:cubicBezTo>
                <a:lnTo>
                  <a:pt x="202" y="406"/>
                </a:lnTo>
                <a:cubicBezTo>
                  <a:pt x="194" y="406"/>
                  <a:pt x="189" y="404"/>
                  <a:pt x="186" y="399"/>
                </a:cubicBezTo>
                <a:lnTo>
                  <a:pt x="67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5094000" y="28972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7"/>
                  <a:pt x="20" y="106"/>
                  <a:pt x="60" y="64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7" y="21"/>
                  <a:pt x="347" y="62"/>
                </a:cubicBezTo>
                <a:cubicBezTo>
                  <a:pt x="387" y="104"/>
                  <a:pt x="407" y="155"/>
                  <a:pt x="407" y="215"/>
                </a:cubicBezTo>
                <a:cubicBezTo>
                  <a:pt x="407" y="273"/>
                  <a:pt x="388" y="322"/>
                  <a:pt x="349" y="361"/>
                </a:cubicBezTo>
                <a:cubicBezTo>
                  <a:pt x="310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9"/>
                  <a:pt x="1" y="271"/>
                  <a:pt x="0" y="216"/>
                </a:cubicBezTo>
                <a:moveTo>
                  <a:pt x="204" y="384"/>
                </a:moveTo>
                <a:cubicBezTo>
                  <a:pt x="279" y="384"/>
                  <a:pt x="317" y="335"/>
                  <a:pt x="317" y="235"/>
                </a:cubicBezTo>
                <a:lnTo>
                  <a:pt x="317" y="205"/>
                </a:lnTo>
                <a:lnTo>
                  <a:pt x="317" y="183"/>
                </a:lnTo>
                <a:cubicBezTo>
                  <a:pt x="317" y="169"/>
                  <a:pt x="316" y="157"/>
                  <a:pt x="316" y="148"/>
                </a:cubicBezTo>
                <a:cubicBezTo>
                  <a:pt x="315" y="137"/>
                  <a:pt x="313" y="125"/>
                  <a:pt x="309" y="112"/>
                </a:cubicBezTo>
                <a:cubicBezTo>
                  <a:pt x="306" y="98"/>
                  <a:pt x="301" y="87"/>
                  <a:pt x="295" y="79"/>
                </a:cubicBezTo>
                <a:cubicBezTo>
                  <a:pt x="288" y="70"/>
                  <a:pt x="279" y="62"/>
                  <a:pt x="266" y="53"/>
                </a:cubicBezTo>
                <a:cubicBezTo>
                  <a:pt x="252" y="45"/>
                  <a:pt x="237" y="38"/>
                  <a:pt x="220" y="35"/>
                </a:cubicBezTo>
                <a:cubicBezTo>
                  <a:pt x="217" y="34"/>
                  <a:pt x="212" y="34"/>
                  <a:pt x="206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8"/>
                  <a:pt x="110" y="77"/>
                  <a:pt x="102" y="101"/>
                </a:cubicBezTo>
                <a:cubicBezTo>
                  <a:pt x="94" y="125"/>
                  <a:pt x="90" y="154"/>
                  <a:pt x="90" y="186"/>
                </a:cubicBezTo>
                <a:lnTo>
                  <a:pt x="90" y="205"/>
                </a:lnTo>
                <a:cubicBezTo>
                  <a:pt x="90" y="263"/>
                  <a:pt x="96" y="305"/>
                  <a:pt x="107" y="328"/>
                </a:cubicBezTo>
                <a:cubicBezTo>
                  <a:pt x="127" y="366"/>
                  <a:pt x="159" y="384"/>
                  <a:pt x="204" y="38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525636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3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3" y="285"/>
                  <a:pt x="73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2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3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2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7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69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6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8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5385960" y="28159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5" y="596"/>
                </a:moveTo>
                <a:lnTo>
                  <a:pt x="27" y="596"/>
                </a:lnTo>
                <a:cubicBezTo>
                  <a:pt x="51" y="596"/>
                  <a:pt x="66" y="591"/>
                  <a:pt x="70" y="583"/>
                </a:cubicBezTo>
                <a:lnTo>
                  <a:pt x="70" y="575"/>
                </a:lnTo>
                <a:cubicBezTo>
                  <a:pt x="70" y="570"/>
                  <a:pt x="70" y="563"/>
                  <a:pt x="70" y="554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499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8"/>
                </a:cubicBezTo>
                <a:cubicBezTo>
                  <a:pt x="72" y="371"/>
                  <a:pt x="72" y="353"/>
                  <a:pt x="71" y="336"/>
                </a:cubicBezTo>
                <a:cubicBezTo>
                  <a:pt x="71" y="313"/>
                  <a:pt x="71" y="290"/>
                  <a:pt x="71" y="265"/>
                </a:cubicBezTo>
                <a:cubicBezTo>
                  <a:pt x="71" y="239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4"/>
                  <a:pt x="71" y="110"/>
                  <a:pt x="70" y="99"/>
                </a:cubicBezTo>
                <a:cubicBezTo>
                  <a:pt x="70" y="88"/>
                  <a:pt x="70" y="83"/>
                  <a:pt x="70" y="84"/>
                </a:cubicBezTo>
                <a:cubicBezTo>
                  <a:pt x="69" y="72"/>
                  <a:pt x="64" y="65"/>
                  <a:pt x="58" y="61"/>
                </a:cubicBezTo>
                <a:cubicBezTo>
                  <a:pt x="51" y="57"/>
                  <a:pt x="37" y="54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7"/>
                  <a:pt x="0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6"/>
                  <a:pt x="71" y="6"/>
                </a:cubicBezTo>
                <a:cubicBezTo>
                  <a:pt x="82" y="5"/>
                  <a:pt x="93" y="5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0"/>
                  <a:pt x="144" y="0"/>
                </a:cubicBezTo>
                <a:lnTo>
                  <a:pt x="147" y="0"/>
                </a:lnTo>
                <a:lnTo>
                  <a:pt x="147" y="213"/>
                </a:lnTo>
                <a:lnTo>
                  <a:pt x="148" y="424"/>
                </a:lnTo>
                <a:lnTo>
                  <a:pt x="203" y="375"/>
                </a:lnTo>
                <a:cubicBezTo>
                  <a:pt x="239" y="342"/>
                  <a:pt x="259" y="323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2"/>
                  <a:pt x="260" y="286"/>
                  <a:pt x="248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4"/>
                  <a:pt x="297" y="245"/>
                  <a:pt x="360" y="245"/>
                </a:cubicBezTo>
                <a:cubicBezTo>
                  <a:pt x="399" y="245"/>
                  <a:pt x="421" y="244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1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7"/>
                  <a:pt x="264" y="416"/>
                  <a:pt x="303" y="472"/>
                </a:cubicBezTo>
                <a:cubicBezTo>
                  <a:pt x="341" y="528"/>
                  <a:pt x="363" y="559"/>
                  <a:pt x="368" y="565"/>
                </a:cubicBezTo>
                <a:cubicBezTo>
                  <a:pt x="376" y="577"/>
                  <a:pt x="386" y="585"/>
                  <a:pt x="396" y="589"/>
                </a:cubicBezTo>
                <a:cubicBezTo>
                  <a:pt x="407" y="594"/>
                  <a:pt x="422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4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4"/>
                  <a:pt x="285" y="589"/>
                  <a:pt x="285" y="578"/>
                </a:cubicBezTo>
                <a:cubicBezTo>
                  <a:pt x="285" y="574"/>
                  <a:pt x="284" y="570"/>
                  <a:pt x="282" y="565"/>
                </a:cubicBezTo>
                <a:cubicBezTo>
                  <a:pt x="280" y="562"/>
                  <a:pt x="264" y="540"/>
                  <a:pt x="236" y="498"/>
                </a:cubicBezTo>
                <a:cubicBezTo>
                  <a:pt x="207" y="455"/>
                  <a:pt x="192" y="434"/>
                  <a:pt x="192" y="434"/>
                </a:cubicBezTo>
                <a:lnTo>
                  <a:pt x="144" y="476"/>
                </a:lnTo>
                <a:lnTo>
                  <a:pt x="144" y="528"/>
                </a:lnTo>
                <a:lnTo>
                  <a:pt x="144" y="561"/>
                </a:lnTo>
                <a:cubicBezTo>
                  <a:pt x="144" y="572"/>
                  <a:pt x="145" y="580"/>
                  <a:pt x="146" y="584"/>
                </a:cubicBezTo>
                <a:cubicBezTo>
                  <a:pt x="147" y="587"/>
                  <a:pt x="150" y="590"/>
                  <a:pt x="156" y="593"/>
                </a:cubicBezTo>
                <a:cubicBezTo>
                  <a:pt x="169" y="595"/>
                  <a:pt x="184" y="596"/>
                  <a:pt x="201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9" y="636"/>
                  <a:pt x="166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5562720" y="28972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8"/>
                  <a:pt x="7" y="148"/>
                  <a:pt x="19" y="119"/>
                </a:cubicBezTo>
                <a:cubicBezTo>
                  <a:pt x="31" y="92"/>
                  <a:pt x="46" y="69"/>
                  <a:pt x="65" y="52"/>
                </a:cubicBezTo>
                <a:cubicBezTo>
                  <a:pt x="83" y="35"/>
                  <a:pt x="103" y="22"/>
                  <a:pt x="124" y="14"/>
                </a:cubicBezTo>
                <a:cubicBezTo>
                  <a:pt x="146" y="5"/>
                  <a:pt x="166" y="1"/>
                  <a:pt x="185" y="0"/>
                </a:cubicBezTo>
                <a:cubicBezTo>
                  <a:pt x="217" y="0"/>
                  <a:pt x="245" y="5"/>
                  <a:pt x="268" y="16"/>
                </a:cubicBezTo>
                <a:cubicBezTo>
                  <a:pt x="292" y="27"/>
                  <a:pt x="310" y="43"/>
                  <a:pt x="323" y="62"/>
                </a:cubicBezTo>
                <a:cubicBezTo>
                  <a:pt x="335" y="82"/>
                  <a:pt x="343" y="101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4"/>
                  <a:pt x="121" y="359"/>
                  <a:pt x="182" y="379"/>
                </a:cubicBezTo>
                <a:cubicBezTo>
                  <a:pt x="194" y="383"/>
                  <a:pt x="208" y="384"/>
                  <a:pt x="222" y="384"/>
                </a:cubicBezTo>
                <a:cubicBezTo>
                  <a:pt x="248" y="384"/>
                  <a:pt x="270" y="375"/>
                  <a:pt x="288" y="355"/>
                </a:cubicBezTo>
                <a:cubicBezTo>
                  <a:pt x="299" y="345"/>
                  <a:pt x="308" y="332"/>
                  <a:pt x="314" y="316"/>
                </a:cubicBezTo>
                <a:lnTo>
                  <a:pt x="323" y="294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3"/>
                  <a:pt x="356" y="307"/>
                  <a:pt x="354" y="313"/>
                </a:cubicBezTo>
                <a:cubicBezTo>
                  <a:pt x="342" y="346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8"/>
                  <a:pt x="0" y="212"/>
                </a:cubicBezTo>
                <a:moveTo>
                  <a:pt x="280" y="160"/>
                </a:moveTo>
                <a:cubicBezTo>
                  <a:pt x="274" y="80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4"/>
                  <a:pt x="177" y="35"/>
                </a:cubicBezTo>
                <a:cubicBezTo>
                  <a:pt x="172" y="35"/>
                  <a:pt x="164" y="38"/>
                  <a:pt x="154" y="42"/>
                </a:cubicBezTo>
                <a:cubicBezTo>
                  <a:pt x="143" y="46"/>
                  <a:pt x="134" y="53"/>
                  <a:pt x="127" y="61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570672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2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4" y="285"/>
                  <a:pt x="74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1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8"/>
                  <a:pt x="37" y="8"/>
                </a:cubicBezTo>
                <a:cubicBezTo>
                  <a:pt x="48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4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3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8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70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7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7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3349080" y="2718360"/>
            <a:ext cx="2863800" cy="20160"/>
          </a:xfrm>
          <a:custGeom>
            <a:avLst/>
            <a:gdLst/>
            <a:ahLst/>
            <a:rect l="0" t="0" r="r" b="b"/>
            <a:pathLst>
              <a:path w="7955" h="56">
                <a:moveTo>
                  <a:pt x="0" y="56"/>
                </a:moveTo>
                <a:lnTo>
                  <a:pt x="7955" y="56"/>
                </a:lnTo>
                <a:lnTo>
                  <a:pt x="7955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636228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5" y="4"/>
                  <a:pt x="13" y="0"/>
                </a:cubicBezTo>
                <a:lnTo>
                  <a:pt x="599" y="0"/>
                </a:lnTo>
                <a:cubicBezTo>
                  <a:pt x="608" y="5"/>
                  <a:pt x="612" y="11"/>
                  <a:pt x="612" y="18"/>
                </a:cubicBezTo>
                <a:cubicBezTo>
                  <a:pt x="612" y="25"/>
                  <a:pt x="608" y="31"/>
                  <a:pt x="600" y="36"/>
                </a:cubicBezTo>
                <a:lnTo>
                  <a:pt x="307" y="37"/>
                </a:lnTo>
                <a:lnTo>
                  <a:pt x="15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5" y="179"/>
                </a:cubicBezTo>
                <a:lnTo>
                  <a:pt x="600" y="179"/>
                </a:lnTo>
                <a:cubicBezTo>
                  <a:pt x="608" y="185"/>
                  <a:pt x="612" y="191"/>
                  <a:pt x="612" y="197"/>
                </a:cubicBezTo>
                <a:cubicBezTo>
                  <a:pt x="612" y="205"/>
                  <a:pt x="608" y="211"/>
                  <a:pt x="599" y="216"/>
                </a:cubicBezTo>
                <a:lnTo>
                  <a:pt x="13" y="216"/>
                </a:lnTo>
                <a:cubicBezTo>
                  <a:pt x="5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6703200" y="2594160"/>
            <a:ext cx="168840" cy="217080"/>
          </a:xfrm>
          <a:custGeom>
            <a:avLst/>
            <a:gdLst/>
            <a:ahLst/>
            <a:rect l="0" t="0" r="r" b="b"/>
            <a:pathLst>
              <a:path w="469" h="603">
                <a:moveTo>
                  <a:pt x="459" y="603"/>
                </a:moveTo>
                <a:cubicBezTo>
                  <a:pt x="446" y="601"/>
                  <a:pt x="400" y="600"/>
                  <a:pt x="321" y="600"/>
                </a:cubicBezTo>
                <a:cubicBezTo>
                  <a:pt x="233" y="600"/>
                  <a:pt x="181" y="601"/>
                  <a:pt x="167" y="603"/>
                </a:cubicBezTo>
                <a:lnTo>
                  <a:pt x="155" y="603"/>
                </a:lnTo>
                <a:lnTo>
                  <a:pt x="155" y="546"/>
                </a:lnTo>
                <a:lnTo>
                  <a:pt x="258" y="546"/>
                </a:lnTo>
                <a:lnTo>
                  <a:pt x="258" y="460"/>
                </a:lnTo>
                <a:lnTo>
                  <a:pt x="0" y="460"/>
                </a:lnTo>
                <a:lnTo>
                  <a:pt x="0" y="404"/>
                </a:lnTo>
                <a:lnTo>
                  <a:pt x="159" y="204"/>
                </a:lnTo>
                <a:cubicBezTo>
                  <a:pt x="242" y="98"/>
                  <a:pt x="290" y="38"/>
                  <a:pt x="304" y="24"/>
                </a:cubicBezTo>
                <a:cubicBezTo>
                  <a:pt x="316" y="9"/>
                  <a:pt x="323" y="1"/>
                  <a:pt x="326" y="1"/>
                </a:cubicBezTo>
                <a:lnTo>
                  <a:pt x="330" y="0"/>
                </a:lnTo>
                <a:cubicBezTo>
                  <a:pt x="333" y="0"/>
                  <a:pt x="336" y="0"/>
                  <a:pt x="339" y="0"/>
                </a:cubicBezTo>
                <a:cubicBezTo>
                  <a:pt x="343" y="0"/>
                  <a:pt x="347" y="0"/>
                  <a:pt x="351" y="0"/>
                </a:cubicBezTo>
                <a:lnTo>
                  <a:pt x="363" y="0"/>
                </a:lnTo>
                <a:cubicBezTo>
                  <a:pt x="375" y="0"/>
                  <a:pt x="383" y="3"/>
                  <a:pt x="385" y="10"/>
                </a:cubicBezTo>
                <a:cubicBezTo>
                  <a:pt x="386" y="12"/>
                  <a:pt x="387" y="79"/>
                  <a:pt x="387" y="208"/>
                </a:cubicBezTo>
                <a:lnTo>
                  <a:pt x="387" y="404"/>
                </a:lnTo>
                <a:lnTo>
                  <a:pt x="469" y="404"/>
                </a:lnTo>
                <a:lnTo>
                  <a:pt x="469" y="460"/>
                </a:lnTo>
                <a:lnTo>
                  <a:pt x="387" y="460"/>
                </a:lnTo>
                <a:lnTo>
                  <a:pt x="387" y="546"/>
                </a:lnTo>
                <a:lnTo>
                  <a:pt x="469" y="546"/>
                </a:lnTo>
                <a:lnTo>
                  <a:pt x="469" y="603"/>
                </a:lnTo>
                <a:lnTo>
                  <a:pt x="459" y="603"/>
                </a:lnTo>
                <a:moveTo>
                  <a:pt x="268" y="404"/>
                </a:moveTo>
                <a:lnTo>
                  <a:pt x="268" y="149"/>
                </a:lnTo>
                <a:lnTo>
                  <a:pt x="65" y="403"/>
                </a:lnTo>
                <a:lnTo>
                  <a:pt x="166" y="404"/>
                </a:lnTo>
                <a:lnTo>
                  <a:pt x="268" y="40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6903720" y="2587680"/>
            <a:ext cx="163440" cy="227160"/>
          </a:xfrm>
          <a:custGeom>
            <a:avLst/>
            <a:gdLst/>
            <a:ahLst/>
            <a:rect l="0" t="0" r="r" b="b"/>
            <a:pathLst>
              <a:path w="454" h="631">
                <a:moveTo>
                  <a:pt x="177" y="631"/>
                </a:moveTo>
                <a:cubicBezTo>
                  <a:pt x="161" y="631"/>
                  <a:pt x="147" y="626"/>
                  <a:pt x="133" y="616"/>
                </a:cubicBezTo>
                <a:cubicBezTo>
                  <a:pt x="119" y="606"/>
                  <a:pt x="112" y="588"/>
                  <a:pt x="112" y="561"/>
                </a:cubicBezTo>
                <a:cubicBezTo>
                  <a:pt x="112" y="537"/>
                  <a:pt x="114" y="512"/>
                  <a:pt x="119" y="487"/>
                </a:cubicBezTo>
                <a:cubicBezTo>
                  <a:pt x="124" y="462"/>
                  <a:pt x="130" y="439"/>
                  <a:pt x="136" y="419"/>
                </a:cubicBezTo>
                <a:cubicBezTo>
                  <a:pt x="143" y="399"/>
                  <a:pt x="152" y="378"/>
                  <a:pt x="163" y="356"/>
                </a:cubicBezTo>
                <a:cubicBezTo>
                  <a:pt x="174" y="334"/>
                  <a:pt x="184" y="315"/>
                  <a:pt x="194" y="301"/>
                </a:cubicBezTo>
                <a:cubicBezTo>
                  <a:pt x="204" y="286"/>
                  <a:pt x="215" y="270"/>
                  <a:pt x="228" y="252"/>
                </a:cubicBezTo>
                <a:cubicBezTo>
                  <a:pt x="241" y="234"/>
                  <a:pt x="251" y="221"/>
                  <a:pt x="259" y="212"/>
                </a:cubicBezTo>
                <a:cubicBezTo>
                  <a:pt x="267" y="204"/>
                  <a:pt x="277" y="194"/>
                  <a:pt x="288" y="181"/>
                </a:cubicBezTo>
                <a:cubicBezTo>
                  <a:pt x="299" y="169"/>
                  <a:pt x="305" y="162"/>
                  <a:pt x="306" y="160"/>
                </a:cubicBezTo>
                <a:lnTo>
                  <a:pt x="309" y="158"/>
                </a:lnTo>
                <a:lnTo>
                  <a:pt x="218" y="158"/>
                </a:lnTo>
                <a:cubicBezTo>
                  <a:pt x="129" y="159"/>
                  <a:pt x="83" y="161"/>
                  <a:pt x="79" y="165"/>
                </a:cubicBezTo>
                <a:cubicBezTo>
                  <a:pt x="74" y="168"/>
                  <a:pt x="69" y="181"/>
                  <a:pt x="64" y="202"/>
                </a:cubicBezTo>
                <a:cubicBezTo>
                  <a:pt x="59" y="224"/>
                  <a:pt x="56" y="239"/>
                  <a:pt x="56" y="247"/>
                </a:cubicBezTo>
                <a:lnTo>
                  <a:pt x="0" y="247"/>
                </a:lnTo>
                <a:lnTo>
                  <a:pt x="0" y="244"/>
                </a:lnTo>
                <a:cubicBezTo>
                  <a:pt x="0" y="242"/>
                  <a:pt x="6" y="201"/>
                  <a:pt x="16" y="122"/>
                </a:cubicBezTo>
                <a:cubicBezTo>
                  <a:pt x="27" y="41"/>
                  <a:pt x="32" y="1"/>
                  <a:pt x="32" y="1"/>
                </a:cubicBezTo>
                <a:cubicBezTo>
                  <a:pt x="32" y="0"/>
                  <a:pt x="41" y="0"/>
                  <a:pt x="60" y="0"/>
                </a:cubicBezTo>
                <a:lnTo>
                  <a:pt x="90" y="0"/>
                </a:lnTo>
                <a:lnTo>
                  <a:pt x="90" y="2"/>
                </a:lnTo>
                <a:cubicBezTo>
                  <a:pt x="90" y="5"/>
                  <a:pt x="90" y="7"/>
                  <a:pt x="91" y="9"/>
                </a:cubicBezTo>
                <a:cubicBezTo>
                  <a:pt x="91" y="11"/>
                  <a:pt x="93" y="12"/>
                  <a:pt x="95" y="13"/>
                </a:cubicBezTo>
                <a:cubicBezTo>
                  <a:pt x="98" y="15"/>
                  <a:pt x="99" y="16"/>
                  <a:pt x="101" y="17"/>
                </a:cubicBezTo>
                <a:cubicBezTo>
                  <a:pt x="102" y="18"/>
                  <a:pt x="104" y="19"/>
                  <a:pt x="108" y="20"/>
                </a:cubicBezTo>
                <a:cubicBezTo>
                  <a:pt x="112" y="20"/>
                  <a:pt x="114" y="21"/>
                  <a:pt x="116" y="22"/>
                </a:cubicBezTo>
                <a:cubicBezTo>
                  <a:pt x="118" y="22"/>
                  <a:pt x="121" y="23"/>
                  <a:pt x="125" y="23"/>
                </a:cubicBezTo>
                <a:cubicBezTo>
                  <a:pt x="130" y="23"/>
                  <a:pt x="133" y="23"/>
                  <a:pt x="135" y="23"/>
                </a:cubicBezTo>
                <a:cubicBezTo>
                  <a:pt x="136" y="24"/>
                  <a:pt x="139" y="24"/>
                  <a:pt x="144" y="24"/>
                </a:cubicBezTo>
                <a:cubicBezTo>
                  <a:pt x="148" y="24"/>
                  <a:pt x="151" y="25"/>
                  <a:pt x="152" y="25"/>
                </a:cubicBezTo>
                <a:cubicBezTo>
                  <a:pt x="157" y="25"/>
                  <a:pt x="164" y="26"/>
                  <a:pt x="175" y="26"/>
                </a:cubicBezTo>
                <a:cubicBezTo>
                  <a:pt x="185" y="27"/>
                  <a:pt x="192" y="27"/>
                  <a:pt x="195" y="27"/>
                </a:cubicBezTo>
                <a:cubicBezTo>
                  <a:pt x="196" y="27"/>
                  <a:pt x="242" y="28"/>
                  <a:pt x="333" y="29"/>
                </a:cubicBezTo>
                <a:lnTo>
                  <a:pt x="454" y="29"/>
                </a:lnTo>
                <a:lnTo>
                  <a:pt x="454" y="51"/>
                </a:lnTo>
                <a:lnTo>
                  <a:pt x="454" y="64"/>
                </a:lnTo>
                <a:cubicBezTo>
                  <a:pt x="454" y="71"/>
                  <a:pt x="452" y="77"/>
                  <a:pt x="447" y="83"/>
                </a:cubicBezTo>
                <a:cubicBezTo>
                  <a:pt x="443" y="89"/>
                  <a:pt x="430" y="104"/>
                  <a:pt x="409" y="128"/>
                </a:cubicBezTo>
                <a:cubicBezTo>
                  <a:pt x="397" y="142"/>
                  <a:pt x="386" y="153"/>
                  <a:pt x="379" y="162"/>
                </a:cubicBezTo>
                <a:cubicBezTo>
                  <a:pt x="326" y="223"/>
                  <a:pt x="298" y="255"/>
                  <a:pt x="294" y="260"/>
                </a:cubicBezTo>
                <a:cubicBezTo>
                  <a:pt x="273" y="293"/>
                  <a:pt x="258" y="334"/>
                  <a:pt x="251" y="383"/>
                </a:cubicBezTo>
                <a:cubicBezTo>
                  <a:pt x="244" y="432"/>
                  <a:pt x="240" y="477"/>
                  <a:pt x="239" y="517"/>
                </a:cubicBezTo>
                <a:cubicBezTo>
                  <a:pt x="238" y="557"/>
                  <a:pt x="238" y="580"/>
                  <a:pt x="237" y="586"/>
                </a:cubicBezTo>
                <a:cubicBezTo>
                  <a:pt x="228" y="616"/>
                  <a:pt x="208" y="631"/>
                  <a:pt x="177" y="63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7163280" y="2664000"/>
            <a:ext cx="257760" cy="149040"/>
          </a:xfrm>
          <a:custGeom>
            <a:avLst/>
            <a:gdLst/>
            <a:ahLst/>
            <a:rect l="0" t="0" r="r" b="b"/>
            <a:pathLst>
              <a:path w="716" h="414">
                <a:moveTo>
                  <a:pt x="550" y="0"/>
                </a:moveTo>
                <a:cubicBezTo>
                  <a:pt x="557" y="2"/>
                  <a:pt x="587" y="3"/>
                  <a:pt x="640" y="3"/>
                </a:cubicBezTo>
                <a:cubicBezTo>
                  <a:pt x="686" y="3"/>
                  <a:pt x="710" y="2"/>
                  <a:pt x="711" y="0"/>
                </a:cubicBezTo>
                <a:lnTo>
                  <a:pt x="716" y="0"/>
                </a:lnTo>
                <a:lnTo>
                  <a:pt x="716" y="57"/>
                </a:lnTo>
                <a:lnTo>
                  <a:pt x="657" y="57"/>
                </a:lnTo>
                <a:lnTo>
                  <a:pt x="522" y="399"/>
                </a:lnTo>
                <a:cubicBezTo>
                  <a:pt x="521" y="399"/>
                  <a:pt x="520" y="400"/>
                  <a:pt x="519" y="401"/>
                </a:cubicBezTo>
                <a:cubicBezTo>
                  <a:pt x="518" y="403"/>
                  <a:pt x="516" y="404"/>
                  <a:pt x="515" y="405"/>
                </a:cubicBezTo>
                <a:cubicBezTo>
                  <a:pt x="514" y="406"/>
                  <a:pt x="513" y="407"/>
                  <a:pt x="513" y="407"/>
                </a:cubicBezTo>
                <a:cubicBezTo>
                  <a:pt x="513" y="407"/>
                  <a:pt x="512" y="407"/>
                  <a:pt x="511" y="409"/>
                </a:cubicBezTo>
                <a:cubicBezTo>
                  <a:pt x="509" y="410"/>
                  <a:pt x="508" y="410"/>
                  <a:pt x="509" y="410"/>
                </a:cubicBezTo>
                <a:cubicBezTo>
                  <a:pt x="509" y="410"/>
                  <a:pt x="508" y="411"/>
                  <a:pt x="505" y="411"/>
                </a:cubicBezTo>
                <a:cubicBezTo>
                  <a:pt x="502" y="412"/>
                  <a:pt x="501" y="412"/>
                  <a:pt x="501" y="411"/>
                </a:cubicBezTo>
                <a:cubicBezTo>
                  <a:pt x="502" y="411"/>
                  <a:pt x="501" y="411"/>
                  <a:pt x="498" y="412"/>
                </a:cubicBezTo>
                <a:cubicBezTo>
                  <a:pt x="495" y="414"/>
                  <a:pt x="493" y="414"/>
                  <a:pt x="492" y="412"/>
                </a:cubicBezTo>
                <a:cubicBezTo>
                  <a:pt x="492" y="411"/>
                  <a:pt x="489" y="411"/>
                  <a:pt x="485" y="412"/>
                </a:cubicBezTo>
                <a:lnTo>
                  <a:pt x="474" y="412"/>
                </a:lnTo>
                <a:cubicBezTo>
                  <a:pt x="463" y="412"/>
                  <a:pt x="456" y="409"/>
                  <a:pt x="452" y="403"/>
                </a:cubicBezTo>
                <a:cubicBezTo>
                  <a:pt x="447" y="397"/>
                  <a:pt x="439" y="377"/>
                  <a:pt x="426" y="344"/>
                </a:cubicBezTo>
                <a:cubicBezTo>
                  <a:pt x="416" y="320"/>
                  <a:pt x="408" y="300"/>
                  <a:pt x="401" y="283"/>
                </a:cubicBezTo>
                <a:lnTo>
                  <a:pt x="357" y="172"/>
                </a:lnTo>
                <a:lnTo>
                  <a:pt x="313" y="283"/>
                </a:lnTo>
                <a:cubicBezTo>
                  <a:pt x="307" y="299"/>
                  <a:pt x="299" y="319"/>
                  <a:pt x="289" y="343"/>
                </a:cubicBezTo>
                <a:cubicBezTo>
                  <a:pt x="277" y="376"/>
                  <a:pt x="268" y="396"/>
                  <a:pt x="264" y="402"/>
                </a:cubicBezTo>
                <a:cubicBezTo>
                  <a:pt x="259" y="408"/>
                  <a:pt x="252" y="412"/>
                  <a:pt x="242" y="412"/>
                </a:cubicBezTo>
                <a:lnTo>
                  <a:pt x="231" y="412"/>
                </a:lnTo>
                <a:cubicBezTo>
                  <a:pt x="220" y="412"/>
                  <a:pt x="212" y="412"/>
                  <a:pt x="209" y="410"/>
                </a:cubicBezTo>
                <a:cubicBezTo>
                  <a:pt x="205" y="409"/>
                  <a:pt x="200" y="405"/>
                  <a:pt x="195" y="399"/>
                </a:cubicBezTo>
                <a:lnTo>
                  <a:pt x="59" y="57"/>
                </a:lnTo>
                <a:lnTo>
                  <a:pt x="0" y="57"/>
                </a:lnTo>
                <a:lnTo>
                  <a:pt x="0" y="0"/>
                </a:lnTo>
                <a:lnTo>
                  <a:pt x="6" y="0"/>
                </a:lnTo>
                <a:cubicBezTo>
                  <a:pt x="15" y="2"/>
                  <a:pt x="48" y="3"/>
                  <a:pt x="105" y="3"/>
                </a:cubicBezTo>
                <a:cubicBezTo>
                  <a:pt x="168" y="3"/>
                  <a:pt x="205" y="2"/>
                  <a:pt x="216" y="0"/>
                </a:cubicBezTo>
                <a:lnTo>
                  <a:pt x="224" y="0"/>
                </a:lnTo>
                <a:lnTo>
                  <a:pt x="224" y="57"/>
                </a:lnTo>
                <a:lnTo>
                  <a:pt x="180" y="57"/>
                </a:lnTo>
                <a:lnTo>
                  <a:pt x="261" y="258"/>
                </a:lnTo>
                <a:lnTo>
                  <a:pt x="327" y="94"/>
                </a:lnTo>
                <a:lnTo>
                  <a:pt x="312" y="57"/>
                </a:lnTo>
                <a:lnTo>
                  <a:pt x="255" y="57"/>
                </a:lnTo>
                <a:lnTo>
                  <a:pt x="255" y="0"/>
                </a:lnTo>
                <a:lnTo>
                  <a:pt x="261" y="0"/>
                </a:lnTo>
                <a:cubicBezTo>
                  <a:pt x="268" y="2"/>
                  <a:pt x="298" y="3"/>
                  <a:pt x="350" y="3"/>
                </a:cubicBezTo>
                <a:cubicBezTo>
                  <a:pt x="412" y="3"/>
                  <a:pt x="447" y="2"/>
                  <a:pt x="456" y="0"/>
                </a:cubicBezTo>
                <a:lnTo>
                  <a:pt x="464" y="0"/>
                </a:lnTo>
                <a:lnTo>
                  <a:pt x="464" y="57"/>
                </a:lnTo>
                <a:lnTo>
                  <a:pt x="441" y="57"/>
                </a:lnTo>
                <a:cubicBezTo>
                  <a:pt x="425" y="57"/>
                  <a:pt x="418" y="58"/>
                  <a:pt x="418" y="59"/>
                </a:cubicBezTo>
                <a:cubicBezTo>
                  <a:pt x="418" y="62"/>
                  <a:pt x="433" y="99"/>
                  <a:pt x="462" y="170"/>
                </a:cubicBezTo>
                <a:cubicBezTo>
                  <a:pt x="492" y="243"/>
                  <a:pt x="506" y="278"/>
                  <a:pt x="507" y="278"/>
                </a:cubicBezTo>
                <a:lnTo>
                  <a:pt x="596" y="57"/>
                </a:lnTo>
                <a:lnTo>
                  <a:pt x="544" y="57"/>
                </a:lnTo>
                <a:lnTo>
                  <a:pt x="544" y="0"/>
                </a:lnTo>
                <a:lnTo>
                  <a:pt x="550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7439760" y="2661480"/>
            <a:ext cx="168840" cy="151200"/>
          </a:xfrm>
          <a:custGeom>
            <a:avLst/>
            <a:gdLst/>
            <a:ahLst/>
            <a:rect l="0" t="0" r="r" b="b"/>
            <a:pathLst>
              <a:path w="469" h="420">
                <a:moveTo>
                  <a:pt x="235" y="420"/>
                </a:moveTo>
                <a:cubicBezTo>
                  <a:pt x="199" y="420"/>
                  <a:pt x="167" y="416"/>
                  <a:pt x="139" y="406"/>
                </a:cubicBezTo>
                <a:cubicBezTo>
                  <a:pt x="110" y="397"/>
                  <a:pt x="87" y="386"/>
                  <a:pt x="71" y="372"/>
                </a:cubicBezTo>
                <a:cubicBezTo>
                  <a:pt x="54" y="357"/>
                  <a:pt x="40" y="340"/>
                  <a:pt x="29" y="321"/>
                </a:cubicBezTo>
                <a:cubicBezTo>
                  <a:pt x="17" y="302"/>
                  <a:pt x="10" y="284"/>
                  <a:pt x="7" y="267"/>
                </a:cubicBezTo>
                <a:cubicBezTo>
                  <a:pt x="4" y="250"/>
                  <a:pt x="1" y="232"/>
                  <a:pt x="0" y="214"/>
                </a:cubicBezTo>
                <a:cubicBezTo>
                  <a:pt x="0" y="181"/>
                  <a:pt x="6" y="152"/>
                  <a:pt x="17" y="127"/>
                </a:cubicBezTo>
                <a:cubicBezTo>
                  <a:pt x="28" y="101"/>
                  <a:pt x="41" y="80"/>
                  <a:pt x="57" y="64"/>
                </a:cubicBezTo>
                <a:cubicBezTo>
                  <a:pt x="73" y="48"/>
                  <a:pt x="91" y="36"/>
                  <a:pt x="112" y="27"/>
                </a:cubicBezTo>
                <a:cubicBezTo>
                  <a:pt x="134" y="18"/>
                  <a:pt x="152" y="10"/>
                  <a:pt x="168" y="6"/>
                </a:cubicBezTo>
                <a:cubicBezTo>
                  <a:pt x="184" y="1"/>
                  <a:pt x="200" y="-1"/>
                  <a:pt x="215" y="0"/>
                </a:cubicBezTo>
                <a:lnTo>
                  <a:pt x="228" y="0"/>
                </a:lnTo>
                <a:cubicBezTo>
                  <a:pt x="252" y="0"/>
                  <a:pt x="267" y="0"/>
                  <a:pt x="271" y="1"/>
                </a:cubicBezTo>
                <a:cubicBezTo>
                  <a:pt x="333" y="8"/>
                  <a:pt x="382" y="31"/>
                  <a:pt x="417" y="70"/>
                </a:cubicBezTo>
                <a:cubicBezTo>
                  <a:pt x="452" y="108"/>
                  <a:pt x="469" y="156"/>
                  <a:pt x="469" y="212"/>
                </a:cubicBezTo>
                <a:cubicBezTo>
                  <a:pt x="469" y="252"/>
                  <a:pt x="460" y="286"/>
                  <a:pt x="443" y="316"/>
                </a:cubicBezTo>
                <a:cubicBezTo>
                  <a:pt x="426" y="345"/>
                  <a:pt x="404" y="369"/>
                  <a:pt x="377" y="385"/>
                </a:cubicBezTo>
                <a:cubicBezTo>
                  <a:pt x="342" y="409"/>
                  <a:pt x="294" y="420"/>
                  <a:pt x="235" y="420"/>
                </a:cubicBezTo>
                <a:moveTo>
                  <a:pt x="338" y="204"/>
                </a:moveTo>
                <a:lnTo>
                  <a:pt x="338" y="185"/>
                </a:lnTo>
                <a:cubicBezTo>
                  <a:pt x="338" y="167"/>
                  <a:pt x="337" y="152"/>
                  <a:pt x="337" y="141"/>
                </a:cubicBezTo>
                <a:cubicBezTo>
                  <a:pt x="336" y="130"/>
                  <a:pt x="334" y="118"/>
                  <a:pt x="330" y="105"/>
                </a:cubicBezTo>
                <a:cubicBezTo>
                  <a:pt x="327" y="91"/>
                  <a:pt x="321" y="81"/>
                  <a:pt x="313" y="73"/>
                </a:cubicBezTo>
                <a:cubicBezTo>
                  <a:pt x="305" y="66"/>
                  <a:pt x="295" y="60"/>
                  <a:pt x="282" y="55"/>
                </a:cubicBezTo>
                <a:cubicBezTo>
                  <a:pt x="269" y="50"/>
                  <a:pt x="252" y="47"/>
                  <a:pt x="230" y="47"/>
                </a:cubicBezTo>
                <a:cubicBezTo>
                  <a:pt x="205" y="47"/>
                  <a:pt x="184" y="53"/>
                  <a:pt x="166" y="66"/>
                </a:cubicBezTo>
                <a:cubicBezTo>
                  <a:pt x="153" y="77"/>
                  <a:pt x="144" y="91"/>
                  <a:pt x="140" y="108"/>
                </a:cubicBezTo>
                <a:cubicBezTo>
                  <a:pt x="135" y="126"/>
                  <a:pt x="133" y="158"/>
                  <a:pt x="132" y="204"/>
                </a:cubicBezTo>
                <a:cubicBezTo>
                  <a:pt x="132" y="221"/>
                  <a:pt x="132" y="233"/>
                  <a:pt x="132" y="241"/>
                </a:cubicBezTo>
                <a:cubicBezTo>
                  <a:pt x="132" y="249"/>
                  <a:pt x="133" y="260"/>
                  <a:pt x="134" y="274"/>
                </a:cubicBezTo>
                <a:cubicBezTo>
                  <a:pt x="135" y="288"/>
                  <a:pt x="137" y="299"/>
                  <a:pt x="140" y="306"/>
                </a:cubicBezTo>
                <a:cubicBezTo>
                  <a:pt x="142" y="314"/>
                  <a:pt x="146" y="322"/>
                  <a:pt x="151" y="331"/>
                </a:cubicBezTo>
                <a:cubicBezTo>
                  <a:pt x="156" y="340"/>
                  <a:pt x="162" y="347"/>
                  <a:pt x="169" y="352"/>
                </a:cubicBezTo>
                <a:cubicBezTo>
                  <a:pt x="176" y="357"/>
                  <a:pt x="186" y="362"/>
                  <a:pt x="197" y="364"/>
                </a:cubicBezTo>
                <a:cubicBezTo>
                  <a:pt x="208" y="367"/>
                  <a:pt x="220" y="369"/>
                  <a:pt x="235" y="370"/>
                </a:cubicBezTo>
                <a:cubicBezTo>
                  <a:pt x="272" y="370"/>
                  <a:pt x="299" y="358"/>
                  <a:pt x="315" y="338"/>
                </a:cubicBezTo>
                <a:cubicBezTo>
                  <a:pt x="323" y="327"/>
                  <a:pt x="329" y="313"/>
                  <a:pt x="332" y="294"/>
                </a:cubicBezTo>
                <a:cubicBezTo>
                  <a:pt x="335" y="275"/>
                  <a:pt x="337" y="245"/>
                  <a:pt x="338" y="20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7628760" y="2662200"/>
            <a:ext cx="136800" cy="149040"/>
          </a:xfrm>
          <a:custGeom>
            <a:avLst/>
            <a:gdLst/>
            <a:ahLst/>
            <a:rect l="0" t="0" r="r" b="b"/>
            <a:pathLst>
              <a:path w="380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1" y="48"/>
                  <a:pt x="244" y="51"/>
                </a:cubicBezTo>
                <a:cubicBezTo>
                  <a:pt x="237" y="54"/>
                  <a:pt x="229" y="60"/>
                  <a:pt x="218" y="69"/>
                </a:cubicBezTo>
                <a:cubicBezTo>
                  <a:pt x="208" y="77"/>
                  <a:pt x="199" y="91"/>
                  <a:pt x="192" y="111"/>
                </a:cubicBezTo>
                <a:cubicBezTo>
                  <a:pt x="186" y="130"/>
                  <a:pt x="181" y="155"/>
                  <a:pt x="178" y="184"/>
                </a:cubicBezTo>
                <a:cubicBezTo>
                  <a:pt x="177" y="189"/>
                  <a:pt x="177" y="220"/>
                  <a:pt x="177" y="277"/>
                </a:cubicBezTo>
                <a:lnTo>
                  <a:pt x="177" y="357"/>
                </a:lnTo>
                <a:lnTo>
                  <a:pt x="257" y="357"/>
                </a:lnTo>
                <a:lnTo>
                  <a:pt x="257" y="414"/>
                </a:lnTo>
                <a:lnTo>
                  <a:pt x="248" y="414"/>
                </a:lnTo>
                <a:cubicBezTo>
                  <a:pt x="237" y="412"/>
                  <a:pt x="195" y="411"/>
                  <a:pt x="121" y="411"/>
                </a:cubicBezTo>
                <a:cubicBezTo>
                  <a:pt x="51" y="411"/>
                  <a:pt x="14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lnTo>
                  <a:pt x="81" y="4"/>
                </a:lnTo>
                <a:cubicBezTo>
                  <a:pt x="134" y="1"/>
                  <a:pt x="161" y="0"/>
                  <a:pt x="161" y="0"/>
                </a:cubicBezTo>
                <a:lnTo>
                  <a:pt x="167" y="0"/>
                </a:lnTo>
                <a:lnTo>
                  <a:pt x="167" y="33"/>
                </a:lnTo>
                <a:lnTo>
                  <a:pt x="168" y="66"/>
                </a:lnTo>
                <a:cubicBezTo>
                  <a:pt x="190" y="23"/>
                  <a:pt x="222" y="1"/>
                  <a:pt x="263" y="1"/>
                </a:cubicBezTo>
                <a:lnTo>
                  <a:pt x="269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80" y="61"/>
                  <a:pt x="380" y="82"/>
                </a:cubicBezTo>
                <a:cubicBezTo>
                  <a:pt x="380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7785360" y="2581560"/>
            <a:ext cx="184320" cy="229680"/>
          </a:xfrm>
          <a:custGeom>
            <a:avLst/>
            <a:gdLst/>
            <a:ahLst/>
            <a:rect l="0" t="0" r="r" b="b"/>
            <a:pathLst>
              <a:path w="512" h="638">
                <a:moveTo>
                  <a:pt x="2" y="7"/>
                </a:moveTo>
                <a:lnTo>
                  <a:pt x="86" y="4"/>
                </a:lnTo>
                <a:cubicBezTo>
                  <a:pt x="142" y="1"/>
                  <a:pt x="171" y="0"/>
                  <a:pt x="171" y="0"/>
                </a:cubicBezTo>
                <a:lnTo>
                  <a:pt x="177" y="0"/>
                </a:lnTo>
                <a:lnTo>
                  <a:pt x="177" y="404"/>
                </a:lnTo>
                <a:lnTo>
                  <a:pt x="320" y="287"/>
                </a:lnTo>
                <a:lnTo>
                  <a:pt x="291" y="287"/>
                </a:lnTo>
                <a:lnTo>
                  <a:pt x="291" y="230"/>
                </a:lnTo>
                <a:lnTo>
                  <a:pt x="300" y="230"/>
                </a:lnTo>
                <a:cubicBezTo>
                  <a:pt x="309" y="232"/>
                  <a:pt x="346" y="233"/>
                  <a:pt x="411" y="233"/>
                </a:cubicBezTo>
                <a:cubicBezTo>
                  <a:pt x="452" y="233"/>
                  <a:pt x="477" y="232"/>
                  <a:pt x="484" y="230"/>
                </a:cubicBezTo>
                <a:lnTo>
                  <a:pt x="489" y="230"/>
                </a:lnTo>
                <a:lnTo>
                  <a:pt x="489" y="287"/>
                </a:lnTo>
                <a:lnTo>
                  <a:pt x="411" y="287"/>
                </a:lnTo>
                <a:lnTo>
                  <a:pt x="292" y="384"/>
                </a:lnTo>
                <a:lnTo>
                  <a:pt x="446" y="581"/>
                </a:lnTo>
                <a:lnTo>
                  <a:pt x="512" y="581"/>
                </a:lnTo>
                <a:lnTo>
                  <a:pt x="512" y="638"/>
                </a:lnTo>
                <a:lnTo>
                  <a:pt x="505" y="638"/>
                </a:lnTo>
                <a:cubicBezTo>
                  <a:pt x="496" y="636"/>
                  <a:pt x="464" y="635"/>
                  <a:pt x="411" y="635"/>
                </a:cubicBezTo>
                <a:cubicBezTo>
                  <a:pt x="346" y="635"/>
                  <a:pt x="308" y="636"/>
                  <a:pt x="297" y="638"/>
                </a:cubicBezTo>
                <a:lnTo>
                  <a:pt x="289" y="638"/>
                </a:lnTo>
                <a:lnTo>
                  <a:pt x="289" y="581"/>
                </a:lnTo>
                <a:lnTo>
                  <a:pt x="302" y="581"/>
                </a:lnTo>
                <a:lnTo>
                  <a:pt x="316" y="580"/>
                </a:lnTo>
                <a:lnTo>
                  <a:pt x="212" y="449"/>
                </a:lnTo>
                <a:lnTo>
                  <a:pt x="191" y="464"/>
                </a:lnTo>
                <a:lnTo>
                  <a:pt x="172" y="480"/>
                </a:lnTo>
                <a:lnTo>
                  <a:pt x="172" y="581"/>
                </a:lnTo>
                <a:lnTo>
                  <a:pt x="235" y="581"/>
                </a:lnTo>
                <a:lnTo>
                  <a:pt x="235" y="638"/>
                </a:lnTo>
                <a:lnTo>
                  <a:pt x="228" y="638"/>
                </a:lnTo>
                <a:cubicBezTo>
                  <a:pt x="217" y="636"/>
                  <a:pt x="180" y="635"/>
                  <a:pt x="118" y="635"/>
                </a:cubicBezTo>
                <a:cubicBezTo>
                  <a:pt x="49" y="635"/>
                  <a:pt x="12" y="636"/>
                  <a:pt x="7" y="638"/>
                </a:cubicBezTo>
                <a:lnTo>
                  <a:pt x="0" y="638"/>
                </a:lnTo>
                <a:lnTo>
                  <a:pt x="0" y="581"/>
                </a:lnTo>
                <a:lnTo>
                  <a:pt x="63" y="581"/>
                </a:lnTo>
                <a:lnTo>
                  <a:pt x="63" y="333"/>
                </a:lnTo>
                <a:cubicBezTo>
                  <a:pt x="63" y="300"/>
                  <a:pt x="63" y="263"/>
                  <a:pt x="63" y="222"/>
                </a:cubicBezTo>
                <a:cubicBezTo>
                  <a:pt x="63" y="182"/>
                  <a:pt x="63" y="157"/>
                  <a:pt x="64" y="148"/>
                </a:cubicBezTo>
                <a:cubicBezTo>
                  <a:pt x="64" y="111"/>
                  <a:pt x="63" y="89"/>
                  <a:pt x="62" y="82"/>
                </a:cubicBezTo>
                <a:cubicBezTo>
                  <a:pt x="61" y="74"/>
                  <a:pt x="56" y="70"/>
                  <a:pt x="49" y="68"/>
                </a:cubicBezTo>
                <a:cubicBezTo>
                  <a:pt x="41" y="66"/>
                  <a:pt x="28" y="64"/>
                  <a:pt x="11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986600" y="2661480"/>
            <a:ext cx="153000" cy="151560"/>
          </a:xfrm>
          <a:custGeom>
            <a:avLst/>
            <a:gdLst/>
            <a:ahLst/>
            <a:rect l="0" t="0" r="r" b="b"/>
            <a:pathLst>
              <a:path w="425" h="421">
                <a:moveTo>
                  <a:pt x="0" y="208"/>
                </a:moveTo>
                <a:cubicBezTo>
                  <a:pt x="0" y="143"/>
                  <a:pt x="21" y="92"/>
                  <a:pt x="65" y="55"/>
                </a:cubicBezTo>
                <a:cubicBezTo>
                  <a:pt x="108" y="18"/>
                  <a:pt x="160" y="0"/>
                  <a:pt x="221" y="0"/>
                </a:cubicBezTo>
                <a:lnTo>
                  <a:pt x="231" y="0"/>
                </a:lnTo>
                <a:cubicBezTo>
                  <a:pt x="292" y="0"/>
                  <a:pt x="339" y="16"/>
                  <a:pt x="372" y="47"/>
                </a:cubicBezTo>
                <a:cubicBezTo>
                  <a:pt x="407" y="82"/>
                  <a:pt x="425" y="131"/>
                  <a:pt x="425" y="192"/>
                </a:cubicBezTo>
                <a:cubicBezTo>
                  <a:pt x="425" y="202"/>
                  <a:pt x="422" y="209"/>
                  <a:pt x="417" y="211"/>
                </a:cubicBezTo>
                <a:cubicBezTo>
                  <a:pt x="413" y="213"/>
                  <a:pt x="399" y="215"/>
                  <a:pt x="375" y="216"/>
                </a:cubicBezTo>
                <a:cubicBezTo>
                  <a:pt x="370" y="216"/>
                  <a:pt x="356" y="216"/>
                  <a:pt x="333" y="216"/>
                </a:cubicBezTo>
                <a:cubicBezTo>
                  <a:pt x="310" y="216"/>
                  <a:pt x="290" y="215"/>
                  <a:pt x="272" y="215"/>
                </a:cubicBezTo>
                <a:lnTo>
                  <a:pt x="132" y="215"/>
                </a:lnTo>
                <a:lnTo>
                  <a:pt x="132" y="223"/>
                </a:lnTo>
                <a:cubicBezTo>
                  <a:pt x="132" y="243"/>
                  <a:pt x="133" y="259"/>
                  <a:pt x="136" y="273"/>
                </a:cubicBezTo>
                <a:cubicBezTo>
                  <a:pt x="138" y="287"/>
                  <a:pt x="144" y="302"/>
                  <a:pt x="151" y="317"/>
                </a:cubicBezTo>
                <a:cubicBezTo>
                  <a:pt x="159" y="331"/>
                  <a:pt x="172" y="343"/>
                  <a:pt x="188" y="351"/>
                </a:cubicBezTo>
                <a:cubicBezTo>
                  <a:pt x="205" y="360"/>
                  <a:pt x="226" y="366"/>
                  <a:pt x="252" y="369"/>
                </a:cubicBezTo>
                <a:cubicBezTo>
                  <a:pt x="256" y="369"/>
                  <a:pt x="261" y="370"/>
                  <a:pt x="268" y="370"/>
                </a:cubicBezTo>
                <a:cubicBezTo>
                  <a:pt x="300" y="370"/>
                  <a:pt x="327" y="359"/>
                  <a:pt x="348" y="337"/>
                </a:cubicBezTo>
                <a:cubicBezTo>
                  <a:pt x="354" y="328"/>
                  <a:pt x="360" y="320"/>
                  <a:pt x="363" y="313"/>
                </a:cubicBezTo>
                <a:cubicBezTo>
                  <a:pt x="367" y="306"/>
                  <a:pt x="369" y="301"/>
                  <a:pt x="370" y="298"/>
                </a:cubicBezTo>
                <a:cubicBezTo>
                  <a:pt x="370" y="296"/>
                  <a:pt x="373" y="294"/>
                  <a:pt x="377" y="293"/>
                </a:cubicBezTo>
                <a:cubicBezTo>
                  <a:pt x="381" y="291"/>
                  <a:pt x="388" y="291"/>
                  <a:pt x="396" y="291"/>
                </a:cubicBezTo>
                <a:lnTo>
                  <a:pt x="401" y="291"/>
                </a:lnTo>
                <a:cubicBezTo>
                  <a:pt x="417" y="291"/>
                  <a:pt x="425" y="296"/>
                  <a:pt x="425" y="307"/>
                </a:cubicBezTo>
                <a:cubicBezTo>
                  <a:pt x="425" y="312"/>
                  <a:pt x="423" y="318"/>
                  <a:pt x="420" y="326"/>
                </a:cubicBezTo>
                <a:cubicBezTo>
                  <a:pt x="417" y="334"/>
                  <a:pt x="411" y="343"/>
                  <a:pt x="401" y="354"/>
                </a:cubicBezTo>
                <a:cubicBezTo>
                  <a:pt x="391" y="365"/>
                  <a:pt x="380" y="376"/>
                  <a:pt x="367" y="386"/>
                </a:cubicBezTo>
                <a:cubicBezTo>
                  <a:pt x="354" y="396"/>
                  <a:pt x="336" y="404"/>
                  <a:pt x="314" y="411"/>
                </a:cubicBezTo>
                <a:cubicBezTo>
                  <a:pt x="291" y="418"/>
                  <a:pt x="266" y="421"/>
                  <a:pt x="240" y="421"/>
                </a:cubicBezTo>
                <a:cubicBezTo>
                  <a:pt x="172" y="421"/>
                  <a:pt x="115" y="403"/>
                  <a:pt x="70" y="364"/>
                </a:cubicBezTo>
                <a:cubicBezTo>
                  <a:pt x="25" y="327"/>
                  <a:pt x="1" y="275"/>
                  <a:pt x="0" y="208"/>
                </a:cubicBezTo>
                <a:moveTo>
                  <a:pt x="323" y="162"/>
                </a:moveTo>
                <a:cubicBezTo>
                  <a:pt x="319" y="119"/>
                  <a:pt x="309" y="89"/>
                  <a:pt x="291" y="72"/>
                </a:cubicBezTo>
                <a:cubicBezTo>
                  <a:pt x="273" y="54"/>
                  <a:pt x="252" y="46"/>
                  <a:pt x="229" y="46"/>
                </a:cubicBezTo>
                <a:cubicBezTo>
                  <a:pt x="212" y="46"/>
                  <a:pt x="197" y="50"/>
                  <a:pt x="183" y="57"/>
                </a:cubicBezTo>
                <a:cubicBezTo>
                  <a:pt x="169" y="64"/>
                  <a:pt x="158" y="74"/>
                  <a:pt x="151" y="87"/>
                </a:cubicBezTo>
                <a:cubicBezTo>
                  <a:pt x="141" y="103"/>
                  <a:pt x="135" y="127"/>
                  <a:pt x="133" y="159"/>
                </a:cubicBezTo>
                <a:lnTo>
                  <a:pt x="133" y="171"/>
                </a:lnTo>
                <a:lnTo>
                  <a:pt x="323" y="171"/>
                </a:lnTo>
                <a:lnTo>
                  <a:pt x="323" y="162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8159760" y="2662200"/>
            <a:ext cx="136440" cy="149040"/>
          </a:xfrm>
          <a:custGeom>
            <a:avLst/>
            <a:gdLst/>
            <a:ahLst/>
            <a:rect l="0" t="0" r="r" b="b"/>
            <a:pathLst>
              <a:path w="379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0" y="48"/>
                  <a:pt x="244" y="51"/>
                </a:cubicBezTo>
                <a:cubicBezTo>
                  <a:pt x="237" y="54"/>
                  <a:pt x="228" y="60"/>
                  <a:pt x="218" y="69"/>
                </a:cubicBezTo>
                <a:cubicBezTo>
                  <a:pt x="208" y="77"/>
                  <a:pt x="198" y="91"/>
                  <a:pt x="191" y="111"/>
                </a:cubicBezTo>
                <a:cubicBezTo>
                  <a:pt x="185" y="130"/>
                  <a:pt x="180" y="155"/>
                  <a:pt x="177" y="184"/>
                </a:cubicBezTo>
                <a:cubicBezTo>
                  <a:pt x="176" y="189"/>
                  <a:pt x="176" y="220"/>
                  <a:pt x="176" y="277"/>
                </a:cubicBezTo>
                <a:lnTo>
                  <a:pt x="176" y="357"/>
                </a:lnTo>
                <a:lnTo>
                  <a:pt x="257" y="357"/>
                </a:lnTo>
                <a:lnTo>
                  <a:pt x="257" y="414"/>
                </a:lnTo>
                <a:lnTo>
                  <a:pt x="247" y="414"/>
                </a:lnTo>
                <a:cubicBezTo>
                  <a:pt x="236" y="412"/>
                  <a:pt x="194" y="411"/>
                  <a:pt x="121" y="411"/>
                </a:cubicBezTo>
                <a:cubicBezTo>
                  <a:pt x="51" y="411"/>
                  <a:pt x="13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lnTo>
                  <a:pt x="81" y="4"/>
                </a:lnTo>
                <a:cubicBezTo>
                  <a:pt x="134" y="1"/>
                  <a:pt x="160" y="0"/>
                  <a:pt x="161" y="0"/>
                </a:cubicBezTo>
                <a:lnTo>
                  <a:pt x="166" y="0"/>
                </a:lnTo>
                <a:lnTo>
                  <a:pt x="166" y="33"/>
                </a:lnTo>
                <a:lnTo>
                  <a:pt x="167" y="66"/>
                </a:lnTo>
                <a:cubicBezTo>
                  <a:pt x="189" y="23"/>
                  <a:pt x="221" y="1"/>
                  <a:pt x="263" y="1"/>
                </a:cubicBezTo>
                <a:lnTo>
                  <a:pt x="268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79" y="61"/>
                  <a:pt x="379" y="82"/>
                </a:cubicBezTo>
                <a:cubicBezTo>
                  <a:pt x="379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8318880" y="2661120"/>
            <a:ext cx="124920" cy="151920"/>
          </a:xfrm>
          <a:custGeom>
            <a:avLst/>
            <a:gdLst/>
            <a:ahLst/>
            <a:rect l="0" t="0" r="r" b="b"/>
            <a:pathLst>
              <a:path w="347" h="422">
                <a:moveTo>
                  <a:pt x="1" y="127"/>
                </a:moveTo>
                <a:cubicBezTo>
                  <a:pt x="1" y="112"/>
                  <a:pt x="3" y="98"/>
                  <a:pt x="7" y="85"/>
                </a:cubicBezTo>
                <a:cubicBezTo>
                  <a:pt x="11" y="73"/>
                  <a:pt x="19" y="59"/>
                  <a:pt x="30" y="45"/>
                </a:cubicBezTo>
                <a:cubicBezTo>
                  <a:pt x="41" y="31"/>
                  <a:pt x="58" y="20"/>
                  <a:pt x="82" y="12"/>
                </a:cubicBezTo>
                <a:cubicBezTo>
                  <a:pt x="106" y="4"/>
                  <a:pt x="136" y="0"/>
                  <a:pt x="170" y="0"/>
                </a:cubicBezTo>
                <a:cubicBezTo>
                  <a:pt x="202" y="0"/>
                  <a:pt x="232" y="5"/>
                  <a:pt x="260" y="16"/>
                </a:cubicBezTo>
                <a:lnTo>
                  <a:pt x="277" y="7"/>
                </a:lnTo>
                <a:lnTo>
                  <a:pt x="294" y="0"/>
                </a:lnTo>
                <a:lnTo>
                  <a:pt x="303" y="0"/>
                </a:lnTo>
                <a:cubicBezTo>
                  <a:pt x="311" y="0"/>
                  <a:pt x="316" y="2"/>
                  <a:pt x="318" y="6"/>
                </a:cubicBezTo>
                <a:cubicBezTo>
                  <a:pt x="320" y="9"/>
                  <a:pt x="321" y="23"/>
                  <a:pt x="321" y="46"/>
                </a:cubicBezTo>
                <a:lnTo>
                  <a:pt x="321" y="61"/>
                </a:lnTo>
                <a:lnTo>
                  <a:pt x="321" y="90"/>
                </a:lnTo>
                <a:cubicBezTo>
                  <a:pt x="321" y="105"/>
                  <a:pt x="320" y="114"/>
                  <a:pt x="318" y="117"/>
                </a:cubicBezTo>
                <a:cubicBezTo>
                  <a:pt x="316" y="120"/>
                  <a:pt x="311" y="121"/>
                  <a:pt x="302" y="121"/>
                </a:cubicBezTo>
                <a:lnTo>
                  <a:pt x="292" y="121"/>
                </a:lnTo>
                <a:lnTo>
                  <a:pt x="287" y="121"/>
                </a:lnTo>
                <a:cubicBezTo>
                  <a:pt x="277" y="121"/>
                  <a:pt x="271" y="120"/>
                  <a:pt x="269" y="118"/>
                </a:cubicBezTo>
                <a:cubicBezTo>
                  <a:pt x="266" y="117"/>
                  <a:pt x="265" y="111"/>
                  <a:pt x="264" y="103"/>
                </a:cubicBezTo>
                <a:cubicBezTo>
                  <a:pt x="260" y="63"/>
                  <a:pt x="229" y="43"/>
                  <a:pt x="171" y="43"/>
                </a:cubicBezTo>
                <a:lnTo>
                  <a:pt x="164" y="43"/>
                </a:lnTo>
                <a:cubicBezTo>
                  <a:pt x="107" y="43"/>
                  <a:pt x="79" y="59"/>
                  <a:pt x="79" y="92"/>
                </a:cubicBezTo>
                <a:cubicBezTo>
                  <a:pt x="79" y="103"/>
                  <a:pt x="85" y="113"/>
                  <a:pt x="97" y="121"/>
                </a:cubicBezTo>
                <a:cubicBezTo>
                  <a:pt x="109" y="129"/>
                  <a:pt x="123" y="134"/>
                  <a:pt x="138" y="137"/>
                </a:cubicBezTo>
                <a:cubicBezTo>
                  <a:pt x="154" y="139"/>
                  <a:pt x="171" y="142"/>
                  <a:pt x="191" y="146"/>
                </a:cubicBezTo>
                <a:cubicBezTo>
                  <a:pt x="210" y="150"/>
                  <a:pt x="222" y="152"/>
                  <a:pt x="228" y="153"/>
                </a:cubicBezTo>
                <a:cubicBezTo>
                  <a:pt x="240" y="156"/>
                  <a:pt x="253" y="160"/>
                  <a:pt x="265" y="165"/>
                </a:cubicBezTo>
                <a:cubicBezTo>
                  <a:pt x="277" y="170"/>
                  <a:pt x="292" y="181"/>
                  <a:pt x="309" y="198"/>
                </a:cubicBezTo>
                <a:cubicBezTo>
                  <a:pt x="326" y="215"/>
                  <a:pt x="338" y="235"/>
                  <a:pt x="345" y="258"/>
                </a:cubicBezTo>
                <a:cubicBezTo>
                  <a:pt x="346" y="264"/>
                  <a:pt x="347" y="273"/>
                  <a:pt x="347" y="285"/>
                </a:cubicBezTo>
                <a:cubicBezTo>
                  <a:pt x="347" y="376"/>
                  <a:pt x="290" y="422"/>
                  <a:pt x="177" y="422"/>
                </a:cubicBezTo>
                <a:cubicBezTo>
                  <a:pt x="130" y="422"/>
                  <a:pt x="96" y="414"/>
                  <a:pt x="73" y="396"/>
                </a:cubicBezTo>
                <a:lnTo>
                  <a:pt x="28" y="422"/>
                </a:lnTo>
                <a:lnTo>
                  <a:pt x="19" y="422"/>
                </a:lnTo>
                <a:cubicBezTo>
                  <a:pt x="10" y="422"/>
                  <a:pt x="5" y="420"/>
                  <a:pt x="3" y="417"/>
                </a:cubicBezTo>
                <a:cubicBezTo>
                  <a:pt x="2" y="413"/>
                  <a:pt x="1" y="400"/>
                  <a:pt x="1" y="377"/>
                </a:cubicBezTo>
                <a:lnTo>
                  <a:pt x="1" y="349"/>
                </a:lnTo>
                <a:cubicBezTo>
                  <a:pt x="1" y="341"/>
                  <a:pt x="1" y="333"/>
                  <a:pt x="1" y="323"/>
                </a:cubicBezTo>
                <a:cubicBezTo>
                  <a:pt x="1" y="313"/>
                  <a:pt x="0" y="307"/>
                  <a:pt x="0" y="304"/>
                </a:cubicBezTo>
                <a:cubicBezTo>
                  <a:pt x="0" y="290"/>
                  <a:pt x="1" y="282"/>
                  <a:pt x="4" y="280"/>
                </a:cubicBezTo>
                <a:cubicBezTo>
                  <a:pt x="7" y="277"/>
                  <a:pt x="15" y="276"/>
                  <a:pt x="28" y="275"/>
                </a:cubicBezTo>
                <a:lnTo>
                  <a:pt x="35" y="275"/>
                </a:lnTo>
                <a:cubicBezTo>
                  <a:pt x="42" y="275"/>
                  <a:pt x="47" y="276"/>
                  <a:pt x="49" y="277"/>
                </a:cubicBezTo>
                <a:cubicBezTo>
                  <a:pt x="52" y="278"/>
                  <a:pt x="54" y="280"/>
                  <a:pt x="55" y="281"/>
                </a:cubicBezTo>
                <a:cubicBezTo>
                  <a:pt x="56" y="282"/>
                  <a:pt x="58" y="287"/>
                  <a:pt x="60" y="295"/>
                </a:cubicBezTo>
                <a:cubicBezTo>
                  <a:pt x="77" y="347"/>
                  <a:pt x="113" y="373"/>
                  <a:pt x="168" y="373"/>
                </a:cubicBezTo>
                <a:lnTo>
                  <a:pt x="177" y="373"/>
                </a:lnTo>
                <a:cubicBezTo>
                  <a:pt x="194" y="373"/>
                  <a:pt x="205" y="373"/>
                  <a:pt x="210" y="373"/>
                </a:cubicBezTo>
                <a:cubicBezTo>
                  <a:pt x="250" y="366"/>
                  <a:pt x="270" y="347"/>
                  <a:pt x="270" y="317"/>
                </a:cubicBezTo>
                <a:cubicBezTo>
                  <a:pt x="270" y="305"/>
                  <a:pt x="265" y="295"/>
                  <a:pt x="257" y="285"/>
                </a:cubicBezTo>
                <a:cubicBezTo>
                  <a:pt x="247" y="277"/>
                  <a:pt x="237" y="271"/>
                  <a:pt x="227" y="267"/>
                </a:cubicBezTo>
                <a:cubicBezTo>
                  <a:pt x="219" y="263"/>
                  <a:pt x="197" y="259"/>
                  <a:pt x="160" y="252"/>
                </a:cubicBezTo>
                <a:cubicBezTo>
                  <a:pt x="124" y="246"/>
                  <a:pt x="97" y="239"/>
                  <a:pt x="78" y="230"/>
                </a:cubicBezTo>
                <a:cubicBezTo>
                  <a:pt x="26" y="205"/>
                  <a:pt x="1" y="171"/>
                  <a:pt x="1" y="12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8551080" y="2662200"/>
            <a:ext cx="299520" cy="149040"/>
          </a:xfrm>
          <a:custGeom>
            <a:avLst/>
            <a:gdLst/>
            <a:ahLst/>
            <a:rect l="0" t="0" r="r" b="b"/>
            <a:pathLst>
              <a:path w="832" h="414">
                <a:moveTo>
                  <a:pt x="3" y="7"/>
                </a:moveTo>
                <a:cubicBezTo>
                  <a:pt x="111" y="2"/>
                  <a:pt x="166" y="0"/>
                  <a:pt x="166" y="0"/>
                </a:cubicBezTo>
                <a:lnTo>
                  <a:pt x="172" y="0"/>
                </a:lnTo>
                <a:lnTo>
                  <a:pt x="172" y="78"/>
                </a:lnTo>
                <a:cubicBezTo>
                  <a:pt x="173" y="77"/>
                  <a:pt x="177" y="73"/>
                  <a:pt x="182" y="66"/>
                </a:cubicBezTo>
                <a:cubicBezTo>
                  <a:pt x="188" y="59"/>
                  <a:pt x="193" y="53"/>
                  <a:pt x="200" y="49"/>
                </a:cubicBezTo>
                <a:cubicBezTo>
                  <a:pt x="206" y="44"/>
                  <a:pt x="213" y="38"/>
                  <a:pt x="222" y="31"/>
                </a:cubicBezTo>
                <a:cubicBezTo>
                  <a:pt x="230" y="24"/>
                  <a:pt x="241" y="19"/>
                  <a:pt x="255" y="14"/>
                </a:cubicBezTo>
                <a:cubicBezTo>
                  <a:pt x="268" y="9"/>
                  <a:pt x="283" y="5"/>
                  <a:pt x="299" y="2"/>
                </a:cubicBezTo>
                <a:cubicBezTo>
                  <a:pt x="307" y="1"/>
                  <a:pt x="319" y="0"/>
                  <a:pt x="333" y="0"/>
                </a:cubicBezTo>
                <a:lnTo>
                  <a:pt x="339" y="0"/>
                </a:lnTo>
                <a:cubicBezTo>
                  <a:pt x="398" y="0"/>
                  <a:pt x="437" y="17"/>
                  <a:pt x="456" y="52"/>
                </a:cubicBezTo>
                <a:cubicBezTo>
                  <a:pt x="463" y="63"/>
                  <a:pt x="466" y="70"/>
                  <a:pt x="466" y="73"/>
                </a:cubicBezTo>
                <a:cubicBezTo>
                  <a:pt x="466" y="75"/>
                  <a:pt x="469" y="72"/>
                  <a:pt x="476" y="65"/>
                </a:cubicBezTo>
                <a:cubicBezTo>
                  <a:pt x="510" y="22"/>
                  <a:pt x="559" y="0"/>
                  <a:pt x="623" y="0"/>
                </a:cubicBezTo>
                <a:cubicBezTo>
                  <a:pt x="659" y="0"/>
                  <a:pt x="687" y="5"/>
                  <a:pt x="709" y="15"/>
                </a:cubicBezTo>
                <a:cubicBezTo>
                  <a:pt x="735" y="27"/>
                  <a:pt x="751" y="44"/>
                  <a:pt x="757" y="65"/>
                </a:cubicBezTo>
                <a:cubicBezTo>
                  <a:pt x="764" y="86"/>
                  <a:pt x="768" y="118"/>
                  <a:pt x="768" y="160"/>
                </a:cubicBezTo>
                <a:lnTo>
                  <a:pt x="768" y="217"/>
                </a:lnTo>
                <a:lnTo>
                  <a:pt x="768" y="232"/>
                </a:lnTo>
                <a:lnTo>
                  <a:pt x="768" y="357"/>
                </a:lnTo>
                <a:lnTo>
                  <a:pt x="832" y="357"/>
                </a:lnTo>
                <a:lnTo>
                  <a:pt x="832" y="414"/>
                </a:lnTo>
                <a:lnTo>
                  <a:pt x="823" y="414"/>
                </a:lnTo>
                <a:cubicBezTo>
                  <a:pt x="812" y="412"/>
                  <a:pt x="774" y="411"/>
                  <a:pt x="709" y="411"/>
                </a:cubicBezTo>
                <a:cubicBezTo>
                  <a:pt x="643" y="411"/>
                  <a:pt x="605" y="412"/>
                  <a:pt x="594" y="414"/>
                </a:cubicBezTo>
                <a:lnTo>
                  <a:pt x="586" y="414"/>
                </a:lnTo>
                <a:lnTo>
                  <a:pt x="586" y="357"/>
                </a:lnTo>
                <a:lnTo>
                  <a:pt x="649" y="357"/>
                </a:lnTo>
                <a:lnTo>
                  <a:pt x="649" y="236"/>
                </a:lnTo>
                <a:lnTo>
                  <a:pt x="649" y="160"/>
                </a:lnTo>
                <a:cubicBezTo>
                  <a:pt x="649" y="116"/>
                  <a:pt x="646" y="86"/>
                  <a:pt x="641" y="71"/>
                </a:cubicBezTo>
                <a:cubicBezTo>
                  <a:pt x="635" y="55"/>
                  <a:pt x="621" y="47"/>
                  <a:pt x="599" y="47"/>
                </a:cubicBezTo>
                <a:cubicBezTo>
                  <a:pt x="572" y="47"/>
                  <a:pt x="547" y="56"/>
                  <a:pt x="523" y="73"/>
                </a:cubicBezTo>
                <a:cubicBezTo>
                  <a:pt x="500" y="91"/>
                  <a:pt x="485" y="115"/>
                  <a:pt x="477" y="147"/>
                </a:cubicBezTo>
                <a:cubicBezTo>
                  <a:pt x="476" y="152"/>
                  <a:pt x="475" y="189"/>
                  <a:pt x="475" y="257"/>
                </a:cubicBezTo>
                <a:lnTo>
                  <a:pt x="475" y="357"/>
                </a:lnTo>
                <a:lnTo>
                  <a:pt x="538" y="357"/>
                </a:lnTo>
                <a:lnTo>
                  <a:pt x="538" y="414"/>
                </a:lnTo>
                <a:lnTo>
                  <a:pt x="530" y="414"/>
                </a:lnTo>
                <a:cubicBezTo>
                  <a:pt x="519" y="412"/>
                  <a:pt x="480" y="411"/>
                  <a:pt x="415" y="411"/>
                </a:cubicBezTo>
                <a:cubicBezTo>
                  <a:pt x="345" y="411"/>
                  <a:pt x="307" y="412"/>
                  <a:pt x="301" y="414"/>
                </a:cubicBezTo>
                <a:lnTo>
                  <a:pt x="293" y="414"/>
                </a:lnTo>
                <a:lnTo>
                  <a:pt x="293" y="357"/>
                </a:lnTo>
                <a:lnTo>
                  <a:pt x="356" y="357"/>
                </a:lnTo>
                <a:lnTo>
                  <a:pt x="356" y="236"/>
                </a:lnTo>
                <a:lnTo>
                  <a:pt x="356" y="160"/>
                </a:lnTo>
                <a:cubicBezTo>
                  <a:pt x="356" y="116"/>
                  <a:pt x="354" y="86"/>
                  <a:pt x="348" y="71"/>
                </a:cubicBezTo>
                <a:cubicBezTo>
                  <a:pt x="343" y="55"/>
                  <a:pt x="329" y="47"/>
                  <a:pt x="307" y="47"/>
                </a:cubicBezTo>
                <a:cubicBezTo>
                  <a:pt x="279" y="47"/>
                  <a:pt x="254" y="56"/>
                  <a:pt x="231" y="73"/>
                </a:cubicBezTo>
                <a:cubicBezTo>
                  <a:pt x="207" y="91"/>
                  <a:pt x="192" y="115"/>
                  <a:pt x="185" y="147"/>
                </a:cubicBezTo>
                <a:cubicBezTo>
                  <a:pt x="184" y="152"/>
                  <a:pt x="183" y="189"/>
                  <a:pt x="182" y="257"/>
                </a:cubicBezTo>
                <a:lnTo>
                  <a:pt x="182" y="357"/>
                </a:lnTo>
                <a:lnTo>
                  <a:pt x="245" y="357"/>
                </a:lnTo>
                <a:lnTo>
                  <a:pt x="245" y="414"/>
                </a:lnTo>
                <a:lnTo>
                  <a:pt x="237" y="414"/>
                </a:lnTo>
                <a:cubicBezTo>
                  <a:pt x="226" y="412"/>
                  <a:pt x="188" y="411"/>
                  <a:pt x="123" y="411"/>
                </a:cubicBezTo>
                <a:cubicBezTo>
                  <a:pt x="58" y="411"/>
                  <a:pt x="20" y="412"/>
                  <a:pt x="9" y="414"/>
                </a:cubicBezTo>
                <a:lnTo>
                  <a:pt x="0" y="414"/>
                </a:lnTo>
                <a:lnTo>
                  <a:pt x="0" y="357"/>
                </a:lnTo>
                <a:lnTo>
                  <a:pt x="64" y="357"/>
                </a:lnTo>
                <a:lnTo>
                  <a:pt x="64" y="220"/>
                </a:lnTo>
                <a:lnTo>
                  <a:pt x="64" y="135"/>
                </a:lnTo>
                <a:cubicBezTo>
                  <a:pt x="64" y="104"/>
                  <a:pt x="63" y="86"/>
                  <a:pt x="62" y="80"/>
                </a:cubicBezTo>
                <a:cubicBezTo>
                  <a:pt x="61" y="74"/>
                  <a:pt x="57" y="70"/>
                  <a:pt x="50" y="68"/>
                </a:cubicBezTo>
                <a:cubicBezTo>
                  <a:pt x="41" y="65"/>
                  <a:pt x="29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8866080" y="2661120"/>
            <a:ext cx="173880" cy="151920"/>
          </a:xfrm>
          <a:custGeom>
            <a:avLst/>
            <a:gdLst/>
            <a:ahLst/>
            <a:rect l="0" t="0" r="r" b="b"/>
            <a:pathLst>
              <a:path w="483" h="422">
                <a:moveTo>
                  <a:pt x="29" y="96"/>
                </a:moveTo>
                <a:cubicBezTo>
                  <a:pt x="29" y="65"/>
                  <a:pt x="42" y="41"/>
                  <a:pt x="68" y="25"/>
                </a:cubicBezTo>
                <a:cubicBezTo>
                  <a:pt x="95" y="8"/>
                  <a:pt x="140" y="0"/>
                  <a:pt x="205" y="0"/>
                </a:cubicBezTo>
                <a:cubicBezTo>
                  <a:pt x="261" y="0"/>
                  <a:pt x="306" y="9"/>
                  <a:pt x="340" y="28"/>
                </a:cubicBezTo>
                <a:cubicBezTo>
                  <a:pt x="374" y="46"/>
                  <a:pt x="396" y="71"/>
                  <a:pt x="405" y="103"/>
                </a:cubicBezTo>
                <a:cubicBezTo>
                  <a:pt x="408" y="111"/>
                  <a:pt x="410" y="121"/>
                  <a:pt x="410" y="131"/>
                </a:cubicBezTo>
                <a:cubicBezTo>
                  <a:pt x="410" y="142"/>
                  <a:pt x="410" y="177"/>
                  <a:pt x="411" y="236"/>
                </a:cubicBezTo>
                <a:lnTo>
                  <a:pt x="411" y="345"/>
                </a:lnTo>
                <a:cubicBezTo>
                  <a:pt x="419" y="354"/>
                  <a:pt x="434" y="358"/>
                  <a:pt x="456" y="359"/>
                </a:cubicBezTo>
                <a:cubicBezTo>
                  <a:pt x="469" y="359"/>
                  <a:pt x="476" y="360"/>
                  <a:pt x="478" y="363"/>
                </a:cubicBezTo>
                <a:cubicBezTo>
                  <a:pt x="481" y="366"/>
                  <a:pt x="482" y="374"/>
                  <a:pt x="483" y="388"/>
                </a:cubicBezTo>
                <a:cubicBezTo>
                  <a:pt x="483" y="402"/>
                  <a:pt x="481" y="410"/>
                  <a:pt x="478" y="412"/>
                </a:cubicBezTo>
                <a:cubicBezTo>
                  <a:pt x="474" y="415"/>
                  <a:pt x="462" y="416"/>
                  <a:pt x="443" y="417"/>
                </a:cubicBezTo>
                <a:lnTo>
                  <a:pt x="427" y="417"/>
                </a:lnTo>
                <a:lnTo>
                  <a:pt x="412" y="417"/>
                </a:lnTo>
                <a:cubicBezTo>
                  <a:pt x="348" y="417"/>
                  <a:pt x="313" y="400"/>
                  <a:pt x="308" y="364"/>
                </a:cubicBezTo>
                <a:lnTo>
                  <a:pt x="298" y="373"/>
                </a:lnTo>
                <a:cubicBezTo>
                  <a:pt x="264" y="406"/>
                  <a:pt x="219" y="422"/>
                  <a:pt x="163" y="422"/>
                </a:cubicBezTo>
                <a:cubicBezTo>
                  <a:pt x="114" y="422"/>
                  <a:pt x="74" y="411"/>
                  <a:pt x="45" y="389"/>
                </a:cubicBezTo>
                <a:cubicBezTo>
                  <a:pt x="15" y="366"/>
                  <a:pt x="0" y="338"/>
                  <a:pt x="0" y="305"/>
                </a:cubicBezTo>
                <a:cubicBezTo>
                  <a:pt x="0" y="264"/>
                  <a:pt x="24" y="232"/>
                  <a:pt x="72" y="208"/>
                </a:cubicBezTo>
                <a:cubicBezTo>
                  <a:pt x="120" y="185"/>
                  <a:pt x="188" y="171"/>
                  <a:pt x="276" y="166"/>
                </a:cubicBezTo>
                <a:lnTo>
                  <a:pt x="292" y="166"/>
                </a:lnTo>
                <a:lnTo>
                  <a:pt x="292" y="148"/>
                </a:lnTo>
                <a:cubicBezTo>
                  <a:pt x="292" y="135"/>
                  <a:pt x="292" y="124"/>
                  <a:pt x="290" y="116"/>
                </a:cubicBezTo>
                <a:cubicBezTo>
                  <a:pt x="289" y="107"/>
                  <a:pt x="286" y="97"/>
                  <a:pt x="280" y="85"/>
                </a:cubicBezTo>
                <a:cubicBezTo>
                  <a:pt x="275" y="72"/>
                  <a:pt x="265" y="63"/>
                  <a:pt x="252" y="57"/>
                </a:cubicBezTo>
                <a:cubicBezTo>
                  <a:pt x="238" y="51"/>
                  <a:pt x="221" y="48"/>
                  <a:pt x="199" y="47"/>
                </a:cubicBezTo>
                <a:cubicBezTo>
                  <a:pt x="176" y="46"/>
                  <a:pt x="159" y="47"/>
                  <a:pt x="148" y="50"/>
                </a:cubicBezTo>
                <a:lnTo>
                  <a:pt x="144" y="50"/>
                </a:lnTo>
                <a:cubicBezTo>
                  <a:pt x="153" y="64"/>
                  <a:pt x="157" y="78"/>
                  <a:pt x="157" y="91"/>
                </a:cubicBezTo>
                <a:cubicBezTo>
                  <a:pt x="157" y="107"/>
                  <a:pt x="152" y="122"/>
                  <a:pt x="142" y="135"/>
                </a:cubicBezTo>
                <a:cubicBezTo>
                  <a:pt x="131" y="148"/>
                  <a:pt x="115" y="155"/>
                  <a:pt x="93" y="155"/>
                </a:cubicBezTo>
                <a:cubicBezTo>
                  <a:pt x="71" y="155"/>
                  <a:pt x="54" y="149"/>
                  <a:pt x="45" y="136"/>
                </a:cubicBezTo>
                <a:cubicBezTo>
                  <a:pt x="35" y="123"/>
                  <a:pt x="30" y="110"/>
                  <a:pt x="29" y="96"/>
                </a:cubicBezTo>
                <a:moveTo>
                  <a:pt x="121" y="305"/>
                </a:moveTo>
                <a:cubicBezTo>
                  <a:pt x="121" y="324"/>
                  <a:pt x="127" y="341"/>
                  <a:pt x="141" y="354"/>
                </a:cubicBezTo>
                <a:cubicBezTo>
                  <a:pt x="154" y="368"/>
                  <a:pt x="170" y="374"/>
                  <a:pt x="189" y="374"/>
                </a:cubicBezTo>
                <a:cubicBezTo>
                  <a:pt x="212" y="374"/>
                  <a:pt x="233" y="369"/>
                  <a:pt x="253" y="358"/>
                </a:cubicBezTo>
                <a:cubicBezTo>
                  <a:pt x="273" y="347"/>
                  <a:pt x="285" y="333"/>
                  <a:pt x="289" y="317"/>
                </a:cubicBezTo>
                <a:lnTo>
                  <a:pt x="292" y="308"/>
                </a:lnTo>
                <a:lnTo>
                  <a:pt x="292" y="208"/>
                </a:lnTo>
                <a:lnTo>
                  <a:pt x="289" y="208"/>
                </a:lnTo>
                <a:cubicBezTo>
                  <a:pt x="229" y="213"/>
                  <a:pt x="185" y="225"/>
                  <a:pt x="159" y="242"/>
                </a:cubicBezTo>
                <a:cubicBezTo>
                  <a:pt x="133" y="260"/>
                  <a:pt x="121" y="281"/>
                  <a:pt x="121" y="3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9046800" y="2664000"/>
            <a:ext cx="186840" cy="147240"/>
          </a:xfrm>
          <a:custGeom>
            <a:avLst/>
            <a:gdLst/>
            <a:ahLst/>
            <a:rect l="0" t="0" r="r" b="b"/>
            <a:pathLst>
              <a:path w="519" h="409">
                <a:moveTo>
                  <a:pt x="189" y="409"/>
                </a:moveTo>
                <a:cubicBezTo>
                  <a:pt x="180" y="407"/>
                  <a:pt x="148" y="406"/>
                  <a:pt x="92" y="406"/>
                </a:cubicBezTo>
                <a:cubicBezTo>
                  <a:pt x="42" y="406"/>
                  <a:pt x="14" y="407"/>
                  <a:pt x="7" y="409"/>
                </a:cubicBezTo>
                <a:lnTo>
                  <a:pt x="0" y="409"/>
                </a:lnTo>
                <a:lnTo>
                  <a:pt x="0" y="352"/>
                </a:lnTo>
                <a:lnTo>
                  <a:pt x="88" y="352"/>
                </a:lnTo>
                <a:lnTo>
                  <a:pt x="206" y="213"/>
                </a:lnTo>
                <a:lnTo>
                  <a:pt x="81" y="57"/>
                </a:lnTo>
                <a:lnTo>
                  <a:pt x="5" y="57"/>
                </a:lnTo>
                <a:lnTo>
                  <a:pt x="5" y="0"/>
                </a:lnTo>
                <a:lnTo>
                  <a:pt x="12" y="0"/>
                </a:lnTo>
                <a:cubicBezTo>
                  <a:pt x="21" y="2"/>
                  <a:pt x="55" y="3"/>
                  <a:pt x="112" y="3"/>
                </a:cubicBezTo>
                <a:cubicBezTo>
                  <a:pt x="176" y="3"/>
                  <a:pt x="213" y="2"/>
                  <a:pt x="224" y="0"/>
                </a:cubicBezTo>
                <a:lnTo>
                  <a:pt x="232" y="0"/>
                </a:lnTo>
                <a:lnTo>
                  <a:pt x="232" y="57"/>
                </a:lnTo>
                <a:lnTo>
                  <a:pt x="207" y="57"/>
                </a:lnTo>
                <a:lnTo>
                  <a:pt x="239" y="97"/>
                </a:lnTo>
                <a:cubicBezTo>
                  <a:pt x="259" y="122"/>
                  <a:pt x="270" y="136"/>
                  <a:pt x="271" y="136"/>
                </a:cubicBezTo>
                <a:cubicBezTo>
                  <a:pt x="273" y="136"/>
                  <a:pt x="285" y="122"/>
                  <a:pt x="306" y="95"/>
                </a:cubicBezTo>
                <a:lnTo>
                  <a:pt x="338" y="57"/>
                </a:lnTo>
                <a:lnTo>
                  <a:pt x="304" y="57"/>
                </a:lnTo>
                <a:lnTo>
                  <a:pt x="304" y="0"/>
                </a:lnTo>
                <a:lnTo>
                  <a:pt x="311" y="0"/>
                </a:lnTo>
                <a:cubicBezTo>
                  <a:pt x="320" y="2"/>
                  <a:pt x="353" y="3"/>
                  <a:pt x="408" y="3"/>
                </a:cubicBezTo>
                <a:cubicBezTo>
                  <a:pt x="458" y="3"/>
                  <a:pt x="486" y="2"/>
                  <a:pt x="494" y="0"/>
                </a:cubicBezTo>
                <a:lnTo>
                  <a:pt x="500" y="0"/>
                </a:lnTo>
                <a:lnTo>
                  <a:pt x="500" y="57"/>
                </a:lnTo>
                <a:lnTo>
                  <a:pt x="413" y="57"/>
                </a:lnTo>
                <a:lnTo>
                  <a:pt x="307" y="183"/>
                </a:lnTo>
                <a:lnTo>
                  <a:pt x="443" y="351"/>
                </a:lnTo>
                <a:lnTo>
                  <a:pt x="481" y="352"/>
                </a:lnTo>
                <a:lnTo>
                  <a:pt x="519" y="352"/>
                </a:lnTo>
                <a:lnTo>
                  <a:pt x="519" y="409"/>
                </a:lnTo>
                <a:lnTo>
                  <a:pt x="512" y="409"/>
                </a:lnTo>
                <a:cubicBezTo>
                  <a:pt x="502" y="407"/>
                  <a:pt x="469" y="406"/>
                  <a:pt x="411" y="406"/>
                </a:cubicBezTo>
                <a:cubicBezTo>
                  <a:pt x="348" y="406"/>
                  <a:pt x="310" y="407"/>
                  <a:pt x="299" y="409"/>
                </a:cubicBezTo>
                <a:lnTo>
                  <a:pt x="291" y="409"/>
                </a:lnTo>
                <a:lnTo>
                  <a:pt x="291" y="352"/>
                </a:lnTo>
                <a:lnTo>
                  <a:pt x="317" y="352"/>
                </a:lnTo>
                <a:cubicBezTo>
                  <a:pt x="317" y="351"/>
                  <a:pt x="304" y="336"/>
                  <a:pt x="280" y="306"/>
                </a:cubicBezTo>
                <a:cubicBezTo>
                  <a:pt x="255" y="276"/>
                  <a:pt x="243" y="260"/>
                  <a:pt x="242" y="259"/>
                </a:cubicBezTo>
                <a:lnTo>
                  <a:pt x="163" y="351"/>
                </a:lnTo>
                <a:lnTo>
                  <a:pt x="180" y="352"/>
                </a:lnTo>
                <a:lnTo>
                  <a:pt x="196" y="352"/>
                </a:lnTo>
                <a:lnTo>
                  <a:pt x="196" y="409"/>
                </a:lnTo>
                <a:lnTo>
                  <a:pt x="189" y="40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880920" y="380772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busy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134960" y="3807720"/>
            <a:ext cx="188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90520" y="4343040"/>
            <a:ext cx="276840" cy="276840"/>
          </a:xfrm>
          <a:custGeom>
            <a:avLst/>
            <a:gdLst/>
            <a:ahLst/>
            <a:rect l="0" t="0" r="r" b="b"/>
            <a:pathLst>
              <a:path w="769" h="769">
                <a:moveTo>
                  <a:pt x="769" y="684"/>
                </a:moveTo>
                <a:cubicBezTo>
                  <a:pt x="769" y="731"/>
                  <a:pt x="731" y="769"/>
                  <a:pt x="683" y="769"/>
                </a:cubicBezTo>
                <a:lnTo>
                  <a:pt x="86" y="769"/>
                </a:lnTo>
                <a:cubicBezTo>
                  <a:pt x="39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9" y="0"/>
                  <a:pt x="86" y="0"/>
                </a:cubicBezTo>
                <a:lnTo>
                  <a:pt x="683" y="0"/>
                </a:lnTo>
                <a:cubicBezTo>
                  <a:pt x="731" y="0"/>
                  <a:pt x="769" y="39"/>
                  <a:pt x="769" y="86"/>
                </a:cubicBezTo>
                <a:lnTo>
                  <a:pt x="769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3034440" y="43891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2"/>
                </a:lnTo>
                <a:lnTo>
                  <a:pt x="90" y="283"/>
                </a:lnTo>
                <a:cubicBezTo>
                  <a:pt x="68" y="263"/>
                  <a:pt x="34" y="265"/>
                  <a:pt x="14" y="286"/>
                </a:cubicBezTo>
                <a:cubicBezTo>
                  <a:pt x="-6" y="308"/>
                  <a:pt x="-4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880920" y="434124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– 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3277440" y="4341240"/>
            <a:ext cx="196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 responses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94480" y="4882320"/>
            <a:ext cx="268920" cy="263160"/>
          </a:xfrm>
          <a:custGeom>
            <a:avLst/>
            <a:gdLst/>
            <a:ahLst/>
            <a:rect l="0" t="0" r="r" b="b"/>
            <a:pathLst>
              <a:path w="747" h="731">
                <a:moveTo>
                  <a:pt x="46" y="731"/>
                </a:moveTo>
                <a:cubicBezTo>
                  <a:pt x="7" y="731"/>
                  <a:pt x="-11" y="703"/>
                  <a:pt x="7" y="667"/>
                </a:cubicBezTo>
                <a:lnTo>
                  <a:pt x="341" y="26"/>
                </a:lnTo>
                <a:cubicBezTo>
                  <a:pt x="359" y="-9"/>
                  <a:pt x="389" y="-9"/>
                  <a:pt x="407" y="26"/>
                </a:cubicBezTo>
                <a:lnTo>
                  <a:pt x="740" y="667"/>
                </a:lnTo>
                <a:cubicBezTo>
                  <a:pt x="758" y="703"/>
                  <a:pt x="740" y="731"/>
                  <a:pt x="701" y="731"/>
                </a:cubicBezTo>
                <a:lnTo>
                  <a:pt x="46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3110400" y="4942080"/>
            <a:ext cx="37440" cy="175680"/>
          </a:xfrm>
          <a:custGeom>
            <a:avLst/>
            <a:gdLst/>
            <a:ahLst/>
            <a:rect l="0" t="0" r="r" b="b"/>
            <a:pathLst>
              <a:path w="104" h="488">
                <a:moveTo>
                  <a:pt x="0" y="436"/>
                </a:moveTo>
                <a:cubicBezTo>
                  <a:pt x="0" y="408"/>
                  <a:pt x="23" y="385"/>
                  <a:pt x="51" y="385"/>
                </a:cubicBezTo>
                <a:cubicBezTo>
                  <a:pt x="81" y="385"/>
                  <a:pt x="104" y="408"/>
                  <a:pt x="104" y="436"/>
                </a:cubicBezTo>
                <a:cubicBezTo>
                  <a:pt x="104" y="465"/>
                  <a:pt x="80" y="488"/>
                  <a:pt x="51" y="488"/>
                </a:cubicBezTo>
                <a:cubicBezTo>
                  <a:pt x="23" y="488"/>
                  <a:pt x="0" y="465"/>
                  <a:pt x="0" y="436"/>
                </a:cubicBezTo>
                <a:moveTo>
                  <a:pt x="4" y="45"/>
                </a:moveTo>
                <a:cubicBezTo>
                  <a:pt x="4" y="18"/>
                  <a:pt x="24" y="0"/>
                  <a:pt x="51" y="0"/>
                </a:cubicBezTo>
                <a:cubicBezTo>
                  <a:pt x="79" y="0"/>
                  <a:pt x="100" y="18"/>
                  <a:pt x="100" y="45"/>
                </a:cubicBezTo>
                <a:lnTo>
                  <a:pt x="100" y="301"/>
                </a:lnTo>
                <a:cubicBezTo>
                  <a:pt x="100" y="328"/>
                  <a:pt x="79" y="346"/>
                  <a:pt x="51" y="346"/>
                </a:cubicBezTo>
                <a:cubicBezTo>
                  <a:pt x="24" y="346"/>
                  <a:pt x="4" y="329"/>
                  <a:pt x="4" y="301"/>
                </a:cubicBezTo>
                <a:lnTo>
                  <a:pt x="4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880920" y="48841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 – 47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3277440" y="4884120"/>
            <a:ext cx="315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— swapping begins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880920" y="5417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2959920" y="5417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forms — new requests wait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880920" y="59601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959920" y="5960160"/>
            <a:ext cx="3128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 Service Unavailable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780840" y="27255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891360" y="2755080"/>
            <a:ext cx="201600" cy="195840"/>
          </a:xfrm>
          <a:custGeom>
            <a:avLst/>
            <a:gdLst/>
            <a:ahLst/>
            <a:rect l="0" t="0" r="r" b="b"/>
            <a:pathLst>
              <a:path w="560" h="544">
                <a:moveTo>
                  <a:pt x="560" y="273"/>
                </a:moveTo>
                <a:cubicBezTo>
                  <a:pt x="560" y="290"/>
                  <a:pt x="558" y="308"/>
                  <a:pt x="554" y="326"/>
                </a:cubicBezTo>
                <a:cubicBezTo>
                  <a:pt x="551" y="343"/>
                  <a:pt x="546" y="360"/>
                  <a:pt x="539" y="377"/>
                </a:cubicBezTo>
                <a:cubicBezTo>
                  <a:pt x="532" y="393"/>
                  <a:pt x="523" y="409"/>
                  <a:pt x="513" y="424"/>
                </a:cubicBezTo>
                <a:cubicBezTo>
                  <a:pt x="503" y="438"/>
                  <a:pt x="491" y="452"/>
                  <a:pt x="478" y="465"/>
                </a:cubicBezTo>
                <a:cubicBezTo>
                  <a:pt x="465" y="477"/>
                  <a:pt x="451" y="489"/>
                  <a:pt x="436" y="499"/>
                </a:cubicBezTo>
                <a:cubicBezTo>
                  <a:pt x="420" y="509"/>
                  <a:pt x="404" y="517"/>
                  <a:pt x="387" y="524"/>
                </a:cubicBezTo>
                <a:cubicBezTo>
                  <a:pt x="371" y="531"/>
                  <a:pt x="353" y="536"/>
                  <a:pt x="335" y="539"/>
                </a:cubicBezTo>
                <a:cubicBezTo>
                  <a:pt x="317" y="543"/>
                  <a:pt x="299" y="544"/>
                  <a:pt x="281" y="544"/>
                </a:cubicBezTo>
                <a:cubicBezTo>
                  <a:pt x="262" y="544"/>
                  <a:pt x="244" y="543"/>
                  <a:pt x="226" y="539"/>
                </a:cubicBezTo>
                <a:cubicBezTo>
                  <a:pt x="208" y="536"/>
                  <a:pt x="191" y="531"/>
                  <a:pt x="174" y="524"/>
                </a:cubicBezTo>
                <a:cubicBezTo>
                  <a:pt x="157" y="517"/>
                  <a:pt x="141" y="509"/>
                  <a:pt x="125" y="499"/>
                </a:cubicBezTo>
                <a:cubicBezTo>
                  <a:pt x="110" y="489"/>
                  <a:pt x="96" y="477"/>
                  <a:pt x="83" y="465"/>
                </a:cubicBezTo>
                <a:cubicBezTo>
                  <a:pt x="70" y="452"/>
                  <a:pt x="59" y="438"/>
                  <a:pt x="48" y="424"/>
                </a:cubicBezTo>
                <a:cubicBezTo>
                  <a:pt x="38" y="409"/>
                  <a:pt x="29" y="393"/>
                  <a:pt x="22" y="377"/>
                </a:cubicBezTo>
                <a:cubicBezTo>
                  <a:pt x="15" y="360"/>
                  <a:pt x="9" y="343"/>
                  <a:pt x="6" y="326"/>
                </a:cubicBezTo>
                <a:cubicBezTo>
                  <a:pt x="2" y="308"/>
                  <a:pt x="0" y="290"/>
                  <a:pt x="0" y="273"/>
                </a:cubicBezTo>
                <a:cubicBezTo>
                  <a:pt x="0" y="255"/>
                  <a:pt x="2" y="237"/>
                  <a:pt x="6" y="218"/>
                </a:cubicBezTo>
                <a:cubicBezTo>
                  <a:pt x="9" y="201"/>
                  <a:pt x="15" y="184"/>
                  <a:pt x="22" y="167"/>
                </a:cubicBezTo>
                <a:cubicBezTo>
                  <a:pt x="29" y="151"/>
                  <a:pt x="38" y="135"/>
                  <a:pt x="48" y="120"/>
                </a:cubicBezTo>
                <a:cubicBezTo>
                  <a:pt x="59" y="106"/>
                  <a:pt x="70" y="92"/>
                  <a:pt x="83" y="79"/>
                </a:cubicBezTo>
                <a:cubicBezTo>
                  <a:pt x="96" y="67"/>
                  <a:pt x="110" y="55"/>
                  <a:pt x="125" y="45"/>
                </a:cubicBezTo>
                <a:cubicBezTo>
                  <a:pt x="141" y="35"/>
                  <a:pt x="157" y="27"/>
                  <a:pt x="174" y="20"/>
                </a:cubicBezTo>
                <a:cubicBezTo>
                  <a:pt x="191" y="13"/>
                  <a:pt x="208" y="8"/>
                  <a:pt x="226" y="5"/>
                </a:cubicBezTo>
                <a:cubicBezTo>
                  <a:pt x="244" y="1"/>
                  <a:pt x="262" y="0"/>
                  <a:pt x="281" y="0"/>
                </a:cubicBezTo>
                <a:cubicBezTo>
                  <a:pt x="299" y="0"/>
                  <a:pt x="317" y="1"/>
                  <a:pt x="335" y="5"/>
                </a:cubicBezTo>
                <a:cubicBezTo>
                  <a:pt x="353" y="8"/>
                  <a:pt x="371" y="13"/>
                  <a:pt x="387" y="20"/>
                </a:cubicBezTo>
                <a:cubicBezTo>
                  <a:pt x="404" y="27"/>
                  <a:pt x="420" y="35"/>
                  <a:pt x="436" y="45"/>
                </a:cubicBezTo>
                <a:cubicBezTo>
                  <a:pt x="451" y="55"/>
                  <a:pt x="465" y="67"/>
                  <a:pt x="478" y="79"/>
                </a:cubicBezTo>
                <a:cubicBezTo>
                  <a:pt x="491" y="92"/>
                  <a:pt x="503" y="106"/>
                  <a:pt x="513" y="120"/>
                </a:cubicBezTo>
                <a:cubicBezTo>
                  <a:pt x="523" y="135"/>
                  <a:pt x="532" y="151"/>
                  <a:pt x="539" y="167"/>
                </a:cubicBezTo>
                <a:cubicBezTo>
                  <a:pt x="546" y="184"/>
                  <a:pt x="551" y="201"/>
                  <a:pt x="554" y="218"/>
                </a:cubicBezTo>
                <a:cubicBezTo>
                  <a:pt x="558" y="237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911520" y="27745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8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8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1"/>
                  <a:pt x="393" y="362"/>
                  <a:pt x="383" y="372"/>
                </a:cubicBezTo>
                <a:cubicBezTo>
                  <a:pt x="372" y="382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5"/>
                  <a:pt x="238" y="436"/>
                  <a:pt x="224" y="436"/>
                </a:cubicBezTo>
                <a:cubicBezTo>
                  <a:pt x="209" y="436"/>
                  <a:pt x="194" y="435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2"/>
                  <a:pt x="66" y="372"/>
                </a:cubicBezTo>
                <a:cubicBezTo>
                  <a:pt x="55" y="362"/>
                  <a:pt x="46" y="351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8"/>
                  <a:pt x="7" y="274"/>
                  <a:pt x="4" y="260"/>
                </a:cubicBezTo>
                <a:cubicBezTo>
                  <a:pt x="2" y="246"/>
                  <a:pt x="0" y="232"/>
                  <a:pt x="0" y="218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9"/>
                  <a:pt x="38" y="97"/>
                </a:cubicBezTo>
                <a:cubicBezTo>
                  <a:pt x="46" y="85"/>
                  <a:pt x="55" y="74"/>
                  <a:pt x="66" y="64"/>
                </a:cubicBezTo>
                <a:cubicBezTo>
                  <a:pt x="76" y="54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4"/>
                  <a:pt x="383" y="64"/>
                </a:cubicBezTo>
                <a:cubicBezTo>
                  <a:pt x="393" y="74"/>
                  <a:pt x="402" y="85"/>
                  <a:pt x="410" y="97"/>
                </a:cubicBezTo>
                <a:cubicBezTo>
                  <a:pt x="418" y="109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8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941760" y="2804040"/>
            <a:ext cx="100800" cy="97920"/>
          </a:xfrm>
          <a:custGeom>
            <a:avLst/>
            <a:gdLst/>
            <a:ahLst/>
            <a:rect l="0" t="0" r="r" b="b"/>
            <a:pathLst>
              <a:path w="280" h="272">
                <a:moveTo>
                  <a:pt x="280" y="136"/>
                </a:moveTo>
                <a:cubicBezTo>
                  <a:pt x="280" y="154"/>
                  <a:pt x="277" y="171"/>
                  <a:pt x="270" y="188"/>
                </a:cubicBezTo>
                <a:cubicBezTo>
                  <a:pt x="263" y="204"/>
                  <a:pt x="252" y="220"/>
                  <a:pt x="239" y="233"/>
                </a:cubicBezTo>
                <a:cubicBezTo>
                  <a:pt x="226" y="245"/>
                  <a:pt x="211" y="255"/>
                  <a:pt x="194" y="262"/>
                </a:cubicBezTo>
                <a:cubicBezTo>
                  <a:pt x="177" y="269"/>
                  <a:pt x="159" y="272"/>
                  <a:pt x="141" y="272"/>
                </a:cubicBezTo>
                <a:cubicBezTo>
                  <a:pt x="122" y="272"/>
                  <a:pt x="104" y="269"/>
                  <a:pt x="87" y="262"/>
                </a:cubicBezTo>
                <a:cubicBezTo>
                  <a:pt x="70" y="255"/>
                  <a:pt x="55" y="245"/>
                  <a:pt x="42" y="233"/>
                </a:cubicBezTo>
                <a:cubicBezTo>
                  <a:pt x="28" y="220"/>
                  <a:pt x="18" y="204"/>
                  <a:pt x="11" y="188"/>
                </a:cubicBezTo>
                <a:cubicBezTo>
                  <a:pt x="3" y="171"/>
                  <a:pt x="0" y="154"/>
                  <a:pt x="0" y="136"/>
                </a:cubicBezTo>
                <a:cubicBezTo>
                  <a:pt x="0" y="117"/>
                  <a:pt x="3" y="100"/>
                  <a:pt x="11" y="83"/>
                </a:cubicBezTo>
                <a:cubicBezTo>
                  <a:pt x="18" y="67"/>
                  <a:pt x="28" y="52"/>
                  <a:pt x="42" y="39"/>
                </a:cubicBezTo>
                <a:cubicBezTo>
                  <a:pt x="55" y="27"/>
                  <a:pt x="70" y="17"/>
                  <a:pt x="87" y="10"/>
                </a:cubicBezTo>
                <a:cubicBezTo>
                  <a:pt x="104" y="3"/>
                  <a:pt x="122" y="0"/>
                  <a:pt x="141" y="0"/>
                </a:cubicBezTo>
                <a:cubicBezTo>
                  <a:pt x="159" y="0"/>
                  <a:pt x="177" y="3"/>
                  <a:pt x="194" y="10"/>
                </a:cubicBezTo>
                <a:cubicBezTo>
                  <a:pt x="211" y="17"/>
                  <a:pt x="226" y="27"/>
                  <a:pt x="239" y="39"/>
                </a:cubicBezTo>
                <a:cubicBezTo>
                  <a:pt x="252" y="52"/>
                  <a:pt x="263" y="67"/>
                  <a:pt x="270" y="83"/>
                </a:cubicBezTo>
                <a:cubicBezTo>
                  <a:pt x="277" y="100"/>
                  <a:pt x="280" y="117"/>
                  <a:pt x="280" y="136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1092600" y="27450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8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9"/>
                  <a:pt x="21" y="6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6"/>
                  <a:pt x="67" y="9"/>
                  <a:pt x="71" y="12"/>
                </a:cubicBezTo>
                <a:cubicBezTo>
                  <a:pt x="75" y="16"/>
                  <a:pt x="79" y="21"/>
                  <a:pt x="81" y="26"/>
                </a:cubicBezTo>
                <a:cubicBezTo>
                  <a:pt x="84" y="32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780840" y="26668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6"/>
                </a:moveTo>
                <a:lnTo>
                  <a:pt x="532" y="82"/>
                </a:lnTo>
                <a:lnTo>
                  <a:pt x="363" y="137"/>
                </a:lnTo>
                <a:lnTo>
                  <a:pt x="251" y="0"/>
                </a:lnTo>
                <a:lnTo>
                  <a:pt x="196" y="137"/>
                </a:lnTo>
                <a:lnTo>
                  <a:pt x="28" y="110"/>
                </a:lnTo>
                <a:lnTo>
                  <a:pt x="140" y="273"/>
                </a:lnTo>
                <a:lnTo>
                  <a:pt x="0" y="382"/>
                </a:lnTo>
                <a:lnTo>
                  <a:pt x="168" y="382"/>
                </a:lnTo>
                <a:lnTo>
                  <a:pt x="112" y="545"/>
                </a:lnTo>
                <a:lnTo>
                  <a:pt x="279" y="463"/>
                </a:lnTo>
                <a:lnTo>
                  <a:pt x="447" y="599"/>
                </a:lnTo>
                <a:lnTo>
                  <a:pt x="419" y="382"/>
                </a:lnTo>
                <a:lnTo>
                  <a:pt x="588" y="354"/>
                </a:lnTo>
                <a:lnTo>
                  <a:pt x="447" y="24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831240" y="2706120"/>
            <a:ext cx="110880" cy="127440"/>
          </a:xfrm>
          <a:custGeom>
            <a:avLst/>
            <a:gdLst/>
            <a:ahLst/>
            <a:rect l="0" t="0" r="r" b="b"/>
            <a:pathLst>
              <a:path w="308" h="354">
                <a:moveTo>
                  <a:pt x="139" y="273"/>
                </a:moveTo>
                <a:lnTo>
                  <a:pt x="56" y="327"/>
                </a:lnTo>
                <a:lnTo>
                  <a:pt x="84" y="245"/>
                </a:lnTo>
                <a:lnTo>
                  <a:pt x="0" y="218"/>
                </a:lnTo>
                <a:lnTo>
                  <a:pt x="84" y="164"/>
                </a:lnTo>
                <a:lnTo>
                  <a:pt x="0" y="82"/>
                </a:lnTo>
                <a:lnTo>
                  <a:pt x="111" y="82"/>
                </a:lnTo>
                <a:lnTo>
                  <a:pt x="139" y="0"/>
                </a:lnTo>
                <a:lnTo>
                  <a:pt x="195" y="82"/>
                </a:lnTo>
                <a:lnTo>
                  <a:pt x="279" y="54"/>
                </a:lnTo>
                <a:lnTo>
                  <a:pt x="223" y="137"/>
                </a:lnTo>
                <a:lnTo>
                  <a:pt x="308" y="218"/>
                </a:lnTo>
                <a:lnTo>
                  <a:pt x="223" y="245"/>
                </a:lnTo>
                <a:lnTo>
                  <a:pt x="251" y="354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160280" y="2656440"/>
            <a:ext cx="9774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Virtual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747720" y="3113640"/>
            <a:ext cx="1119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752400" y="145728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2257200" y="145728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4276440" y="145728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6457680" y="145728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752400" y="200016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2257200" y="200016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4276440" y="200016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6457680" y="200016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752400" y="2952720"/>
            <a:ext cx="1505160" cy="952560"/>
          </a:xfrm>
          <a:custGeom>
            <a:avLst/>
            <a:gdLst/>
            <a:ahLst/>
            <a:rect l="0" t="0" r="r" b="b"/>
            <a:pathLst>
              <a:path w="4181" h="2646">
                <a:moveTo>
                  <a:pt x="0" y="0"/>
                </a:moveTo>
                <a:lnTo>
                  <a:pt x="4181" y="0"/>
                </a:lnTo>
                <a:lnTo>
                  <a:pt x="418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257200" y="2952720"/>
            <a:ext cx="2019600" cy="952560"/>
          </a:xfrm>
          <a:custGeom>
            <a:avLst/>
            <a:gdLst/>
            <a:ahLst/>
            <a:rect l="0" t="0" r="r" b="b"/>
            <a:pathLst>
              <a:path w="5610" h="2646">
                <a:moveTo>
                  <a:pt x="0" y="0"/>
                </a:moveTo>
                <a:lnTo>
                  <a:pt x="5610" y="0"/>
                </a:lnTo>
                <a:lnTo>
                  <a:pt x="561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4276440" y="2952720"/>
            <a:ext cx="2181600" cy="952560"/>
          </a:xfrm>
          <a:custGeom>
            <a:avLst/>
            <a:gdLst/>
            <a:ahLst/>
            <a:rect l="0" t="0" r="r" b="b"/>
            <a:pathLst>
              <a:path w="6060" h="2646">
                <a:moveTo>
                  <a:pt x="0" y="0"/>
                </a:moveTo>
                <a:lnTo>
                  <a:pt x="6060" y="0"/>
                </a:lnTo>
                <a:lnTo>
                  <a:pt x="606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6457680" y="2952720"/>
            <a:ext cx="4982040" cy="952560"/>
          </a:xfrm>
          <a:custGeom>
            <a:avLst/>
            <a:gdLst/>
            <a:ahLst/>
            <a:rect l="0" t="0" r="r" b="b"/>
            <a:pathLst>
              <a:path w="13839" h="2646">
                <a:moveTo>
                  <a:pt x="0" y="0"/>
                </a:moveTo>
                <a:lnTo>
                  <a:pt x="13839" y="0"/>
                </a:lnTo>
                <a:lnTo>
                  <a:pt x="1383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752400" y="39049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257200" y="39049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4276440" y="39049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6457680" y="39049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752400" y="443844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2257200" y="443844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4276440" y="443844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6457680" y="443844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752400" y="49813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257200" y="49813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4276440" y="49813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6457680" y="49813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752400" y="551484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2257200" y="551484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4276440" y="551484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6457680" y="551484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752400" y="646740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2257200" y="646740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4276440" y="646740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6457680" y="646740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52400" y="145728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2257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2266920" y="145728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42764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4286160" y="145728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64576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6467400" y="145728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752400" y="1990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266920" y="1990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4286160" y="1990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6467400" y="1990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2257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427644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645768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752400" y="294300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225720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2266920" y="294300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427644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4286160" y="294300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645768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6467400" y="294300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752400" y="38955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225720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2266920" y="38955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427644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4286160" y="38955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645768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6467400" y="38955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75240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752400" y="4438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225720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2266920" y="4438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427644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4286160" y="4438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645768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6467400" y="4438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1143936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75240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752400" y="49719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225720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2266920" y="49719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427644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4286160" y="49719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645768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6467400" y="49719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1143936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752400" y="551484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225720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2266920" y="551484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427644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4286160" y="551484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645768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6467400" y="551484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752400" y="646740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225720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2266920" y="646740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427644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4286160" y="646740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645768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6467400" y="646740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113688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28623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0101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801396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880920" y="210276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88092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238644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386440" y="252180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4408920" y="210276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408920" y="252180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6589800" y="2102760"/>
            <a:ext cx="461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buckled — req/s fell while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589800" y="252180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kept climbing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880920" y="305532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880920" y="347436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386440" y="30553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at 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2386440" y="34743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408920" y="3264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589800" y="3264840"/>
            <a:ext cx="410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83% of requests failing or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80920" y="40075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386440" y="40075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4408920" y="400752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2.9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589800" y="4007520"/>
            <a:ext cx="285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15× worse than 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880920" y="455076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2386440" y="45507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408920" y="455076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589800" y="4550760"/>
            <a:ext cx="4630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ceiling — connections timing out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880920" y="50839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2386440" y="50839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4408920" y="508392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589800" y="5083920"/>
            <a:ext cx="354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Even the median is unusable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880920" y="5836320"/>
            <a:ext cx="291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PHP-FPM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4408920" y="583632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6589800" y="5626800"/>
            <a:ext cx="3970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Catastrophic backlog —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589800" y="603648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exhausted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880920" y="67888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2386440" y="6579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4408920" y="6579360"/>
            <a:ext cx="1180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maxed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6589800" y="678888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 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77666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80582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92714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974736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01160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1160280" y="288504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47720" y="191232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47720" y="23313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47720" y="27410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747720" y="316008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47720" y="35694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747720" y="4398120"/>
            <a:ext cx="415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chart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300320" y="4969800"/>
            <a:ext cx="406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300320" y="5455440"/>
            <a:ext cx="66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throughout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← the stack did not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300320" y="5931720"/>
            <a:ext cx="64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Idle workers always available → Nginx never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747720" y="65034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— bottom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752400" y="145728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408600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6524280" y="145728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914960" y="145728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752400" y="20001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408600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6524280" y="20001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7914960" y="20001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752400" y="2533320"/>
            <a:ext cx="3333960" cy="543600"/>
          </a:xfrm>
          <a:custGeom>
            <a:avLst/>
            <a:gdLst/>
            <a:ahLst/>
            <a:rect l="0" t="0" r="r" b="b"/>
            <a:pathLst>
              <a:path w="9261" h="1510">
                <a:moveTo>
                  <a:pt x="0" y="0"/>
                </a:moveTo>
                <a:lnTo>
                  <a:pt x="9261" y="0"/>
                </a:lnTo>
                <a:lnTo>
                  <a:pt x="926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408600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6524280" y="2533320"/>
            <a:ext cx="1391040" cy="543600"/>
          </a:xfrm>
          <a:custGeom>
            <a:avLst/>
            <a:gdLst/>
            <a:ahLst/>
            <a:rect l="0" t="0" r="r" b="b"/>
            <a:pathLst>
              <a:path w="3864" h="1510">
                <a:moveTo>
                  <a:pt x="0" y="0"/>
                </a:moveTo>
                <a:lnTo>
                  <a:pt x="3864" y="0"/>
                </a:lnTo>
                <a:lnTo>
                  <a:pt x="386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7914960" y="2533320"/>
            <a:ext cx="2429280" cy="543600"/>
          </a:xfrm>
          <a:custGeom>
            <a:avLst/>
            <a:gdLst/>
            <a:ahLst/>
            <a:rect l="0" t="0" r="r" b="b"/>
            <a:pathLst>
              <a:path w="6748" h="1510">
                <a:moveTo>
                  <a:pt x="0" y="0"/>
                </a:moveTo>
                <a:lnTo>
                  <a:pt x="6748" y="0"/>
                </a:lnTo>
                <a:lnTo>
                  <a:pt x="674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752400" y="30765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408600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6524280" y="30765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7914960" y="30765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752400" y="36097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408600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6524280" y="36097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7914960" y="36097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752400" y="41526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408600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6524280" y="41526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7914960" y="41526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752400" y="46861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408600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6524280" y="46861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7914960" y="46861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752400" y="52290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408600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6524280" y="52290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7914960" y="52290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752400" y="57625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408600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6524280" y="57625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7914960" y="57625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752400" y="145728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40860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4095720" y="145728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5149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6524280" y="1457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79056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7914960" y="145728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10343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752400" y="19904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4095720" y="19904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6524280" y="19904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7914960" y="19904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408600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65149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79056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10343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752400" y="25333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408600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4095720" y="25333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65149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6524280" y="25333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79056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7914960" y="25333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10343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752400" y="30668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408600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4095720" y="30668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65149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6524280" y="30668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79056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7914960" y="30668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343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752400" y="36097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408600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4095720" y="36097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65149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6524280" y="36097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79056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7914960" y="36097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343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752400" y="41432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408600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4095720" y="41432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65149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6524280" y="41432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79056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7914960" y="41432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343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752400" y="46861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408600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4095720" y="46861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65149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6524280" y="46861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79056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7914960" y="46861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343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752400" y="52196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408600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4095720" y="52196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65149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6524280" y="52196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79056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7914960" y="52196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343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752400" y="57625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408600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4095720" y="57625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65149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6524280" y="57625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79056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7914960" y="57625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0343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752400" y="629568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4095720" y="629568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6524280" y="62956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7914960" y="629568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0145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4838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67485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903060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4259160" y="211644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8" y="352"/>
                </a:moveTo>
                <a:lnTo>
                  <a:pt x="690" y="91"/>
                </a:lnTo>
                <a:cubicBezTo>
                  <a:pt x="710" y="70"/>
                  <a:pt x="710" y="36"/>
                  <a:pt x="690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4" y="36"/>
                  <a:pt x="-4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4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6" y="704"/>
                  <a:pt x="679" y="699"/>
                  <a:pt x="690" y="689"/>
                </a:cubicBezTo>
                <a:cubicBezTo>
                  <a:pt x="710" y="668"/>
                  <a:pt x="710" y="634"/>
                  <a:pt x="690" y="613"/>
                </a:cubicBezTo>
                <a:lnTo>
                  <a:pt x="428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80920" y="210276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6676920" y="21049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720840" y="215064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5"/>
                  <a:pt x="15" y="287"/>
                </a:cubicBezTo>
                <a:cubicBezTo>
                  <a:pt x="-6" y="308"/>
                  <a:pt x="-5" y="342"/>
                  <a:pt x="18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6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36360" y="210276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96852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8039520" y="2102760"/>
            <a:ext cx="217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880920" y="26456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218840" y="26456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6651000" y="2645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039520" y="264564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80920" y="31791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4218840" y="317916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51000" y="317916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803952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80920" y="37220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4218840" y="37220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651000" y="37220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803952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80920" y="425520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218840" y="425520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6651000" y="42552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03952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880920" y="479844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4218840" y="4798440"/>
            <a:ext cx="16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8067600" y="4800240"/>
            <a:ext cx="276480" cy="276840"/>
          </a:xfrm>
          <a:custGeom>
            <a:avLst/>
            <a:gdLst/>
            <a:ahLst/>
            <a:rect l="0" t="0" r="r" b="b"/>
            <a:pathLst>
              <a:path w="768" h="769">
                <a:moveTo>
                  <a:pt x="768" y="684"/>
                </a:moveTo>
                <a:cubicBezTo>
                  <a:pt x="768" y="731"/>
                  <a:pt x="730" y="769"/>
                  <a:pt x="683" y="769"/>
                </a:cubicBezTo>
                <a:lnTo>
                  <a:pt x="85" y="769"/>
                </a:lnTo>
                <a:cubicBezTo>
                  <a:pt x="38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9"/>
                  <a:pt x="768" y="86"/>
                </a:cubicBezTo>
                <a:lnTo>
                  <a:pt x="768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8111160" y="484632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6" y="383"/>
                </a:lnTo>
                <a:lnTo>
                  <a:pt x="89" y="284"/>
                </a:lnTo>
                <a:cubicBezTo>
                  <a:pt x="67" y="264"/>
                  <a:pt x="34" y="266"/>
                  <a:pt x="14" y="287"/>
                </a:cubicBezTo>
                <a:cubicBezTo>
                  <a:pt x="-6" y="309"/>
                  <a:pt x="-5" y="343"/>
                  <a:pt x="17" y="363"/>
                </a:cubicBezTo>
                <a:lnTo>
                  <a:pt x="170" y="505"/>
                </a:lnTo>
                <a:cubicBezTo>
                  <a:pt x="180" y="514"/>
                  <a:pt x="193" y="519"/>
                  <a:pt x="206" y="519"/>
                </a:cubicBezTo>
                <a:cubicBezTo>
                  <a:pt x="221" y="519"/>
                  <a:pt x="239" y="513"/>
                  <a:pt x="251" y="495"/>
                </a:cubicBezTo>
                <a:cubicBezTo>
                  <a:pt x="258" y="484"/>
                  <a:pt x="518" y="83"/>
                  <a:pt x="518" y="83"/>
                </a:cubicBezTo>
                <a:cubicBezTo>
                  <a:pt x="534" y="58"/>
                  <a:pt x="527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6510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880920" y="533160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4218840" y="533160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6651000" y="533160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803952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421884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651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039520" y="5874480"/>
            <a:ext cx="202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 added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160280" y="288504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1160280" y="2885040"/>
            <a:ext cx="6954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82% Hit Rate, 6K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752400" y="546732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747720" y="1502640"/>
            <a:ext cx="660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46,000 cached keys · 14.5 MB · 6,000 ops/s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914400" y="218556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WordPress makes 300+ DB calls per page request.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914400" y="2452320"/>
            <a:ext cx="422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intercepts most of them: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914400" y="299520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wp_get_option('siteurl')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914400" y="326196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wp_get_option('blogname')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914400" y="35380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WP_Query (recent posts) 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914400" y="38048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get_post_meta(post_id, '_price')→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14400" y="4071600"/>
            <a:ext cx="957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WC product lookup               → Redis MISS → MySQL → 4 ms → cached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914400" y="46144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After warmup: ~82% of DB calls answered from memory.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14400" y="488124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sees ~54 queries/request instead of 300+.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1090440" y="5512680"/>
            <a:ext cx="864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Redis did not prevent the crash at Level 0 because we never got there.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090440" y="5931720"/>
            <a:ext cx="77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It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would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delay the crash significantly — but doesn't eliminate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1090440" y="6341400"/>
            <a:ext cx="668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That requires removing PHP from the hot path entirely.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82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83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747720" y="191232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(+8%)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47720" y="2331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747720" y="2741040"/>
            <a:ext cx="315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(was 133ms)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747720" y="31600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747720" y="3569400"/>
            <a:ext cx="196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(was 25%)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747720" y="4398120"/>
            <a:ext cx="340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300320" y="4969800"/>
            <a:ext cx="519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(was 14)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300320" y="54554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same as L1 but with less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076040" y="6543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1300320" y="5931720"/>
            <a:ext cx="868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 Rate: only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requests/s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(vs 70 requests/s from Nginx)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1300320" y="6417360"/>
            <a:ext cx="659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served from cache — PHP never ran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3990960" y="145728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56098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8101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3990960" y="20001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56098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8101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3990960" y="2533320"/>
            <a:ext cx="1619280" cy="543600"/>
          </a:xfrm>
          <a:custGeom>
            <a:avLst/>
            <a:gdLst/>
            <a:ahLst/>
            <a:rect l="0" t="0" r="r" b="b"/>
            <a:pathLst>
              <a:path w="4498" h="1510">
                <a:moveTo>
                  <a:pt x="0" y="0"/>
                </a:moveTo>
                <a:lnTo>
                  <a:pt x="4498" y="0"/>
                </a:lnTo>
                <a:lnTo>
                  <a:pt x="449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56098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68101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3990960" y="30765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56098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8101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3990960" y="36097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56098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68101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3990960" y="41526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56098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68101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3990960" y="46861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56098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8101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3990960" y="52290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56098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68101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3990960" y="57625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56098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68101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3990960" y="145728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5609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56196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6800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6810120" y="1457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80006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3990960" y="19904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56196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6810120" y="19904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5609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6800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80006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3990960" y="25333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5609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56196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6800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6810120" y="25333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80006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3990960" y="30668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5609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56196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6800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6810120" y="30668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80006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3990960" y="36097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5609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56196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800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6810120" y="36097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80006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3990960" y="41432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5609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56196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6800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6810120" y="41432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80006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3990960" y="46861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5609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56196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8007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6810120" y="4686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80006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3990960" y="52196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5609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56196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8007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6810120" y="52196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80006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3990960" y="57625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5609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56196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68007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6810120" y="57625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80006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3990960" y="629568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56196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6810120" y="62956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43315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57420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9357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5190840" y="210492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5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4" y="556"/>
                </a:lnTo>
                <a:lnTo>
                  <a:pt x="619" y="771"/>
                </a:lnTo>
                <a:lnTo>
                  <a:pt x="555" y="470"/>
                </a:lnTo>
                <a:lnTo>
                  <a:pt x="769" y="470"/>
                </a:lnTo>
                <a:lnTo>
                  <a:pt x="598" y="342"/>
                </a:lnTo>
                <a:lnTo>
                  <a:pt x="769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5264280" y="215928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4" y="114"/>
                </a:lnTo>
                <a:lnTo>
                  <a:pt x="437" y="86"/>
                </a:lnTo>
                <a:lnTo>
                  <a:pt x="364" y="168"/>
                </a:lnTo>
                <a:lnTo>
                  <a:pt x="336" y="199"/>
                </a:lnTo>
                <a:lnTo>
                  <a:pt x="369" y="225"/>
                </a:lnTo>
                <a:lnTo>
                  <a:pt x="433" y="272"/>
                </a:lnTo>
                <a:lnTo>
                  <a:pt x="306" y="272"/>
                </a:lnTo>
                <a:lnTo>
                  <a:pt x="316" y="319"/>
                </a:lnTo>
                <a:lnTo>
                  <a:pt x="349" y="475"/>
                </a:lnTo>
                <a:lnTo>
                  <a:pt x="224" y="360"/>
                </a:lnTo>
                <a:lnTo>
                  <a:pt x="202" y="340"/>
                </a:lnTo>
                <a:lnTo>
                  <a:pt x="176" y="357"/>
                </a:lnTo>
                <a:lnTo>
                  <a:pt x="65" y="432"/>
                </a:lnTo>
                <a:lnTo>
                  <a:pt x="116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531360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9" y="53"/>
                </a:moveTo>
                <a:lnTo>
                  <a:pt x="135" y="48"/>
                </a:lnTo>
                <a:lnTo>
                  <a:pt x="181" y="36"/>
                </a:lnTo>
                <a:lnTo>
                  <a:pt x="151" y="71"/>
                </a:lnTo>
                <a:lnTo>
                  <a:pt x="140" y="84"/>
                </a:lnTo>
                <a:lnTo>
                  <a:pt x="154" y="94"/>
                </a:lnTo>
                <a:lnTo>
                  <a:pt x="179" y="114"/>
                </a:lnTo>
                <a:lnTo>
                  <a:pt x="127" y="114"/>
                </a:lnTo>
                <a:lnTo>
                  <a:pt x="132" y="133"/>
                </a:lnTo>
                <a:lnTo>
                  <a:pt x="145" y="197"/>
                </a:lnTo>
                <a:lnTo>
                  <a:pt x="94" y="150"/>
                </a:lnTo>
                <a:lnTo>
                  <a:pt x="84" y="142"/>
                </a:lnTo>
                <a:lnTo>
                  <a:pt x="74" y="149"/>
                </a:lnTo>
                <a:lnTo>
                  <a:pt x="28" y="179"/>
                </a:lnTo>
                <a:lnTo>
                  <a:pt x="49" y="137"/>
                </a:lnTo>
                <a:lnTo>
                  <a:pt x="61" y="114"/>
                </a:lnTo>
                <a:lnTo>
                  <a:pt x="0" y="114"/>
                </a:lnTo>
                <a:lnTo>
                  <a:pt x="34" y="95"/>
                </a:lnTo>
                <a:lnTo>
                  <a:pt x="53" y="85"/>
                </a:lnTo>
                <a:lnTo>
                  <a:pt x="38" y="70"/>
                </a:lnTo>
                <a:lnTo>
                  <a:pt x="11" y="42"/>
                </a:lnTo>
                <a:lnTo>
                  <a:pt x="40" y="49"/>
                </a:lnTo>
                <a:lnTo>
                  <a:pt x="59" y="53"/>
                </a:lnTo>
                <a:lnTo>
                  <a:pt x="59" y="14"/>
                </a:lnTo>
                <a:lnTo>
                  <a:pt x="72" y="27"/>
                </a:lnTo>
                <a:lnTo>
                  <a:pt x="87" y="44"/>
                </a:lnTo>
                <a:lnTo>
                  <a:pt x="97" y="23"/>
                </a:lnTo>
                <a:lnTo>
                  <a:pt x="109" y="0"/>
                </a:lnTo>
                <a:lnTo>
                  <a:pt x="119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4115520" y="2102760"/>
            <a:ext cx="105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7420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693576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574200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693576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74200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693576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7420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693576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4115520" y="42552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7420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693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4200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93576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74200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693576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742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93576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 txBox="1"/>
          <p:nvPr/>
        </p:nvSpPr>
        <p:spPr>
          <a:xfrm>
            <a:off x="1160280" y="770400"/>
            <a:ext cx="91522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9.94K requests, FPM Offload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752400" y="645768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747720" y="1502640"/>
            <a:ext cx="881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Bottom-right panel: PHP-FPM Offload — Requests NOT hitting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914400" y="21852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 requests/s (Nginx)    ████████████████████████  ~70  ← everything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914400" y="2433960"/>
            <a:ext cx="102009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Requests/s hitting PHP-FPM  ████████                  ~20  ← only cache misses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914400" y="29394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Gap                  ████████████████          ~50  ← served from cache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914400" y="3188160"/>
            <a:ext cx="95454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ran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914400" y="3445200"/>
            <a:ext cx="103302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queried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3924000" y="4476600"/>
            <a:ext cx="3010320" cy="362160"/>
          </a:xfrm>
          <a:custGeom>
            <a:avLst/>
            <a:gdLst/>
            <a:ahLst/>
            <a:rect l="0" t="0" r="r" b="b"/>
            <a:pathLst>
              <a:path w="836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203" y="0"/>
                </a:lnTo>
                <a:cubicBezTo>
                  <a:pt x="8214" y="0"/>
                  <a:pt x="8224" y="1"/>
                  <a:pt x="8234" y="3"/>
                </a:cubicBezTo>
                <a:cubicBezTo>
                  <a:pt x="8245" y="5"/>
                  <a:pt x="8255" y="8"/>
                  <a:pt x="8264" y="12"/>
                </a:cubicBezTo>
                <a:cubicBezTo>
                  <a:pt x="8274" y="16"/>
                  <a:pt x="8283" y="21"/>
                  <a:pt x="8292" y="27"/>
                </a:cubicBezTo>
                <a:cubicBezTo>
                  <a:pt x="8300" y="32"/>
                  <a:pt x="8308" y="39"/>
                  <a:pt x="8316" y="46"/>
                </a:cubicBezTo>
                <a:cubicBezTo>
                  <a:pt x="8323" y="54"/>
                  <a:pt x="8330" y="62"/>
                  <a:pt x="8335" y="70"/>
                </a:cubicBezTo>
                <a:cubicBezTo>
                  <a:pt x="8341" y="79"/>
                  <a:pt x="8346" y="88"/>
                  <a:pt x="8350" y="98"/>
                </a:cubicBezTo>
                <a:cubicBezTo>
                  <a:pt x="8354" y="108"/>
                  <a:pt x="8357" y="117"/>
                  <a:pt x="8359" y="129"/>
                </a:cubicBezTo>
                <a:cubicBezTo>
                  <a:pt x="8361" y="139"/>
                  <a:pt x="8362" y="149"/>
                  <a:pt x="8362" y="160"/>
                </a:cubicBezTo>
                <a:lnTo>
                  <a:pt x="8362" y="848"/>
                </a:lnTo>
                <a:cubicBezTo>
                  <a:pt x="8362" y="858"/>
                  <a:pt x="8361" y="868"/>
                  <a:pt x="8359" y="879"/>
                </a:cubicBezTo>
                <a:cubicBezTo>
                  <a:pt x="8357" y="889"/>
                  <a:pt x="8354" y="899"/>
                  <a:pt x="8350" y="908"/>
                </a:cubicBezTo>
                <a:cubicBezTo>
                  <a:pt x="8346" y="918"/>
                  <a:pt x="8341" y="927"/>
                  <a:pt x="8335" y="936"/>
                </a:cubicBezTo>
                <a:cubicBezTo>
                  <a:pt x="8330" y="944"/>
                  <a:pt x="8323" y="952"/>
                  <a:pt x="8316" y="960"/>
                </a:cubicBezTo>
                <a:cubicBezTo>
                  <a:pt x="8308" y="967"/>
                  <a:pt x="8300" y="974"/>
                  <a:pt x="8292" y="980"/>
                </a:cubicBezTo>
                <a:cubicBezTo>
                  <a:pt x="8283" y="985"/>
                  <a:pt x="8274" y="990"/>
                  <a:pt x="8264" y="994"/>
                </a:cubicBezTo>
                <a:cubicBezTo>
                  <a:pt x="8255" y="998"/>
                  <a:pt x="8245" y="1001"/>
                  <a:pt x="8234" y="1003"/>
                </a:cubicBezTo>
                <a:cubicBezTo>
                  <a:pt x="8224" y="1005"/>
                  <a:pt x="8214" y="1006"/>
                  <a:pt x="820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747720" y="4474440"/>
            <a:ext cx="3172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In 5 minutes of the test: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107604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4018680" y="452808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9,940 total requests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1076040" y="5648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1300320" y="504576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~7,000 served from nginx cache (disk read, &lt;10ms)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1300320" y="5522040"/>
            <a:ext cx="870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~2,940 required PHP execution (cold cache, logged in, dynamic pages)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1090440" y="650340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1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314" name=""/>
          <p:cNvSpPr txBox="1"/>
          <p:nvPr/>
        </p:nvSpPr>
        <p:spPr>
          <a:xfrm>
            <a:off x="1160280" y="770400"/>
            <a:ext cx="7875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Steady at 10-11 Workers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752400" y="145728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53812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65815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7772040" y="14572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752400" y="20001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53812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65815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7772040" y="20001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752400" y="2533320"/>
            <a:ext cx="4629240" cy="543600"/>
          </a:xfrm>
          <a:custGeom>
            <a:avLst/>
            <a:gdLst/>
            <a:ahLst/>
            <a:rect l="0" t="0" r="r" b="b"/>
            <a:pathLst>
              <a:path w="12859" h="1510">
                <a:moveTo>
                  <a:pt x="0" y="0"/>
                </a:moveTo>
                <a:lnTo>
                  <a:pt x="12859" y="0"/>
                </a:lnTo>
                <a:lnTo>
                  <a:pt x="12859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53812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65815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7772040" y="2533320"/>
            <a:ext cx="3124800" cy="543600"/>
          </a:xfrm>
          <a:custGeom>
            <a:avLst/>
            <a:gdLst/>
            <a:ahLst/>
            <a:rect l="0" t="0" r="r" b="b"/>
            <a:pathLst>
              <a:path w="8680" h="1510">
                <a:moveTo>
                  <a:pt x="0" y="0"/>
                </a:moveTo>
                <a:lnTo>
                  <a:pt x="8680" y="0"/>
                </a:lnTo>
                <a:lnTo>
                  <a:pt x="868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752400" y="30765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53812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65815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7772040" y="30765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752400" y="36097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53812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65815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7772040" y="36097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752400" y="41526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53812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65815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7772040" y="41526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752400" y="46861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53812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65815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7772040" y="46861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752400" y="52290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53812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65815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7772040" y="52290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752400" y="57625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53812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65815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7772040" y="57625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752400" y="63054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5381280" y="63054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6581520" y="63054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7772040" y="63054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752400" y="145728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53812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53910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65721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65815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77626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7772040" y="1457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108867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752400" y="19904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53910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65815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7772040" y="19904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53812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65721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77626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1088676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752400" y="25333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53812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53910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65721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65815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77626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7772040" y="25333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1088676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752400" y="30668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53812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53910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65721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65815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77626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7772040" y="30668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1088676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752400" y="36097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53812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53910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65721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65815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77626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7772040" y="36097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1088676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752400" y="41432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53812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53910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65721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65815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77626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7772040" y="41432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1088676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752400" y="46861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53812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53910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65721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65815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776268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7772040" y="46861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1088676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752400" y="52196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53812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53910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65721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658152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776268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7772040" y="52196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1088676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752400" y="57625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53812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53910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65721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658152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776268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7772040" y="57625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1088676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75240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752400" y="629568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538128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53910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657216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658152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776268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7772040" y="629568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1088676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752400" y="68389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539100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658152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7772040" y="68389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6614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5513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67068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882756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880920" y="2102760"/>
            <a:ext cx="437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551304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7068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900560" y="21027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551304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0680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7900560" y="26456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880920" y="317916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551304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670680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18.1%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790056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551304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67068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790056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551304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67068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7900560" y="425520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880920" y="479844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551304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7068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7900560" y="47984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880920" y="533160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551304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924680" y="5333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968600" y="537948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6" y="383"/>
                </a:lnTo>
                <a:lnTo>
                  <a:pt x="89" y="283"/>
                </a:lnTo>
                <a:cubicBezTo>
                  <a:pt x="67" y="263"/>
                  <a:pt x="34" y="264"/>
                  <a:pt x="14" y="286"/>
                </a:cubicBezTo>
                <a:cubicBezTo>
                  <a:pt x="-6" y="308"/>
                  <a:pt x="-5" y="342"/>
                  <a:pt x="17" y="362"/>
                </a:cubicBezTo>
                <a:lnTo>
                  <a:pt x="170" y="504"/>
                </a:lnTo>
                <a:cubicBezTo>
                  <a:pt x="181" y="514"/>
                  <a:pt x="194" y="518"/>
                  <a:pt x="206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2"/>
                  <a:pt x="519" y="82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670680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218080" y="5331600"/>
            <a:ext cx="2544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saved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880920" y="5874480"/>
            <a:ext cx="2207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in 5 min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513040" y="5874480"/>
            <a:ext cx="4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6706800" y="587448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9.94K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7900560" y="58744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+24%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880920" y="640800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5513040" y="6408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6706800" y="640800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7900560" y="6408000"/>
            <a:ext cx="796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similar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752400" y="4390920"/>
            <a:ext cx="66960" cy="1657800"/>
          </a:xfrm>
          <a:custGeom>
            <a:avLst/>
            <a:gdLst/>
            <a:ahLst/>
            <a:rect l="0" t="0" r="r" b="b"/>
            <a:pathLst>
              <a:path w="186" h="4605">
                <a:moveTo>
                  <a:pt x="0" y="0"/>
                </a:moveTo>
                <a:lnTo>
                  <a:pt x="186" y="0"/>
                </a:lnTo>
                <a:lnTo>
                  <a:pt x="186" y="4605"/>
                </a:lnTo>
                <a:lnTo>
                  <a:pt x="0" y="460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747720" y="1502640"/>
            <a:ext cx="73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Build 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(once per publish cycle, after content is seeded):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914400" y="218556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Setup — install the Simply Static plugin: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914400" y="24523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914400" y="299520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Export — trigger once after content is ready: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914400" y="326196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simply-static run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914400" y="353808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Crawls every published URL → flat HTML + assets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914400" y="3804840"/>
            <a:ext cx="760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Output: static/export/  →  served by Nginx, zero PHP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1090440" y="4436280"/>
            <a:ext cx="824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Simply Static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is a WordPress plugin — no external tooling needed.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090440" y="4855320"/>
            <a:ext cx="943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Run once after seeding 2,500 posts + 500 products. Re-run after any publish.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6715080" y="5276520"/>
            <a:ext cx="2162520" cy="352800"/>
          </a:xfrm>
          <a:custGeom>
            <a:avLst/>
            <a:gdLst/>
            <a:ahLst/>
            <a:rect l="0" t="0" r="r" b="b"/>
            <a:pathLst>
              <a:path w="6007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848" y="0"/>
                </a:lnTo>
                <a:cubicBezTo>
                  <a:pt x="5858" y="0"/>
                  <a:pt x="5869" y="1"/>
                  <a:pt x="5879" y="3"/>
                </a:cubicBezTo>
                <a:cubicBezTo>
                  <a:pt x="5889" y="5"/>
                  <a:pt x="5899" y="9"/>
                  <a:pt x="5909" y="13"/>
                </a:cubicBezTo>
                <a:cubicBezTo>
                  <a:pt x="5918" y="16"/>
                  <a:pt x="5927" y="21"/>
                  <a:pt x="5936" y="27"/>
                </a:cubicBezTo>
                <a:cubicBezTo>
                  <a:pt x="5945" y="33"/>
                  <a:pt x="5953" y="40"/>
                  <a:pt x="5960" y="47"/>
                </a:cubicBezTo>
                <a:cubicBezTo>
                  <a:pt x="5968" y="54"/>
                  <a:pt x="5974" y="62"/>
                  <a:pt x="5980" y="71"/>
                </a:cubicBezTo>
                <a:cubicBezTo>
                  <a:pt x="5986" y="80"/>
                  <a:pt x="5991" y="89"/>
                  <a:pt x="5995" y="98"/>
                </a:cubicBezTo>
                <a:cubicBezTo>
                  <a:pt x="5999" y="108"/>
                  <a:pt x="6002" y="118"/>
                  <a:pt x="6004" y="128"/>
                </a:cubicBezTo>
                <a:cubicBezTo>
                  <a:pt x="6006" y="138"/>
                  <a:pt x="6007" y="149"/>
                  <a:pt x="6007" y="159"/>
                </a:cubicBezTo>
                <a:lnTo>
                  <a:pt x="6007" y="822"/>
                </a:lnTo>
                <a:cubicBezTo>
                  <a:pt x="6007" y="832"/>
                  <a:pt x="6006" y="842"/>
                  <a:pt x="6004" y="853"/>
                </a:cubicBezTo>
                <a:cubicBezTo>
                  <a:pt x="6002" y="863"/>
                  <a:pt x="5999" y="873"/>
                  <a:pt x="5995" y="882"/>
                </a:cubicBezTo>
                <a:cubicBezTo>
                  <a:pt x="5991" y="892"/>
                  <a:pt x="5986" y="901"/>
                  <a:pt x="5980" y="910"/>
                </a:cubicBezTo>
                <a:cubicBezTo>
                  <a:pt x="5974" y="918"/>
                  <a:pt x="5968" y="927"/>
                  <a:pt x="5960" y="934"/>
                </a:cubicBezTo>
                <a:cubicBezTo>
                  <a:pt x="5953" y="941"/>
                  <a:pt x="5945" y="948"/>
                  <a:pt x="5936" y="954"/>
                </a:cubicBezTo>
                <a:cubicBezTo>
                  <a:pt x="5927" y="959"/>
                  <a:pt x="5918" y="964"/>
                  <a:pt x="5909" y="968"/>
                </a:cubicBezTo>
                <a:cubicBezTo>
                  <a:pt x="5899" y="972"/>
                  <a:pt x="5889" y="975"/>
                  <a:pt x="5879" y="977"/>
                </a:cubicBezTo>
                <a:cubicBezTo>
                  <a:pt x="5869" y="979"/>
                  <a:pt x="5858" y="980"/>
                  <a:pt x="584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3" y="941"/>
                  <a:pt x="46" y="934"/>
                </a:cubicBezTo>
                <a:cubicBezTo>
                  <a:pt x="39" y="927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1090440" y="5265000"/>
            <a:ext cx="565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Takes ~2–5 min. Output directory is the same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811560" y="5328000"/>
            <a:ext cx="197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static/export/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8877240" y="52650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Nginx already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1090440" y="56840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serves.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47720" y="6246000"/>
            <a:ext cx="461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(every anonymous request):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752400" y="145728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467676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5867280" y="145728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752400" y="20001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467676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5867280" y="20001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752400" y="2533320"/>
            <a:ext cx="3924720" cy="543600"/>
          </a:xfrm>
          <a:custGeom>
            <a:avLst/>
            <a:gdLst/>
            <a:ahLst/>
            <a:rect l="0" t="0" r="r" b="b"/>
            <a:pathLst>
              <a:path w="10902" h="1510">
                <a:moveTo>
                  <a:pt x="0" y="0"/>
                </a:moveTo>
                <a:lnTo>
                  <a:pt x="10902" y="0"/>
                </a:lnTo>
                <a:lnTo>
                  <a:pt x="1090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467676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5867280" y="2533320"/>
            <a:ext cx="2752920" cy="543600"/>
          </a:xfrm>
          <a:custGeom>
            <a:avLst/>
            <a:gdLst/>
            <a:ahLst/>
            <a:rect l="0" t="0" r="r" b="b"/>
            <a:pathLst>
              <a:path w="7647" h="1510">
                <a:moveTo>
                  <a:pt x="0" y="0"/>
                </a:moveTo>
                <a:lnTo>
                  <a:pt x="7647" y="0"/>
                </a:lnTo>
                <a:lnTo>
                  <a:pt x="764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752400" y="30765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467676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5867280" y="30765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752400" y="360972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467676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5867280" y="360972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752400" y="4152600"/>
            <a:ext cx="3924720" cy="533880"/>
          </a:xfrm>
          <a:custGeom>
            <a:avLst/>
            <a:gdLst/>
            <a:ahLst/>
            <a:rect l="0" t="0" r="r" b="b"/>
            <a:pathLst>
              <a:path w="10902" h="1483">
                <a:moveTo>
                  <a:pt x="0" y="0"/>
                </a:moveTo>
                <a:lnTo>
                  <a:pt x="10902" y="0"/>
                </a:lnTo>
                <a:lnTo>
                  <a:pt x="1090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467676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5867280" y="4152600"/>
            <a:ext cx="2752920" cy="533880"/>
          </a:xfrm>
          <a:custGeom>
            <a:avLst/>
            <a:gdLst/>
            <a:ahLst/>
            <a:rect l="0" t="0" r="r" b="b"/>
            <a:pathLst>
              <a:path w="7647" h="1483">
                <a:moveTo>
                  <a:pt x="0" y="0"/>
                </a:moveTo>
                <a:lnTo>
                  <a:pt x="7647" y="0"/>
                </a:lnTo>
                <a:lnTo>
                  <a:pt x="764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752400" y="145728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4676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46861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58672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5876640" y="145728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86104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752400" y="19904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46861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5876640" y="19904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4676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58672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86104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752400" y="25333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4676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46861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58672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5876640" y="2533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86104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752400" y="30668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4676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46861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58672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5876640" y="30668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86104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752400" y="36097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4676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46861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58672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5876640" y="36097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86104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752400" y="414324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4676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46861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58672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587664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86104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752400" y="468612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46861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5876640" y="46861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23083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4806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000480" y="15692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 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880920" y="2102760"/>
            <a:ext cx="3667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48067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6000480" y="210276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4806720" y="26456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000480" y="26456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480672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6000480" y="31791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880920" y="3722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4806720" y="3722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6000480" y="37220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880920" y="425520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4806720" y="4255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600048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747720" y="5303160"/>
            <a:ext cx="131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math: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914400" y="5995800"/>
            <a:ext cx="816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Level 2 bottleneck: PHP executing 300+ DB queries per page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914400" y="6262200"/>
            <a:ext cx="647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saves 82%, FastCGI saves another 70%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914400" y="6538680"/>
            <a:ext cx="4927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still runs for cache misses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752400" y="44002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3895560" y="44002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6105240" y="44002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9162720" y="44002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752400" y="49338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3895560" y="49338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6105240" y="49338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9162720" y="49338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752400" y="54766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3895560" y="54766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6105240" y="54766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9162720" y="54766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752400" y="60102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3895560" y="60102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6105240" y="60102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9162720" y="60102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752400" y="6553080"/>
            <a:ext cx="3143520" cy="533520"/>
          </a:xfrm>
          <a:custGeom>
            <a:avLst/>
            <a:gdLst/>
            <a:ahLst/>
            <a:rect l="0" t="0" r="r" b="b"/>
            <a:pathLst>
              <a:path w="8732" h="1482">
                <a:moveTo>
                  <a:pt x="0" y="0"/>
                </a:moveTo>
                <a:lnTo>
                  <a:pt x="8732" y="0"/>
                </a:lnTo>
                <a:lnTo>
                  <a:pt x="87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3895560" y="6553080"/>
            <a:ext cx="2210040" cy="533520"/>
          </a:xfrm>
          <a:custGeom>
            <a:avLst/>
            <a:gdLst/>
            <a:ahLst/>
            <a:rect l="0" t="0" r="r" b="b"/>
            <a:pathLst>
              <a:path w="6139" h="1482">
                <a:moveTo>
                  <a:pt x="0" y="0"/>
                </a:moveTo>
                <a:lnTo>
                  <a:pt x="6139" y="0"/>
                </a:lnTo>
                <a:lnTo>
                  <a:pt x="61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6105240" y="6553080"/>
            <a:ext cx="3057840" cy="533520"/>
          </a:xfrm>
          <a:custGeom>
            <a:avLst/>
            <a:gdLst/>
            <a:ahLst/>
            <a:rect l="0" t="0" r="r" b="b"/>
            <a:pathLst>
              <a:path w="8494" h="1482">
                <a:moveTo>
                  <a:pt x="0" y="0"/>
                </a:moveTo>
                <a:lnTo>
                  <a:pt x="8494" y="0"/>
                </a:lnTo>
                <a:lnTo>
                  <a:pt x="849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9162720" y="6553080"/>
            <a:ext cx="972000" cy="533520"/>
          </a:xfrm>
          <a:custGeom>
            <a:avLst/>
            <a:gdLst/>
            <a:ahLst/>
            <a:rect l="0" t="0" r="r" b="b"/>
            <a:pathLst>
              <a:path w="2700" h="1482">
                <a:moveTo>
                  <a:pt x="0" y="0"/>
                </a:moveTo>
                <a:lnTo>
                  <a:pt x="2700" y="0"/>
                </a:lnTo>
                <a:lnTo>
                  <a:pt x="270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7524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752400" y="43909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38955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3904920" y="4390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609588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6105240" y="43909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91533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9162720" y="43909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101250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752400" y="49338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3904920" y="49338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6105240" y="49338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9162720" y="49338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7524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38955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609588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91533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101250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7524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752400" y="54673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38955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3904920" y="54673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609588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6105240" y="54673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91533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9162720" y="54673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101250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7524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752400" y="60102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38955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3904920" y="60102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609588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6105240" y="60102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91533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9162720" y="60102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101250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7524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752400" y="654336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38955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654336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609588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6105240" y="6543360"/>
            <a:ext cx="3057840" cy="10080"/>
          </a:xfrm>
          <a:custGeom>
            <a:avLst/>
            <a:gdLst/>
            <a:ahLst/>
            <a:rect l="0" t="0" r="r" b="b"/>
            <a:pathLst>
              <a:path w="8494" h="28">
                <a:moveTo>
                  <a:pt x="0" y="0"/>
                </a:moveTo>
                <a:lnTo>
                  <a:pt x="8494" y="0"/>
                </a:lnTo>
                <a:lnTo>
                  <a:pt x="84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91533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9162720" y="654336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101250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747720" y="150264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concept: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914400" y="2185560"/>
            <a:ext cx="4281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(anywhere in the world)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914400" y="2447280"/>
            <a:ext cx="4136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↓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914400" y="2718360"/>
            <a:ext cx="84240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Cloudflare Edge (300+ PoPs — nearest data center, &lt;30ms away)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914400" y="2979720"/>
            <a:ext cx="100807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HIT  → response from edge   (0ms origin, ~10–20ms to browser)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914400" y="3241440"/>
            <a:ext cx="10356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MISS → fetch from your VPS  (once per TTL, then cached at edge)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747720" y="3874320"/>
            <a:ext cx="1008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Your $12 VPS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only sees cache misses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~10–20% of total traffic during a spike.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1917360" y="450288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024440" y="450288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(direct)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6231600" y="45028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3 (+ Cloudflare)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9547920" y="4502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880920" y="5045760"/>
            <a:ext cx="288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TTFB for cached pages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4024440" y="50457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6231600" y="5045760"/>
            <a:ext cx="124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10–20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9290160" y="50457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880920" y="5579280"/>
            <a:ext cx="2852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requests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4024440" y="55792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6231600" y="55792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9290160" y="55792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880920" y="6122160"/>
            <a:ext cx="254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Bandwidth from VPS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4024440" y="61221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6231600" y="612216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9290160" y="6122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4059360" y="6669360"/>
            <a:ext cx="254160" cy="253800"/>
          </a:xfrm>
          <a:custGeom>
            <a:avLst/>
            <a:gdLst/>
            <a:ahLst/>
            <a:rect l="0" t="0" r="r" b="b"/>
            <a:pathLst>
              <a:path w="706" h="705">
                <a:moveTo>
                  <a:pt x="429" y="353"/>
                </a:moveTo>
                <a:lnTo>
                  <a:pt x="690" y="91"/>
                </a:lnTo>
                <a:cubicBezTo>
                  <a:pt x="711" y="70"/>
                  <a:pt x="711" y="36"/>
                  <a:pt x="690" y="15"/>
                </a:cubicBezTo>
                <a:cubicBezTo>
                  <a:pt x="669" y="-5"/>
                  <a:pt x="635" y="-5"/>
                  <a:pt x="615" y="15"/>
                </a:cubicBezTo>
                <a:lnTo>
                  <a:pt x="354" y="277"/>
                </a:lnTo>
                <a:lnTo>
                  <a:pt x="92" y="15"/>
                </a:lnTo>
                <a:cubicBezTo>
                  <a:pt x="71" y="-5"/>
                  <a:pt x="38" y="-5"/>
                  <a:pt x="17" y="15"/>
                </a:cubicBezTo>
                <a:cubicBezTo>
                  <a:pt x="-4" y="36"/>
                  <a:pt x="-4" y="70"/>
                  <a:pt x="17" y="91"/>
                </a:cubicBezTo>
                <a:lnTo>
                  <a:pt x="278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7" y="700"/>
                  <a:pt x="40" y="705"/>
                  <a:pt x="54" y="705"/>
                </a:cubicBezTo>
                <a:cubicBezTo>
                  <a:pt x="68" y="705"/>
                  <a:pt x="81" y="700"/>
                  <a:pt x="92" y="689"/>
                </a:cubicBezTo>
                <a:lnTo>
                  <a:pt x="354" y="428"/>
                </a:lnTo>
                <a:lnTo>
                  <a:pt x="615" y="689"/>
                </a:lnTo>
                <a:cubicBezTo>
                  <a:pt x="625" y="699"/>
                  <a:pt x="639" y="704"/>
                  <a:pt x="652" y="704"/>
                </a:cubicBezTo>
                <a:cubicBezTo>
                  <a:pt x="666" y="704"/>
                  <a:pt x="680" y="699"/>
                  <a:pt x="690" y="689"/>
                </a:cubicBezTo>
                <a:cubicBezTo>
                  <a:pt x="711" y="668"/>
                  <a:pt x="711" y="634"/>
                  <a:pt x="690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880920" y="6655680"/>
            <a:ext cx="202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protection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6257880" y="665784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6301440" y="670356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4"/>
                </a:lnTo>
                <a:lnTo>
                  <a:pt x="90" y="285"/>
                </a:lnTo>
                <a:cubicBezTo>
                  <a:pt x="68" y="265"/>
                  <a:pt x="34" y="266"/>
                  <a:pt x="14" y="288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4418640" y="665568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6625800" y="66556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unlimited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9290160" y="66556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1076040" y="2190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1323720" y="2066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59"/>
                </a:cubicBezTo>
                <a:cubicBezTo>
                  <a:pt x="756" y="484"/>
                  <a:pt x="749" y="508"/>
                  <a:pt x="739" y="531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29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29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1"/>
                </a:cubicBezTo>
                <a:cubicBezTo>
                  <a:pt x="20" y="508"/>
                  <a:pt x="12" y="484"/>
                  <a:pt x="8" y="459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59"/>
                  <a:pt x="3" y="334"/>
                  <a:pt x="8" y="310"/>
                </a:cubicBezTo>
                <a:cubicBezTo>
                  <a:pt x="12" y="285"/>
                  <a:pt x="20" y="261"/>
                  <a:pt x="29" y="238"/>
                </a:cubicBezTo>
                <a:cubicBezTo>
                  <a:pt x="39" y="215"/>
                  <a:pt x="51" y="192"/>
                  <a:pt x="65" y="171"/>
                </a:cubicBezTo>
                <a:cubicBezTo>
                  <a:pt x="79" y="151"/>
                  <a:pt x="95" y="131"/>
                  <a:pt x="113" y="113"/>
                </a:cubicBezTo>
                <a:cubicBezTo>
                  <a:pt x="130" y="96"/>
                  <a:pt x="150" y="80"/>
                  <a:pt x="171" y="66"/>
                </a:cubicBezTo>
                <a:cubicBezTo>
                  <a:pt x="192" y="52"/>
                  <a:pt x="214" y="40"/>
                  <a:pt x="237" y="30"/>
                </a:cubicBezTo>
                <a:cubicBezTo>
                  <a:pt x="260" y="21"/>
                  <a:pt x="284" y="13"/>
                  <a:pt x="309" y="7"/>
                </a:cubicBezTo>
                <a:cubicBezTo>
                  <a:pt x="334" y="2"/>
                  <a:pt x="359" y="0"/>
                  <a:pt x="384" y="0"/>
                </a:cubicBezTo>
                <a:cubicBezTo>
                  <a:pt x="409" y="0"/>
                  <a:pt x="434" y="2"/>
                  <a:pt x="459" y="7"/>
                </a:cubicBezTo>
                <a:cubicBezTo>
                  <a:pt x="483" y="13"/>
                  <a:pt x="507" y="21"/>
                  <a:pt x="531" y="30"/>
                </a:cubicBezTo>
                <a:cubicBezTo>
                  <a:pt x="555" y="40"/>
                  <a:pt x="577" y="52"/>
                  <a:pt x="598" y="66"/>
                </a:cubicBezTo>
                <a:cubicBezTo>
                  <a:pt x="619" y="80"/>
                  <a:pt x="638" y="96"/>
                  <a:pt x="656" y="113"/>
                </a:cubicBezTo>
                <a:cubicBezTo>
                  <a:pt x="674" y="131"/>
                  <a:pt x="690" y="151"/>
                  <a:pt x="704" y="171"/>
                </a:cubicBezTo>
                <a:cubicBezTo>
                  <a:pt x="718" y="192"/>
                  <a:pt x="730" y="215"/>
                  <a:pt x="739" y="238"/>
                </a:cubicBezTo>
                <a:cubicBezTo>
                  <a:pt x="749" y="261"/>
                  <a:pt x="756" y="285"/>
                  <a:pt x="761" y="310"/>
                </a:cubicBezTo>
                <a:cubicBezTo>
                  <a:pt x="766" y="334"/>
                  <a:pt x="768" y="359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1381680" y="2080080"/>
            <a:ext cx="216360" cy="231840"/>
          </a:xfrm>
          <a:custGeom>
            <a:avLst/>
            <a:gdLst/>
            <a:ahLst/>
            <a:rect l="0" t="0" r="r" b="b"/>
            <a:pathLst>
              <a:path w="601" h="644">
                <a:moveTo>
                  <a:pt x="388" y="0"/>
                </a:moveTo>
                <a:cubicBezTo>
                  <a:pt x="367" y="12"/>
                  <a:pt x="348" y="33"/>
                  <a:pt x="324" y="26"/>
                </a:cubicBezTo>
                <a:cubicBezTo>
                  <a:pt x="284" y="14"/>
                  <a:pt x="231" y="-13"/>
                  <a:pt x="196" y="20"/>
                </a:cubicBezTo>
                <a:cubicBezTo>
                  <a:pt x="161" y="54"/>
                  <a:pt x="153" y="84"/>
                  <a:pt x="196" y="83"/>
                </a:cubicBezTo>
                <a:cubicBezTo>
                  <a:pt x="239" y="82"/>
                  <a:pt x="268" y="31"/>
                  <a:pt x="289" y="52"/>
                </a:cubicBezTo>
                <a:cubicBezTo>
                  <a:pt x="310" y="74"/>
                  <a:pt x="305" y="91"/>
                  <a:pt x="255" y="97"/>
                </a:cubicBezTo>
                <a:cubicBezTo>
                  <a:pt x="204" y="104"/>
                  <a:pt x="149" y="112"/>
                  <a:pt x="120" y="112"/>
                </a:cubicBezTo>
                <a:cubicBezTo>
                  <a:pt x="91" y="112"/>
                  <a:pt x="84" y="129"/>
                  <a:pt x="104" y="148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5"/>
                  <a:pt x="67" y="213"/>
                  <a:pt x="95" y="229"/>
                </a:cubicBezTo>
                <a:cubicBezTo>
                  <a:pt x="123" y="245"/>
                  <a:pt x="144" y="225"/>
                  <a:pt x="156" y="199"/>
                </a:cubicBezTo>
                <a:cubicBezTo>
                  <a:pt x="168" y="172"/>
                  <a:pt x="219" y="140"/>
                  <a:pt x="241" y="144"/>
                </a:cubicBezTo>
                <a:cubicBezTo>
                  <a:pt x="262" y="148"/>
                  <a:pt x="262" y="159"/>
                  <a:pt x="258" y="177"/>
                </a:cubicBezTo>
                <a:cubicBezTo>
                  <a:pt x="254" y="196"/>
                  <a:pt x="274" y="191"/>
                  <a:pt x="276" y="169"/>
                </a:cubicBezTo>
                <a:cubicBezTo>
                  <a:pt x="277" y="148"/>
                  <a:pt x="301" y="132"/>
                  <a:pt x="320" y="131"/>
                </a:cubicBezTo>
                <a:cubicBezTo>
                  <a:pt x="338" y="129"/>
                  <a:pt x="354" y="156"/>
                  <a:pt x="333" y="169"/>
                </a:cubicBezTo>
                <a:cubicBezTo>
                  <a:pt x="312" y="183"/>
                  <a:pt x="290" y="193"/>
                  <a:pt x="317" y="200"/>
                </a:cubicBezTo>
                <a:cubicBezTo>
                  <a:pt x="344" y="207"/>
                  <a:pt x="362" y="241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7"/>
                  <a:pt x="108" y="267"/>
                  <a:pt x="91" y="273"/>
                </a:cubicBezTo>
                <a:cubicBezTo>
                  <a:pt x="73" y="280"/>
                  <a:pt x="2" y="312"/>
                  <a:pt x="0" y="354"/>
                </a:cubicBezTo>
                <a:cubicBezTo>
                  <a:pt x="-1" y="396"/>
                  <a:pt x="-2" y="442"/>
                  <a:pt x="26" y="444"/>
                </a:cubicBezTo>
                <a:cubicBezTo>
                  <a:pt x="54" y="445"/>
                  <a:pt x="123" y="426"/>
                  <a:pt x="144" y="409"/>
                </a:cubicBezTo>
                <a:cubicBezTo>
                  <a:pt x="165" y="392"/>
                  <a:pt x="195" y="396"/>
                  <a:pt x="204" y="416"/>
                </a:cubicBezTo>
                <a:cubicBezTo>
                  <a:pt x="213" y="436"/>
                  <a:pt x="207" y="448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6"/>
                </a:cubicBezTo>
                <a:cubicBezTo>
                  <a:pt x="330" y="593"/>
                  <a:pt x="360" y="527"/>
                  <a:pt x="373" y="503"/>
                </a:cubicBezTo>
                <a:cubicBezTo>
                  <a:pt x="386" y="479"/>
                  <a:pt x="397" y="426"/>
                  <a:pt x="413" y="416"/>
                </a:cubicBezTo>
                <a:cubicBezTo>
                  <a:pt x="429" y="405"/>
                  <a:pt x="454" y="380"/>
                  <a:pt x="436" y="384"/>
                </a:cubicBezTo>
                <a:cubicBezTo>
                  <a:pt x="417" y="388"/>
                  <a:pt x="380" y="382"/>
                  <a:pt x="370" y="356"/>
                </a:cubicBezTo>
                <a:cubicBezTo>
                  <a:pt x="361" y="329"/>
                  <a:pt x="321" y="277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6"/>
                  <a:pt x="406" y="356"/>
                  <a:pt x="422" y="361"/>
                </a:cubicBezTo>
                <a:cubicBezTo>
                  <a:pt x="438" y="366"/>
                  <a:pt x="473" y="325"/>
                  <a:pt x="484" y="318"/>
                </a:cubicBezTo>
                <a:cubicBezTo>
                  <a:pt x="494" y="312"/>
                  <a:pt x="486" y="287"/>
                  <a:pt x="465" y="289"/>
                </a:cubicBezTo>
                <a:cubicBezTo>
                  <a:pt x="444" y="292"/>
                  <a:pt x="416" y="289"/>
                  <a:pt x="416" y="276"/>
                </a:cubicBezTo>
                <a:cubicBezTo>
                  <a:pt x="416" y="263"/>
                  <a:pt x="442" y="245"/>
                  <a:pt x="464" y="249"/>
                </a:cubicBezTo>
                <a:cubicBezTo>
                  <a:pt x="485" y="253"/>
                  <a:pt x="501" y="260"/>
                  <a:pt x="514" y="276"/>
                </a:cubicBezTo>
                <a:cubicBezTo>
                  <a:pt x="528" y="292"/>
                  <a:pt x="554" y="322"/>
                  <a:pt x="565" y="341"/>
                </a:cubicBezTo>
                <a:cubicBezTo>
                  <a:pt x="576" y="360"/>
                  <a:pt x="584" y="362"/>
                  <a:pt x="589" y="329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3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47720" y="1502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1076040" y="267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1346760" y="2552400"/>
            <a:ext cx="230760" cy="276840"/>
          </a:xfrm>
          <a:custGeom>
            <a:avLst/>
            <a:gdLst/>
            <a:ahLst/>
            <a:rect l="0" t="0" r="r" b="b"/>
            <a:pathLst>
              <a:path w="641" h="769">
                <a:moveTo>
                  <a:pt x="639" y="335"/>
                </a:moveTo>
                <a:cubicBezTo>
                  <a:pt x="636" y="327"/>
                  <a:pt x="628" y="321"/>
                  <a:pt x="619" y="321"/>
                </a:cubicBezTo>
                <a:lnTo>
                  <a:pt x="361" y="321"/>
                </a:lnTo>
                <a:lnTo>
                  <a:pt x="510" y="31"/>
                </a:lnTo>
                <a:cubicBezTo>
                  <a:pt x="515" y="22"/>
                  <a:pt x="513" y="11"/>
                  <a:pt x="505" y="5"/>
                </a:cubicBezTo>
                <a:cubicBezTo>
                  <a:pt x="501" y="2"/>
                  <a:pt x="496" y="0"/>
                  <a:pt x="491" y="0"/>
                </a:cubicBezTo>
                <a:cubicBezTo>
                  <a:pt x="486" y="0"/>
                  <a:pt x="481" y="2"/>
                  <a:pt x="477" y="6"/>
                </a:cubicBezTo>
                <a:lnTo>
                  <a:pt x="320" y="141"/>
                </a:lnTo>
                <a:lnTo>
                  <a:pt x="8" y="411"/>
                </a:lnTo>
                <a:cubicBezTo>
                  <a:pt x="1" y="417"/>
                  <a:pt x="-2" y="427"/>
                  <a:pt x="1" y="435"/>
                </a:cubicBezTo>
                <a:cubicBezTo>
                  <a:pt x="5" y="443"/>
                  <a:pt x="13" y="449"/>
                  <a:pt x="21" y="449"/>
                </a:cubicBezTo>
                <a:lnTo>
                  <a:pt x="279" y="449"/>
                </a:lnTo>
                <a:lnTo>
                  <a:pt x="130" y="738"/>
                </a:lnTo>
                <a:cubicBezTo>
                  <a:pt x="126" y="747"/>
                  <a:pt x="128" y="758"/>
                  <a:pt x="136" y="764"/>
                </a:cubicBezTo>
                <a:cubicBezTo>
                  <a:pt x="140" y="767"/>
                  <a:pt x="145" y="769"/>
                  <a:pt x="149" y="769"/>
                </a:cubicBezTo>
                <a:cubicBezTo>
                  <a:pt x="154" y="769"/>
                  <a:pt x="159" y="767"/>
                  <a:pt x="163" y="763"/>
                </a:cubicBezTo>
                <a:lnTo>
                  <a:pt x="320" y="628"/>
                </a:lnTo>
                <a:lnTo>
                  <a:pt x="633" y="358"/>
                </a:lnTo>
                <a:cubicBezTo>
                  <a:pt x="640" y="353"/>
                  <a:pt x="642" y="343"/>
                  <a:pt x="639" y="33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1617480" y="2064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1076040" y="31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1331640" y="3069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1331640" y="3069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5"/>
                </a:lnTo>
                <a:cubicBezTo>
                  <a:pt x="0" y="563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1362240" y="3099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362240" y="319932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9"/>
                </a:lnTo>
                <a:cubicBezTo>
                  <a:pt x="0" y="141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1469520" y="319932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1"/>
                  <a:pt x="257" y="129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1406160" y="3184200"/>
            <a:ext cx="155880" cy="69120"/>
          </a:xfrm>
          <a:custGeom>
            <a:avLst/>
            <a:gdLst/>
            <a:ahLst/>
            <a:rect l="0" t="0" r="r" b="b"/>
            <a:pathLst>
              <a:path w="433" h="192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5"/>
                  <a:pt x="150" y="65"/>
                  <a:pt x="134" y="65"/>
                </a:cubicBezTo>
                <a:cubicBezTo>
                  <a:pt x="91" y="65"/>
                  <a:pt x="91" y="129"/>
                  <a:pt x="70" y="129"/>
                </a:cubicBezTo>
                <a:cubicBezTo>
                  <a:pt x="43" y="129"/>
                  <a:pt x="16" y="162"/>
                  <a:pt x="0" y="192"/>
                </a:cubicBezTo>
                <a:lnTo>
                  <a:pt x="176" y="192"/>
                </a:lnTo>
                <a:cubicBezTo>
                  <a:pt x="195" y="155"/>
                  <a:pt x="215" y="118"/>
                  <a:pt x="262" y="109"/>
                </a:cubicBezTo>
                <a:cubicBezTo>
                  <a:pt x="269" y="108"/>
                  <a:pt x="276" y="107"/>
                  <a:pt x="284" y="107"/>
                </a:cubicBezTo>
                <a:cubicBezTo>
                  <a:pt x="348" y="107"/>
                  <a:pt x="350" y="74"/>
                  <a:pt x="369" y="65"/>
                </a:cubicBezTo>
                <a:cubicBezTo>
                  <a:pt x="398" y="50"/>
                  <a:pt x="417" y="55"/>
                  <a:pt x="433" y="60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1485000" y="3122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6"/>
                </a:lnTo>
                <a:lnTo>
                  <a:pt x="0" y="172"/>
                </a:lnTo>
                <a:lnTo>
                  <a:pt x="171" y="172"/>
                </a:lnTo>
                <a:lnTo>
                  <a:pt x="171" y="86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1477080" y="3115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2"/>
                </a:cubicBezTo>
                <a:lnTo>
                  <a:pt x="108" y="52"/>
                </a:lnTo>
                <a:lnTo>
                  <a:pt x="37" y="122"/>
                </a:lnTo>
                <a:cubicBezTo>
                  <a:pt x="29" y="131"/>
                  <a:pt x="15" y="131"/>
                  <a:pt x="7" y="122"/>
                </a:cubicBezTo>
                <a:cubicBezTo>
                  <a:pt x="-2" y="114"/>
                  <a:pt x="-2" y="101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1"/>
                  <a:pt x="217" y="114"/>
                  <a:pt x="208" y="122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1500120" y="3161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1374480" y="3115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9"/>
                </a:moveTo>
                <a:cubicBezTo>
                  <a:pt x="227" y="67"/>
                  <a:pt x="209" y="49"/>
                  <a:pt x="187" y="49"/>
                </a:cubicBezTo>
                <a:cubicBezTo>
                  <a:pt x="186" y="49"/>
                  <a:pt x="184" y="49"/>
                  <a:pt x="182" y="49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7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2"/>
                </a:cubicBezTo>
                <a:cubicBezTo>
                  <a:pt x="50" y="50"/>
                  <a:pt x="46" y="49"/>
                  <a:pt x="40" y="49"/>
                </a:cubicBezTo>
                <a:cubicBezTo>
                  <a:pt x="18" y="49"/>
                  <a:pt x="0" y="67"/>
                  <a:pt x="0" y="89"/>
                </a:cubicBezTo>
                <a:cubicBezTo>
                  <a:pt x="0" y="111"/>
                  <a:pt x="18" y="129"/>
                  <a:pt x="40" y="129"/>
                </a:cubicBezTo>
                <a:cubicBezTo>
                  <a:pt x="41" y="129"/>
                  <a:pt x="42" y="129"/>
                  <a:pt x="43" y="128"/>
                </a:cubicBezTo>
                <a:lnTo>
                  <a:pt x="43" y="129"/>
                </a:lnTo>
                <a:lnTo>
                  <a:pt x="188" y="129"/>
                </a:lnTo>
                <a:cubicBezTo>
                  <a:pt x="210" y="128"/>
                  <a:pt x="227" y="111"/>
                  <a:pt x="227" y="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1617480" y="255024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1076040" y="3647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1331640" y="3600720"/>
            <a:ext cx="191880" cy="192240"/>
          </a:xfrm>
          <a:custGeom>
            <a:avLst/>
            <a:gdLst/>
            <a:ahLst/>
            <a:rect l="0" t="0" r="r" b="b"/>
            <a:pathLst>
              <a:path w="533" h="534">
                <a:moveTo>
                  <a:pt x="0" y="149"/>
                </a:moveTo>
                <a:lnTo>
                  <a:pt x="170" y="0"/>
                </a:lnTo>
                <a:lnTo>
                  <a:pt x="512" y="22"/>
                </a:lnTo>
                <a:lnTo>
                  <a:pt x="533" y="363"/>
                </a:lnTo>
                <a:lnTo>
                  <a:pt x="384" y="534"/>
                </a:lnTo>
                <a:cubicBezTo>
                  <a:pt x="384" y="534"/>
                  <a:pt x="384" y="406"/>
                  <a:pt x="255" y="277"/>
                </a:cubicBezTo>
                <a:cubicBezTo>
                  <a:pt x="127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1331280" y="3686760"/>
            <a:ext cx="108000" cy="106200"/>
          </a:xfrm>
          <a:custGeom>
            <a:avLst/>
            <a:gdLst/>
            <a:ahLst/>
            <a:rect l="0" t="0" r="r" b="b"/>
            <a:pathLst>
              <a:path w="300" h="295">
                <a:moveTo>
                  <a:pt x="0" y="295"/>
                </a:moveTo>
                <a:cubicBezTo>
                  <a:pt x="0" y="295"/>
                  <a:pt x="-1" y="124"/>
                  <a:pt x="65" y="60"/>
                </a:cubicBezTo>
                <a:cubicBezTo>
                  <a:pt x="129" y="-5"/>
                  <a:pt x="300" y="0"/>
                  <a:pt x="300" y="0"/>
                </a:cubicBezTo>
                <a:cubicBezTo>
                  <a:pt x="300" y="0"/>
                  <a:pt x="300" y="166"/>
                  <a:pt x="236" y="231"/>
                </a:cubicBezTo>
                <a:cubicBezTo>
                  <a:pt x="172" y="295"/>
                  <a:pt x="0" y="295"/>
                  <a:pt x="0" y="2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1362240" y="37004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171" y="87"/>
                </a:moveTo>
                <a:cubicBezTo>
                  <a:pt x="171" y="98"/>
                  <a:pt x="169" y="109"/>
                  <a:pt x="165" y="119"/>
                </a:cubicBezTo>
                <a:cubicBezTo>
                  <a:pt x="160" y="130"/>
                  <a:pt x="154" y="139"/>
                  <a:pt x="146" y="147"/>
                </a:cubicBezTo>
                <a:cubicBezTo>
                  <a:pt x="138" y="155"/>
                  <a:pt x="129" y="161"/>
                  <a:pt x="119" y="165"/>
                </a:cubicBezTo>
                <a:cubicBezTo>
                  <a:pt x="108" y="170"/>
                  <a:pt x="97" y="172"/>
                  <a:pt x="86" y="172"/>
                </a:cubicBezTo>
                <a:cubicBezTo>
                  <a:pt x="75" y="172"/>
                  <a:pt x="64" y="170"/>
                  <a:pt x="53" y="165"/>
                </a:cubicBezTo>
                <a:cubicBezTo>
                  <a:pt x="43" y="161"/>
                  <a:pt x="33" y="155"/>
                  <a:pt x="25" y="147"/>
                </a:cubicBezTo>
                <a:cubicBezTo>
                  <a:pt x="17" y="139"/>
                  <a:pt x="11" y="130"/>
                  <a:pt x="6" y="119"/>
                </a:cubicBezTo>
                <a:cubicBezTo>
                  <a:pt x="2" y="109"/>
                  <a:pt x="0" y="98"/>
                  <a:pt x="0" y="87"/>
                </a:cubicBezTo>
                <a:cubicBezTo>
                  <a:pt x="0" y="75"/>
                  <a:pt x="2" y="64"/>
                  <a:pt x="6" y="54"/>
                </a:cubicBezTo>
                <a:cubicBezTo>
                  <a:pt x="11" y="43"/>
                  <a:pt x="17" y="34"/>
                  <a:pt x="25" y="26"/>
                </a:cubicBezTo>
                <a:cubicBezTo>
                  <a:pt x="33" y="18"/>
                  <a:pt x="43" y="12"/>
                  <a:pt x="53" y="8"/>
                </a:cubicBezTo>
                <a:cubicBezTo>
                  <a:pt x="64" y="2"/>
                  <a:pt x="75" y="0"/>
                  <a:pt x="86" y="0"/>
                </a:cubicBezTo>
                <a:cubicBezTo>
                  <a:pt x="97" y="0"/>
                  <a:pt x="108" y="2"/>
                  <a:pt x="119" y="8"/>
                </a:cubicBezTo>
                <a:cubicBezTo>
                  <a:pt x="129" y="12"/>
                  <a:pt x="138" y="18"/>
                  <a:pt x="146" y="26"/>
                </a:cubicBezTo>
                <a:cubicBezTo>
                  <a:pt x="154" y="34"/>
                  <a:pt x="160" y="43"/>
                  <a:pt x="165" y="54"/>
                </a:cubicBezTo>
                <a:cubicBezTo>
                  <a:pt x="169" y="64"/>
                  <a:pt x="171" y="75"/>
                  <a:pt x="171" y="8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1391400" y="3524040"/>
            <a:ext cx="208800" cy="209160"/>
          </a:xfrm>
          <a:custGeom>
            <a:avLst/>
            <a:gdLst/>
            <a:ahLst/>
            <a:rect l="0" t="0" r="r" b="b"/>
            <a:pathLst>
              <a:path w="580" h="581">
                <a:moveTo>
                  <a:pt x="580" y="0"/>
                </a:moveTo>
                <a:cubicBezTo>
                  <a:pt x="580" y="0"/>
                  <a:pt x="366" y="0"/>
                  <a:pt x="111" y="213"/>
                </a:cubicBezTo>
                <a:cubicBezTo>
                  <a:pt x="-17" y="320"/>
                  <a:pt x="-17" y="513"/>
                  <a:pt x="25" y="555"/>
                </a:cubicBezTo>
                <a:cubicBezTo>
                  <a:pt x="68" y="598"/>
                  <a:pt x="260" y="598"/>
                  <a:pt x="366" y="470"/>
                </a:cubicBezTo>
                <a:cubicBezTo>
                  <a:pt x="580" y="213"/>
                  <a:pt x="580" y="0"/>
                  <a:pt x="58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1503000" y="3562560"/>
            <a:ext cx="59040" cy="58680"/>
          </a:xfrm>
          <a:custGeom>
            <a:avLst/>
            <a:gdLst/>
            <a:ahLst/>
            <a:rect l="0" t="0" r="r" b="b"/>
            <a:pathLst>
              <a:path w="164" h="163">
                <a:moveTo>
                  <a:pt x="78" y="0"/>
                </a:moveTo>
                <a:cubicBezTo>
                  <a:pt x="43" y="0"/>
                  <a:pt x="13" y="20"/>
                  <a:pt x="0" y="50"/>
                </a:cubicBezTo>
                <a:cubicBezTo>
                  <a:pt x="11" y="45"/>
                  <a:pt x="23" y="42"/>
                  <a:pt x="35" y="42"/>
                </a:cubicBezTo>
                <a:cubicBezTo>
                  <a:pt x="82" y="42"/>
                  <a:pt x="121" y="81"/>
                  <a:pt x="121" y="129"/>
                </a:cubicBezTo>
                <a:cubicBezTo>
                  <a:pt x="121" y="141"/>
                  <a:pt x="117" y="153"/>
                  <a:pt x="113" y="163"/>
                </a:cubicBezTo>
                <a:cubicBezTo>
                  <a:pt x="143" y="150"/>
                  <a:pt x="164" y="120"/>
                  <a:pt x="164" y="86"/>
                </a:cubicBezTo>
                <a:cubicBezTo>
                  <a:pt x="164" y="38"/>
                  <a:pt x="126" y="0"/>
                  <a:pt x="78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1385280" y="3623400"/>
            <a:ext cx="115920" cy="115920"/>
          </a:xfrm>
          <a:custGeom>
            <a:avLst/>
            <a:gdLst/>
            <a:ahLst/>
            <a:rect l="0" t="0" r="r" b="b"/>
            <a:pathLst>
              <a:path w="322" h="322">
                <a:moveTo>
                  <a:pt x="0" y="322"/>
                </a:moveTo>
                <a:cubicBezTo>
                  <a:pt x="0" y="322"/>
                  <a:pt x="0" y="237"/>
                  <a:pt x="21" y="215"/>
                </a:cubicBezTo>
                <a:cubicBezTo>
                  <a:pt x="42" y="194"/>
                  <a:pt x="299" y="-20"/>
                  <a:pt x="320" y="1"/>
                </a:cubicBezTo>
                <a:cubicBezTo>
                  <a:pt x="342" y="22"/>
                  <a:pt x="128" y="279"/>
                  <a:pt x="106" y="301"/>
                </a:cubicBezTo>
                <a:cubicBezTo>
                  <a:pt x="85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1617480" y="3036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1076040" y="4124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1385280" y="4000320"/>
            <a:ext cx="153720" cy="153720"/>
          </a:xfrm>
          <a:custGeom>
            <a:avLst/>
            <a:gdLst/>
            <a:ahLst/>
            <a:rect l="0" t="0" r="r" b="b"/>
            <a:pathLst>
              <a:path w="427" h="427">
                <a:moveTo>
                  <a:pt x="214" y="0"/>
                </a:moveTo>
                <a:cubicBezTo>
                  <a:pt x="95" y="0"/>
                  <a:pt x="0" y="95"/>
                  <a:pt x="0" y="214"/>
                </a:cubicBezTo>
                <a:lnTo>
                  <a:pt x="0" y="427"/>
                </a:lnTo>
                <a:lnTo>
                  <a:pt x="85" y="427"/>
                </a:lnTo>
                <a:lnTo>
                  <a:pt x="85" y="214"/>
                </a:lnTo>
                <a:cubicBezTo>
                  <a:pt x="85" y="197"/>
                  <a:pt x="88" y="181"/>
                  <a:pt x="95" y="164"/>
                </a:cubicBezTo>
                <a:cubicBezTo>
                  <a:pt x="101" y="149"/>
                  <a:pt x="110" y="135"/>
                  <a:pt x="122" y="123"/>
                </a:cubicBezTo>
                <a:cubicBezTo>
                  <a:pt x="134" y="111"/>
                  <a:pt x="148" y="101"/>
                  <a:pt x="164" y="95"/>
                </a:cubicBezTo>
                <a:cubicBezTo>
                  <a:pt x="180" y="88"/>
                  <a:pt x="196" y="85"/>
                  <a:pt x="214" y="85"/>
                </a:cubicBezTo>
                <a:cubicBezTo>
                  <a:pt x="231" y="85"/>
                  <a:pt x="247" y="88"/>
                  <a:pt x="263" y="95"/>
                </a:cubicBezTo>
                <a:cubicBezTo>
                  <a:pt x="278" y="101"/>
                  <a:pt x="292" y="111"/>
                  <a:pt x="304" y="123"/>
                </a:cubicBezTo>
                <a:cubicBezTo>
                  <a:pt x="316" y="135"/>
                  <a:pt x="326" y="149"/>
                  <a:pt x="332" y="164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7"/>
                </a:lnTo>
                <a:lnTo>
                  <a:pt x="427" y="427"/>
                </a:lnTo>
                <a:lnTo>
                  <a:pt x="427" y="214"/>
                </a:lnTo>
                <a:cubicBezTo>
                  <a:pt x="427" y="95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354320" y="410760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5"/>
                </a:moveTo>
                <a:cubicBezTo>
                  <a:pt x="598" y="396"/>
                  <a:pt x="596" y="407"/>
                  <a:pt x="592" y="418"/>
                </a:cubicBezTo>
                <a:cubicBezTo>
                  <a:pt x="587" y="428"/>
                  <a:pt x="581" y="437"/>
                  <a:pt x="573" y="445"/>
                </a:cubicBezTo>
                <a:cubicBezTo>
                  <a:pt x="565" y="453"/>
                  <a:pt x="556" y="459"/>
                  <a:pt x="546" y="464"/>
                </a:cubicBezTo>
                <a:cubicBezTo>
                  <a:pt x="535" y="468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8"/>
                  <a:pt x="53" y="464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8"/>
                  <a:pt x="7" y="418"/>
                </a:cubicBezTo>
                <a:cubicBezTo>
                  <a:pt x="3" y="407"/>
                  <a:pt x="0" y="396"/>
                  <a:pt x="0" y="385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7" y="33"/>
                  <a:pt x="25" y="25"/>
                </a:cubicBezTo>
                <a:cubicBezTo>
                  <a:pt x="33" y="17"/>
                  <a:pt x="43" y="11"/>
                  <a:pt x="53" y="7"/>
                </a:cubicBezTo>
                <a:cubicBezTo>
                  <a:pt x="64" y="3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3"/>
                  <a:pt x="546" y="7"/>
                </a:cubicBezTo>
                <a:cubicBezTo>
                  <a:pt x="556" y="11"/>
                  <a:pt x="565" y="17"/>
                  <a:pt x="573" y="25"/>
                </a:cubicBezTo>
                <a:cubicBezTo>
                  <a:pt x="581" y="33"/>
                  <a:pt x="587" y="43"/>
                  <a:pt x="592" y="53"/>
                </a:cubicBezTo>
                <a:cubicBezTo>
                  <a:pt x="596" y="64"/>
                  <a:pt x="598" y="75"/>
                  <a:pt x="598" y="87"/>
                </a:cubicBezTo>
                <a:lnTo>
                  <a:pt x="598" y="385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1617480" y="3521880"/>
            <a:ext cx="450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Rocket Loader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async JS loading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1076040" y="4609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1349280" y="465120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4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4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1346760" y="4518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59"/>
                  <a:pt x="547" y="502"/>
                </a:cubicBezTo>
                <a:cubicBezTo>
                  <a:pt x="605" y="444"/>
                  <a:pt x="544" y="290"/>
                  <a:pt x="410" y="157"/>
                </a:cubicBezTo>
                <a:cubicBezTo>
                  <a:pt x="278" y="25"/>
                  <a:pt x="124" y="-36"/>
                  <a:pt x="67" y="21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1362600" y="4518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8"/>
                  <a:pt x="445" y="559"/>
                  <a:pt x="502" y="502"/>
                </a:cubicBezTo>
                <a:cubicBezTo>
                  <a:pt x="560" y="444"/>
                  <a:pt x="499" y="290"/>
                  <a:pt x="366" y="157"/>
                </a:cubicBezTo>
                <a:cubicBezTo>
                  <a:pt x="234" y="25"/>
                  <a:pt x="79" y="-36"/>
                  <a:pt x="22" y="21"/>
                </a:cubicBezTo>
                <a:cubicBezTo>
                  <a:pt x="-36" y="79"/>
                  <a:pt x="25" y="232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1423800" y="457200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3"/>
                  <a:pt x="7" y="163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1476720" y="455688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1483920" y="452160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9" y="180"/>
                </a:moveTo>
                <a:lnTo>
                  <a:pt x="158" y="180"/>
                </a:lnTo>
                <a:cubicBezTo>
                  <a:pt x="146" y="180"/>
                  <a:pt x="137" y="170"/>
                  <a:pt x="138" y="158"/>
                </a:cubicBezTo>
                <a:cubicBezTo>
                  <a:pt x="138" y="157"/>
                  <a:pt x="139" y="112"/>
                  <a:pt x="104" y="77"/>
                </a:cubicBezTo>
                <a:cubicBezTo>
                  <a:pt x="68" y="41"/>
                  <a:pt x="23" y="42"/>
                  <a:pt x="22" y="42"/>
                </a:cubicBezTo>
                <a:cubicBezTo>
                  <a:pt x="10" y="43"/>
                  <a:pt x="0" y="34"/>
                  <a:pt x="0" y="22"/>
                </a:cubicBezTo>
                <a:cubicBezTo>
                  <a:pt x="-1" y="10"/>
                  <a:pt x="8" y="0"/>
                  <a:pt x="20" y="0"/>
                </a:cubicBezTo>
                <a:cubicBezTo>
                  <a:pt x="23" y="-1"/>
                  <a:pt x="86" y="-3"/>
                  <a:pt x="134" y="46"/>
                </a:cubicBezTo>
                <a:cubicBezTo>
                  <a:pt x="183" y="95"/>
                  <a:pt x="180" y="157"/>
                  <a:pt x="180" y="160"/>
                </a:cubicBezTo>
                <a:cubicBezTo>
                  <a:pt x="180" y="171"/>
                  <a:pt x="170" y="180"/>
                  <a:pt x="159" y="18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1486440" y="4492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1"/>
                  <a:pt x="227" y="162"/>
                  <a:pt x="161" y="95"/>
                </a:cubicBezTo>
                <a:cubicBezTo>
                  <a:pt x="94" y="28"/>
                  <a:pt x="31" y="43"/>
                  <a:pt x="28" y="44"/>
                </a:cubicBezTo>
                <a:cubicBezTo>
                  <a:pt x="17" y="47"/>
                  <a:pt x="4" y="40"/>
                  <a:pt x="1" y="29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5"/>
                </a:cubicBezTo>
                <a:cubicBezTo>
                  <a:pt x="278" y="151"/>
                  <a:pt x="249" y="234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1349280" y="472212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8"/>
                </a:moveTo>
                <a:cubicBezTo>
                  <a:pt x="100" y="38"/>
                  <a:pt x="44" y="23"/>
                  <a:pt x="1" y="0"/>
                </a:cubicBezTo>
                <a:cubicBezTo>
                  <a:pt x="0" y="4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8"/>
                  <a:pt x="162" y="38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1617480" y="399816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1617480" y="448380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1076040" y="5743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1338840" y="561960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5"/>
                  <a:pt x="22" y="662"/>
                  <a:pt x="343" y="768"/>
                </a:cubicBezTo>
                <a:cubicBezTo>
                  <a:pt x="663" y="662"/>
                  <a:pt x="727" y="385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1353960" y="5635080"/>
            <a:ext cx="216000" cy="244800"/>
          </a:xfrm>
          <a:custGeom>
            <a:avLst/>
            <a:gdLst/>
            <a:ahLst/>
            <a:rect l="0" t="0" r="r" b="b"/>
            <a:pathLst>
              <a:path w="600" h="680">
                <a:moveTo>
                  <a:pt x="300" y="680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0"/>
                  <a:pt x="298" y="0"/>
                  <a:pt x="300" y="0"/>
                </a:cubicBezTo>
                <a:cubicBezTo>
                  <a:pt x="301" y="0"/>
                  <a:pt x="448" y="0"/>
                  <a:pt x="582" y="52"/>
                </a:cubicBezTo>
                <a:cubicBezTo>
                  <a:pt x="642" y="381"/>
                  <a:pt x="547" y="592"/>
                  <a:pt x="300" y="68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1461960" y="5635080"/>
            <a:ext cx="108000" cy="244800"/>
          </a:xfrm>
          <a:custGeom>
            <a:avLst/>
            <a:gdLst/>
            <a:ahLst/>
            <a:rect l="0" t="0" r="r" b="b"/>
            <a:pathLst>
              <a:path w="300" h="680">
                <a:moveTo>
                  <a:pt x="283" y="52"/>
                </a:moveTo>
                <a:cubicBezTo>
                  <a:pt x="148" y="0"/>
                  <a:pt x="1" y="0"/>
                  <a:pt x="0" y="0"/>
                </a:cubicBezTo>
                <a:lnTo>
                  <a:pt x="0" y="680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747720" y="505548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1076040" y="62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1561680" y="618984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5"/>
                </a:moveTo>
                <a:cubicBezTo>
                  <a:pt x="107" y="85"/>
                  <a:pt x="106" y="95"/>
                  <a:pt x="103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1" y="95"/>
                  <a:pt x="0" y="85"/>
                  <a:pt x="0" y="75"/>
                </a:cubicBezTo>
                <a:cubicBezTo>
                  <a:pt x="0" y="65"/>
                  <a:pt x="1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6" y="9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8" y="2"/>
                  <a:pt x="75" y="5"/>
                </a:cubicBezTo>
                <a:cubicBezTo>
                  <a:pt x="81" y="9"/>
                  <a:pt x="87" y="15"/>
                  <a:pt x="92" y="23"/>
                </a:cubicBezTo>
                <a:cubicBezTo>
                  <a:pt x="97" y="30"/>
                  <a:pt x="101" y="38"/>
                  <a:pt x="103" y="47"/>
                </a:cubicBezTo>
                <a:cubicBezTo>
                  <a:pt x="106" y="56"/>
                  <a:pt x="107" y="65"/>
                  <a:pt x="107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1323720" y="618984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5"/>
                </a:moveTo>
                <a:cubicBezTo>
                  <a:pt x="108" y="85"/>
                  <a:pt x="106" y="95"/>
                  <a:pt x="104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2" y="95"/>
                  <a:pt x="0" y="85"/>
                  <a:pt x="0" y="75"/>
                </a:cubicBezTo>
                <a:cubicBezTo>
                  <a:pt x="0" y="65"/>
                  <a:pt x="2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7" y="9"/>
                  <a:pt x="33" y="5"/>
                </a:cubicBezTo>
                <a:cubicBezTo>
                  <a:pt x="40" y="2"/>
                  <a:pt x="46" y="0"/>
                  <a:pt x="53" y="0"/>
                </a:cubicBezTo>
                <a:cubicBezTo>
                  <a:pt x="61" y="0"/>
                  <a:pt x="67" y="2"/>
                  <a:pt x="74" y="5"/>
                </a:cubicBezTo>
                <a:cubicBezTo>
                  <a:pt x="80" y="9"/>
                  <a:pt x="87" y="15"/>
                  <a:pt x="92" y="23"/>
                </a:cubicBezTo>
                <a:cubicBezTo>
                  <a:pt x="97" y="30"/>
                  <a:pt x="101" y="38"/>
                  <a:pt x="104" y="47"/>
                </a:cubicBezTo>
                <a:cubicBezTo>
                  <a:pt x="106" y="56"/>
                  <a:pt x="108" y="65"/>
                  <a:pt x="108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1339200" y="6174360"/>
            <a:ext cx="245880" cy="84960"/>
          </a:xfrm>
          <a:custGeom>
            <a:avLst/>
            <a:gdLst/>
            <a:ahLst/>
            <a:rect l="0" t="0" r="r" b="b"/>
            <a:pathLst>
              <a:path w="683" h="236">
                <a:moveTo>
                  <a:pt x="683" y="214"/>
                </a:moveTo>
                <a:cubicBezTo>
                  <a:pt x="683" y="226"/>
                  <a:pt x="673" y="236"/>
                  <a:pt x="662" y="236"/>
                </a:cubicBezTo>
                <a:lnTo>
                  <a:pt x="598" y="236"/>
                </a:lnTo>
                <a:cubicBezTo>
                  <a:pt x="586" y="236"/>
                  <a:pt x="576" y="226"/>
                  <a:pt x="576" y="214"/>
                </a:cubicBezTo>
                <a:lnTo>
                  <a:pt x="576" y="21"/>
                </a:lnTo>
                <a:cubicBezTo>
                  <a:pt x="576" y="10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10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6"/>
                  <a:pt x="86" y="236"/>
                </a:cubicBezTo>
                <a:lnTo>
                  <a:pt x="21" y="236"/>
                </a:lnTo>
                <a:cubicBezTo>
                  <a:pt x="9" y="236"/>
                  <a:pt x="0" y="226"/>
                  <a:pt x="0" y="214"/>
                </a:cubicBezTo>
                <a:lnTo>
                  <a:pt x="0" y="21"/>
                </a:lnTo>
                <a:cubicBezTo>
                  <a:pt x="0" y="10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10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1385280" y="610524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7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7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1408320" y="611424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2"/>
                </a:moveTo>
                <a:cubicBezTo>
                  <a:pt x="299" y="98"/>
                  <a:pt x="232" y="125"/>
                  <a:pt x="150" y="125"/>
                </a:cubicBezTo>
                <a:cubicBezTo>
                  <a:pt x="66" y="125"/>
                  <a:pt x="0" y="98"/>
                  <a:pt x="0" y="62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2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1369800" y="612828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5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5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5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1354320" y="615132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1331640" y="633564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5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5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147708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9" y="60"/>
                </a:cubicBezTo>
                <a:cubicBezTo>
                  <a:pt x="14" y="48"/>
                  <a:pt x="21" y="38"/>
                  <a:pt x="30" y="29"/>
                </a:cubicBezTo>
                <a:cubicBezTo>
                  <a:pt x="39" y="20"/>
                  <a:pt x="49" y="13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149076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100" y="100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137736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8" y="60"/>
                </a:cubicBezTo>
                <a:cubicBezTo>
                  <a:pt x="13" y="48"/>
                  <a:pt x="20" y="38"/>
                  <a:pt x="28" y="29"/>
                </a:cubicBezTo>
                <a:cubicBezTo>
                  <a:pt x="37" y="20"/>
                  <a:pt x="48" y="13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470" y="53"/>
                </a:moveTo>
                <a:cubicBezTo>
                  <a:pt x="470" y="82"/>
                  <a:pt x="446" y="107"/>
                  <a:pt x="417" y="107"/>
                </a:cubicBezTo>
                <a:lnTo>
                  <a:pt x="54" y="107"/>
                </a:lnTo>
                <a:cubicBezTo>
                  <a:pt x="24" y="107"/>
                  <a:pt x="0" y="82"/>
                  <a:pt x="0" y="53"/>
                </a:cubicBezTo>
                <a:cubicBezTo>
                  <a:pt x="0" y="23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3"/>
                  <a:pt x="470" y="53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215" y="0"/>
                </a:moveTo>
                <a:lnTo>
                  <a:pt x="257" y="0"/>
                </a:lnTo>
                <a:lnTo>
                  <a:pt x="257" y="107"/>
                </a:lnTo>
                <a:lnTo>
                  <a:pt x="215" y="107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7"/>
                </a:lnTo>
                <a:lnTo>
                  <a:pt x="107" y="107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7"/>
                </a:lnTo>
                <a:lnTo>
                  <a:pt x="321" y="107"/>
                </a:lnTo>
                <a:lnTo>
                  <a:pt x="321" y="0"/>
                </a:lnTo>
                <a:moveTo>
                  <a:pt x="0" y="53"/>
                </a:moveTo>
                <a:cubicBezTo>
                  <a:pt x="0" y="79"/>
                  <a:pt x="19" y="101"/>
                  <a:pt x="43" y="106"/>
                </a:cubicBezTo>
                <a:lnTo>
                  <a:pt x="43" y="1"/>
                </a:lnTo>
                <a:cubicBezTo>
                  <a:pt x="19" y="6"/>
                  <a:pt x="0" y="27"/>
                  <a:pt x="0" y="53"/>
                </a:cubicBezTo>
                <a:moveTo>
                  <a:pt x="428" y="1"/>
                </a:moveTo>
                <a:lnTo>
                  <a:pt x="428" y="106"/>
                </a:lnTo>
                <a:cubicBezTo>
                  <a:pt x="452" y="101"/>
                  <a:pt x="470" y="79"/>
                  <a:pt x="470" y="53"/>
                </a:cubicBezTo>
                <a:cubicBezTo>
                  <a:pt x="470" y="27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139104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99" y="100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1617480" y="561744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1076040" y="671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1331640" y="6591600"/>
            <a:ext cx="261000" cy="276120"/>
          </a:xfrm>
          <a:custGeom>
            <a:avLst/>
            <a:gdLst/>
            <a:ahLst/>
            <a:rect l="0" t="0" r="r" b="b"/>
            <a:pathLst>
              <a:path w="725" h="767">
                <a:moveTo>
                  <a:pt x="725" y="404"/>
                </a:moveTo>
                <a:cubicBezTo>
                  <a:pt x="725" y="360"/>
                  <a:pt x="717" y="318"/>
                  <a:pt x="703" y="279"/>
                </a:cubicBezTo>
                <a:cubicBezTo>
                  <a:pt x="693" y="393"/>
                  <a:pt x="632" y="452"/>
                  <a:pt x="568" y="425"/>
                </a:cubicBezTo>
                <a:cubicBezTo>
                  <a:pt x="508" y="399"/>
                  <a:pt x="548" y="299"/>
                  <a:pt x="551" y="251"/>
                </a:cubicBezTo>
                <a:cubicBezTo>
                  <a:pt x="556" y="170"/>
                  <a:pt x="551" y="77"/>
                  <a:pt x="404" y="0"/>
                </a:cubicBezTo>
                <a:cubicBezTo>
                  <a:pt x="465" y="117"/>
                  <a:pt x="411" y="190"/>
                  <a:pt x="354" y="194"/>
                </a:cubicBezTo>
                <a:cubicBezTo>
                  <a:pt x="291" y="199"/>
                  <a:pt x="232" y="140"/>
                  <a:pt x="254" y="44"/>
                </a:cubicBezTo>
                <a:cubicBezTo>
                  <a:pt x="185" y="95"/>
                  <a:pt x="182" y="180"/>
                  <a:pt x="204" y="236"/>
                </a:cubicBezTo>
                <a:cubicBezTo>
                  <a:pt x="226" y="293"/>
                  <a:pt x="203" y="341"/>
                  <a:pt x="149" y="347"/>
                </a:cubicBezTo>
                <a:cubicBezTo>
                  <a:pt x="88" y="353"/>
                  <a:pt x="55" y="282"/>
                  <a:pt x="86" y="169"/>
                </a:cubicBezTo>
                <a:cubicBezTo>
                  <a:pt x="32" y="232"/>
                  <a:pt x="0" y="314"/>
                  <a:pt x="0" y="404"/>
                </a:cubicBezTo>
                <a:cubicBezTo>
                  <a:pt x="0" y="605"/>
                  <a:pt x="162" y="767"/>
                  <a:pt x="363" y="767"/>
                </a:cubicBezTo>
                <a:cubicBezTo>
                  <a:pt x="563" y="767"/>
                  <a:pt x="725" y="605"/>
                  <a:pt x="725" y="40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1369800" y="6717240"/>
            <a:ext cx="184680" cy="150480"/>
          </a:xfrm>
          <a:custGeom>
            <a:avLst/>
            <a:gdLst/>
            <a:ahLst/>
            <a:rect l="0" t="0" r="r" b="b"/>
            <a:pathLst>
              <a:path w="513" h="418">
                <a:moveTo>
                  <a:pt x="478" y="161"/>
                </a:moveTo>
                <a:cubicBezTo>
                  <a:pt x="482" y="227"/>
                  <a:pt x="424" y="253"/>
                  <a:pt x="393" y="240"/>
                </a:cubicBezTo>
                <a:cubicBezTo>
                  <a:pt x="348" y="222"/>
                  <a:pt x="360" y="191"/>
                  <a:pt x="348" y="127"/>
                </a:cubicBezTo>
                <a:cubicBezTo>
                  <a:pt x="337" y="64"/>
                  <a:pt x="292" y="19"/>
                  <a:pt x="227" y="0"/>
                </a:cubicBezTo>
                <a:cubicBezTo>
                  <a:pt x="275" y="135"/>
                  <a:pt x="200" y="184"/>
                  <a:pt x="161" y="193"/>
                </a:cubicBezTo>
                <a:cubicBezTo>
                  <a:pt x="121" y="202"/>
                  <a:pt x="81" y="193"/>
                  <a:pt x="76" y="108"/>
                </a:cubicBezTo>
                <a:cubicBezTo>
                  <a:pt x="30" y="154"/>
                  <a:pt x="0" y="218"/>
                  <a:pt x="0" y="289"/>
                </a:cubicBezTo>
                <a:cubicBezTo>
                  <a:pt x="0" y="297"/>
                  <a:pt x="1" y="305"/>
                  <a:pt x="1" y="312"/>
                </a:cubicBezTo>
                <a:cubicBezTo>
                  <a:pt x="68" y="378"/>
                  <a:pt x="158" y="418"/>
                  <a:pt x="257" y="418"/>
                </a:cubicBezTo>
                <a:cubicBezTo>
                  <a:pt x="356" y="418"/>
                  <a:pt x="446" y="378"/>
                  <a:pt x="511" y="312"/>
                </a:cubicBezTo>
                <a:cubicBezTo>
                  <a:pt x="512" y="305"/>
                  <a:pt x="513" y="297"/>
                  <a:pt x="513" y="289"/>
                </a:cubicBezTo>
                <a:cubicBezTo>
                  <a:pt x="513" y="242"/>
                  <a:pt x="500" y="199"/>
                  <a:pt x="478" y="161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1617480" y="610308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1617480" y="6589080"/>
            <a:ext cx="292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WAF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5 custom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1714320" y="1457280"/>
            <a:ext cx="3267360" cy="952560"/>
          </a:xfrm>
          <a:custGeom>
            <a:avLst/>
            <a:gdLst/>
            <a:ahLst/>
            <a:rect l="0" t="0" r="r" b="b"/>
            <a:pathLst>
              <a:path w="9076" h="2646">
                <a:moveTo>
                  <a:pt x="0" y="0"/>
                </a:moveTo>
                <a:lnTo>
                  <a:pt x="9076" y="0"/>
                </a:lnTo>
                <a:lnTo>
                  <a:pt x="907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4981320" y="1457280"/>
            <a:ext cx="2524680" cy="952560"/>
          </a:xfrm>
          <a:custGeom>
            <a:avLst/>
            <a:gdLst/>
            <a:ahLst/>
            <a:rect l="0" t="0" r="r" b="b"/>
            <a:pathLst>
              <a:path w="7013" h="2646">
                <a:moveTo>
                  <a:pt x="0" y="0"/>
                </a:moveTo>
                <a:lnTo>
                  <a:pt x="7013" y="0"/>
                </a:lnTo>
                <a:lnTo>
                  <a:pt x="701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7505640" y="1457280"/>
            <a:ext cx="2343240" cy="952560"/>
          </a:xfrm>
          <a:custGeom>
            <a:avLst/>
            <a:gdLst/>
            <a:ahLst/>
            <a:rect l="0" t="0" r="r" b="b"/>
            <a:pathLst>
              <a:path w="6509" h="2646">
                <a:moveTo>
                  <a:pt x="0" y="0"/>
                </a:moveTo>
                <a:lnTo>
                  <a:pt x="6509" y="0"/>
                </a:lnTo>
                <a:lnTo>
                  <a:pt x="650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984852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1714320" y="240948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4981320" y="240948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7505640" y="240948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984852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752400" y="33620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1714320" y="336204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4981320" y="336204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7505640" y="336204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9848520" y="336204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752400" y="43146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1714320" y="431460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4981320" y="431460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7505640" y="431460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9848520" y="431460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752400" y="5267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1714320" y="526716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4981320" y="526716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7505640" y="526716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9848520" y="526716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752400" y="621972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1714320" y="6219720"/>
            <a:ext cx="3267360" cy="543240"/>
          </a:xfrm>
          <a:custGeom>
            <a:avLst/>
            <a:gdLst/>
            <a:ahLst/>
            <a:rect l="0" t="0" r="r" b="b"/>
            <a:pathLst>
              <a:path w="9076" h="1509">
                <a:moveTo>
                  <a:pt x="0" y="0"/>
                </a:moveTo>
                <a:lnTo>
                  <a:pt x="9076" y="0"/>
                </a:lnTo>
                <a:lnTo>
                  <a:pt x="907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4981320" y="6219720"/>
            <a:ext cx="2524680" cy="543240"/>
          </a:xfrm>
          <a:custGeom>
            <a:avLst/>
            <a:gdLst/>
            <a:ahLst/>
            <a:rect l="0" t="0" r="r" b="b"/>
            <a:pathLst>
              <a:path w="7013" h="1509">
                <a:moveTo>
                  <a:pt x="0" y="0"/>
                </a:moveTo>
                <a:lnTo>
                  <a:pt x="7013" y="0"/>
                </a:lnTo>
                <a:lnTo>
                  <a:pt x="701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7505640" y="6219720"/>
            <a:ext cx="2343240" cy="543240"/>
          </a:xfrm>
          <a:custGeom>
            <a:avLst/>
            <a:gdLst/>
            <a:ahLst/>
            <a:rect l="0" t="0" r="r" b="b"/>
            <a:pathLst>
              <a:path w="6509" h="1509">
                <a:moveTo>
                  <a:pt x="0" y="0"/>
                </a:moveTo>
                <a:lnTo>
                  <a:pt x="6509" y="0"/>
                </a:lnTo>
                <a:lnTo>
                  <a:pt x="65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9848520" y="621972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1723680" y="145728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49719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4981320" y="145728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74959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7505640" y="14572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98391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9848520" y="1457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1723680" y="240948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4981320" y="240948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7505640" y="24094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9848520" y="24094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49719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74959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98391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171432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1723680" y="336204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49719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4981320" y="336204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7495920" y="3371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7505640" y="33620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98391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9848520" y="336204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75240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752400" y="43146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171432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1723680" y="431460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49719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4981320" y="431460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7495920" y="43243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7505640" y="43146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98391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9848520" y="43146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114393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5240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52400" y="52671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171432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1723680" y="526716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49719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4981320" y="526716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495920" y="52765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505640" y="52671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98391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9848520" y="52671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114393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5240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752400" y="6219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171432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1723680" y="621972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49719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4981320" y="621972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495920" y="62290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7505640" y="62197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98391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9848520" y="6219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114393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752400" y="6752880"/>
            <a:ext cx="971640" cy="10440"/>
          </a:xfrm>
          <a:custGeom>
            <a:avLst/>
            <a:gdLst/>
            <a:ahLst/>
            <a:rect l="0" t="0" r="r" b="b"/>
            <a:pathLst>
              <a:path w="2699" h="29">
                <a:moveTo>
                  <a:pt x="0" y="0"/>
                </a:moveTo>
                <a:lnTo>
                  <a:pt x="2699" y="0"/>
                </a:lnTo>
                <a:lnTo>
                  <a:pt x="269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1723680" y="6752880"/>
            <a:ext cx="3258000" cy="10440"/>
          </a:xfrm>
          <a:custGeom>
            <a:avLst/>
            <a:gdLst/>
            <a:ahLst/>
            <a:rect l="0" t="0" r="r" b="b"/>
            <a:pathLst>
              <a:path w="9050" h="29">
                <a:moveTo>
                  <a:pt x="0" y="0"/>
                </a:moveTo>
                <a:lnTo>
                  <a:pt x="9050" y="0"/>
                </a:lnTo>
                <a:lnTo>
                  <a:pt x="90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4981320" y="6752880"/>
            <a:ext cx="2524680" cy="10440"/>
          </a:xfrm>
          <a:custGeom>
            <a:avLst/>
            <a:gdLst/>
            <a:ahLst/>
            <a:rect l="0" t="0" r="r" b="b"/>
            <a:pathLst>
              <a:path w="7013" h="29">
                <a:moveTo>
                  <a:pt x="0" y="0"/>
                </a:moveTo>
                <a:lnTo>
                  <a:pt x="7013" y="0"/>
                </a:lnTo>
                <a:lnTo>
                  <a:pt x="70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7505640" y="6752880"/>
            <a:ext cx="2343240" cy="10440"/>
          </a:xfrm>
          <a:custGeom>
            <a:avLst/>
            <a:gdLst/>
            <a:ahLst/>
            <a:rect l="0" t="0" r="r" b="b"/>
            <a:pathLst>
              <a:path w="6509" h="29">
                <a:moveTo>
                  <a:pt x="0" y="0"/>
                </a:moveTo>
                <a:lnTo>
                  <a:pt x="6509" y="0"/>
                </a:lnTo>
                <a:lnTo>
                  <a:pt x="650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9848520" y="6752880"/>
            <a:ext cx="1600560" cy="10440"/>
          </a:xfrm>
          <a:custGeom>
            <a:avLst/>
            <a:gdLst/>
            <a:ahLst/>
            <a:rect l="0" t="0" r="r" b="b"/>
            <a:pathLst>
              <a:path w="4446" h="29">
                <a:moveTo>
                  <a:pt x="0" y="0"/>
                </a:moveTo>
                <a:lnTo>
                  <a:pt x="4446" y="0"/>
                </a:lnTo>
                <a:lnTo>
                  <a:pt x="44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297972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5444280" y="177876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8018640" y="1569240"/>
            <a:ext cx="1311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7825680" y="197892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1044324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1010520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513396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8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3" y="171"/>
                </a:lnTo>
                <a:lnTo>
                  <a:pt x="234" y="343"/>
                </a:lnTo>
                <a:lnTo>
                  <a:pt x="0" y="471"/>
                </a:lnTo>
                <a:lnTo>
                  <a:pt x="255" y="471"/>
                </a:lnTo>
                <a:lnTo>
                  <a:pt x="127" y="728"/>
                </a:lnTo>
                <a:lnTo>
                  <a:pt x="383" y="557"/>
                </a:lnTo>
                <a:lnTo>
                  <a:pt x="618" y="771"/>
                </a:lnTo>
                <a:lnTo>
                  <a:pt x="554" y="471"/>
                </a:lnTo>
                <a:lnTo>
                  <a:pt x="768" y="471"/>
                </a:lnTo>
                <a:lnTo>
                  <a:pt x="596" y="343"/>
                </a:lnTo>
                <a:lnTo>
                  <a:pt x="768" y="150"/>
                </a:lnTo>
                <a:lnTo>
                  <a:pt x="511" y="214"/>
                </a:lnTo>
                <a:lnTo>
                  <a:pt x="468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520704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6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8" y="358"/>
                </a:lnTo>
                <a:lnTo>
                  <a:pt x="65" y="433"/>
                </a:lnTo>
                <a:lnTo>
                  <a:pt x="117" y="330"/>
                </a:lnTo>
                <a:lnTo>
                  <a:pt x="145" y="273"/>
                </a:lnTo>
                <a:lnTo>
                  <a:pt x="0" y="273"/>
                </a:lnTo>
                <a:lnTo>
                  <a:pt x="81" y="229"/>
                </a:lnTo>
                <a:lnTo>
                  <a:pt x="127" y="204"/>
                </a:lnTo>
                <a:lnTo>
                  <a:pt x="89" y="166"/>
                </a:lnTo>
                <a:lnTo>
                  <a:pt x="25" y="101"/>
                </a:lnTo>
                <a:lnTo>
                  <a:pt x="93" y="115"/>
                </a:lnTo>
                <a:lnTo>
                  <a:pt x="141" y="124"/>
                </a:lnTo>
                <a:lnTo>
                  <a:pt x="141" y="34"/>
                </a:lnTo>
                <a:lnTo>
                  <a:pt x="172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5256720" y="2615400"/>
            <a:ext cx="64800" cy="70560"/>
          </a:xfrm>
          <a:custGeom>
            <a:avLst/>
            <a:gdLst/>
            <a:ahLst/>
            <a:rect l="0" t="0" r="r" b="b"/>
            <a:pathLst>
              <a:path w="180" h="196">
                <a:moveTo>
                  <a:pt x="117" y="52"/>
                </a:moveTo>
                <a:lnTo>
                  <a:pt x="133" y="47"/>
                </a:lnTo>
                <a:lnTo>
                  <a:pt x="180" y="35"/>
                </a:lnTo>
                <a:lnTo>
                  <a:pt x="150" y="70"/>
                </a:lnTo>
                <a:lnTo>
                  <a:pt x="138" y="83"/>
                </a:lnTo>
                <a:lnTo>
                  <a:pt x="152" y="93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3" y="196"/>
                </a:lnTo>
                <a:lnTo>
                  <a:pt x="92" y="149"/>
                </a:lnTo>
                <a:lnTo>
                  <a:pt x="83" y="141"/>
                </a:lnTo>
                <a:lnTo>
                  <a:pt x="72" y="148"/>
                </a:lnTo>
                <a:lnTo>
                  <a:pt x="26" y="179"/>
                </a:lnTo>
                <a:lnTo>
                  <a:pt x="47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6" y="69"/>
                </a:lnTo>
                <a:lnTo>
                  <a:pt x="10" y="41"/>
                </a:lnTo>
                <a:lnTo>
                  <a:pt x="38" y="47"/>
                </a:lnTo>
                <a:lnTo>
                  <a:pt x="57" y="52"/>
                </a:lnTo>
                <a:lnTo>
                  <a:pt x="57" y="13"/>
                </a:lnTo>
                <a:lnTo>
                  <a:pt x="70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7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1844640" y="2731320"/>
            <a:ext cx="239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5426280" y="2521800"/>
            <a:ext cx="1294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~50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5109120" y="293148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7633440" y="273132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9974160" y="273132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20–30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880920" y="3683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1844640" y="3474360"/>
            <a:ext cx="184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1844640" y="38840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5109120" y="3683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7633440" y="3683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9974160" y="36838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88092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1844640" y="4426920"/>
            <a:ext cx="223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1844640" y="4836240"/>
            <a:ext cx="212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5109120" y="46364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7633440" y="4636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997416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880920" y="5589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1844640" y="5379120"/>
            <a:ext cx="24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1844640" y="5788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5109120" y="5589000"/>
            <a:ext cx="178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ms (edge)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7633440" y="558900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9974160" y="55890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880920" y="63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1844640" y="63316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Simply Static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5109120" y="6331680"/>
            <a:ext cx="75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7633440" y="633168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9974160" y="63316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752400" y="599112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914400" y="16236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 from browser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914400" y="18903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914400" y="216648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914400" y="24332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[Cloudflare CDN]  ← Level 3 (edge cache, global PoP)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914400" y="270000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914400" y="297612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914400" y="324288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[Nginx FastCGI Cache]  ← Level 2 (disk cache, 60-min TTL)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914400" y="350964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914400" y="37857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914400" y="405252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[PHP-FPM]  ← always running, pool of 20 workers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914400" y="4319280"/>
            <a:ext cx="7463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[OPcache]  ← Level 1 (compiled bytecode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914400" y="4595400"/>
            <a:ext cx="8871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[Redis Object Cache]  ← Level 1 (DB query results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914400" y="486216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 (first time only)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914400" y="512892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914400" y="5405040"/>
            <a:ext cx="7322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[MariaDB]  ← tuned at Level 2: 512MB buffer pool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1090440" y="6036480"/>
            <a:ext cx="611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Each layer absorbed ~70–95% of what reached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1090440" y="6446160"/>
            <a:ext cx="675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MariaDB only sees the requests Redis couldn't answer.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5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6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7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8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9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0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1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2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3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4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5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6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7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8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9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0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1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2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3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4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5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0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1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8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0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1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2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3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